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26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6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2.xml" ContentType="application/vnd.openxmlformats-officedocument.presentationml.slideLayout+xml"/>
  <Override PartName="/ppt/slideLayouts/_rels/slideLayout4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5.xml.rels" ContentType="application/vnd.openxmlformats-package.relationships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12.xml.rels" ContentType="application/vnd.openxmlformats-package.relationships+xml"/>
  <Override PartName="/ppt/slides/_rels/slide10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4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1.png" ContentType="image/png"/>
  <Override PartName="/ppt/media/image6.png" ContentType="image/png"/>
  <Override PartName="/ppt/media/image7.png" ContentType="image/png"/>
  <Override PartName="/ppt/media/image8.png" ContentType="image/png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74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6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bit.ly/3A1uf1Q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://bit.ly/2TtBDfr" TargetMode="Externa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13160" y="539640"/>
            <a:ext cx="4807080" cy="2003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>
              <a:buNone/>
            </a:pPr>
            <a:r>
              <a:rPr b="0" lang="fr-FR" sz="3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fr-FR" sz="3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654880" y="1312560"/>
            <a:ext cx="2851920" cy="2851920"/>
          </a:xfrm>
          <a:prstGeom prst="rect">
            <a:avLst/>
          </a:prstGeom>
          <a:noFill/>
          <a:ln w="76320">
            <a:solidFill>
              <a:schemeClr val="lt1"/>
            </a:solidFill>
            <a:round/>
          </a:ln>
        </p:spPr>
        <p:txBody>
          <a:bodyPr lIns="90000" rIns="90000" tIns="45000" bIns="45000" anchor="t">
            <a:normAutofit fontScale="40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713160" y="1440000"/>
            <a:ext cx="4032720" cy="108036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fr-FR" sz="5000" strike="noStrike" u="none">
                <a:solidFill>
                  <a:schemeClr val="dk1"/>
                </a:solidFill>
                <a:effectLst/>
                <a:uFillTx/>
                <a:latin typeface="Archivo Black"/>
                <a:ea typeface="Archivo Black"/>
              </a:rPr>
              <a:t>xx%</a:t>
            </a:r>
            <a:endParaRPr b="0" lang="fr-FR" sz="5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5397480" y="1055160"/>
            <a:ext cx="3033000" cy="3033000"/>
          </a:xfrm>
          <a:prstGeom prst="rect">
            <a:avLst/>
          </a:prstGeom>
          <a:noFill/>
          <a:ln w="38160">
            <a:solidFill>
              <a:schemeClr val="lt1"/>
            </a:solidFill>
            <a:round/>
          </a:ln>
        </p:spPr>
        <p:txBody>
          <a:bodyPr lIns="90000" rIns="90000" tIns="45000" bIns="45000" anchor="t">
            <a:normAutofit fontScale="47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" name="Google Shape;146;p11"/>
          <p:cNvGrpSpPr/>
          <p:nvPr/>
        </p:nvGrpSpPr>
        <p:grpSpPr>
          <a:xfrm>
            <a:off x="3333960" y="4349160"/>
            <a:ext cx="1309320" cy="257400"/>
            <a:chOff x="3333960" y="4349160"/>
            <a:chExt cx="1309320" cy="257400"/>
          </a:xfrm>
        </p:grpSpPr>
        <p:sp>
          <p:nvSpPr>
            <p:cNvPr id="7" name="Google Shape;147;p11"/>
            <p:cNvSpPr/>
            <p:nvPr/>
          </p:nvSpPr>
          <p:spPr>
            <a:xfrm flipV="1">
              <a:off x="3753360" y="45331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" name="Google Shape;148;p11"/>
            <p:cNvSpPr/>
            <p:nvPr/>
          </p:nvSpPr>
          <p:spPr>
            <a:xfrm flipV="1">
              <a:off x="3957480" y="45331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" name="Google Shape;149;p11"/>
            <p:cNvSpPr/>
            <p:nvPr/>
          </p:nvSpPr>
          <p:spPr>
            <a:xfrm flipV="1">
              <a:off x="4161600" y="45331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" name="Google Shape;150;p11"/>
            <p:cNvSpPr/>
            <p:nvPr/>
          </p:nvSpPr>
          <p:spPr>
            <a:xfrm flipV="1">
              <a:off x="4365720" y="45331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" name="Google Shape;151;p11"/>
            <p:cNvSpPr/>
            <p:nvPr/>
          </p:nvSpPr>
          <p:spPr>
            <a:xfrm flipV="1">
              <a:off x="4569840" y="45331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" name="Google Shape;152;p11"/>
            <p:cNvSpPr/>
            <p:nvPr/>
          </p:nvSpPr>
          <p:spPr>
            <a:xfrm flipV="1">
              <a:off x="3333960" y="434916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" name="Google Shape;153;p11"/>
            <p:cNvSpPr/>
            <p:nvPr/>
          </p:nvSpPr>
          <p:spPr>
            <a:xfrm flipV="1">
              <a:off x="3538080" y="434916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" name="Google Shape;154;p11"/>
            <p:cNvSpPr/>
            <p:nvPr/>
          </p:nvSpPr>
          <p:spPr>
            <a:xfrm flipV="1">
              <a:off x="3742200" y="434916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" name="Google Shape;155;p11"/>
            <p:cNvSpPr/>
            <p:nvPr/>
          </p:nvSpPr>
          <p:spPr>
            <a:xfrm flipV="1">
              <a:off x="3946320" y="434916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" name="Google Shape;156;p11"/>
            <p:cNvSpPr/>
            <p:nvPr/>
          </p:nvSpPr>
          <p:spPr>
            <a:xfrm flipV="1">
              <a:off x="4150440" y="434916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_1_1_1_1_1_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fr-FR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title"/>
          </p:nvPr>
        </p:nvSpPr>
        <p:spPr>
          <a:xfrm>
            <a:off x="796320" y="1633680"/>
            <a:ext cx="707040" cy="12355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fr-FR" sz="3000" strike="noStrike" u="none">
                <a:solidFill>
                  <a:schemeClr val="dk1"/>
                </a:solidFill>
                <a:effectLst/>
                <a:uFillTx/>
                <a:latin typeface="Archivo Black"/>
                <a:ea typeface="Archivo Black"/>
              </a:rPr>
              <a:t>xx%</a:t>
            </a:r>
            <a:endParaRPr b="0" lang="fr-FR" sz="3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title"/>
          </p:nvPr>
        </p:nvSpPr>
        <p:spPr>
          <a:xfrm>
            <a:off x="4750920" y="3290760"/>
            <a:ext cx="707040" cy="12355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 algn="r">
              <a:lnSpc>
                <a:spcPct val="100000"/>
              </a:lnSpc>
              <a:buNone/>
            </a:pPr>
            <a:r>
              <a:rPr b="0" lang="fr-FR" sz="3000" strike="noStrike" u="none">
                <a:solidFill>
                  <a:schemeClr val="dk1"/>
                </a:solidFill>
                <a:effectLst/>
                <a:uFillTx/>
                <a:latin typeface="Archivo Black"/>
                <a:ea typeface="Archivo Black"/>
              </a:rPr>
              <a:t>xx%</a:t>
            </a:r>
            <a:endParaRPr b="0" lang="fr-FR" sz="3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title"/>
          </p:nvPr>
        </p:nvSpPr>
        <p:spPr>
          <a:xfrm>
            <a:off x="796320" y="3290760"/>
            <a:ext cx="707040" cy="12355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 algn="r">
              <a:lnSpc>
                <a:spcPct val="100000"/>
              </a:lnSpc>
              <a:buNone/>
            </a:pPr>
            <a:r>
              <a:rPr b="0" lang="fr-FR" sz="3000" strike="noStrike" u="none">
                <a:solidFill>
                  <a:schemeClr val="dk1"/>
                </a:solidFill>
                <a:effectLst/>
                <a:uFillTx/>
                <a:latin typeface="Archivo Black"/>
                <a:ea typeface="Archivo Black"/>
              </a:rPr>
              <a:t>xx%</a:t>
            </a:r>
            <a:endParaRPr b="0" lang="fr-FR" sz="3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title"/>
          </p:nvPr>
        </p:nvSpPr>
        <p:spPr>
          <a:xfrm>
            <a:off x="4750920" y="1633680"/>
            <a:ext cx="707040" cy="12355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 algn="r">
              <a:lnSpc>
                <a:spcPct val="100000"/>
              </a:lnSpc>
              <a:buNone/>
            </a:pPr>
            <a:r>
              <a:rPr b="0" lang="fr-FR" sz="3000" strike="noStrike" u="none">
                <a:solidFill>
                  <a:schemeClr val="dk1"/>
                </a:solidFill>
                <a:effectLst/>
                <a:uFillTx/>
                <a:latin typeface="Archivo Black"/>
                <a:ea typeface="Archivo Black"/>
              </a:rPr>
              <a:t>xx%</a:t>
            </a:r>
            <a:endParaRPr b="0" lang="fr-FR" sz="3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22" name="Google Shape;172;p13"/>
          <p:cNvGrpSpPr/>
          <p:nvPr/>
        </p:nvGrpSpPr>
        <p:grpSpPr>
          <a:xfrm>
            <a:off x="7527600" y="-437040"/>
            <a:ext cx="2303280" cy="2075400"/>
            <a:chOff x="7527600" y="-437040"/>
            <a:chExt cx="2303280" cy="2075400"/>
          </a:xfrm>
        </p:grpSpPr>
        <p:sp>
          <p:nvSpPr>
            <p:cNvPr id="23" name="Google Shape;173;p13"/>
            <p:cNvSpPr/>
            <p:nvPr/>
          </p:nvSpPr>
          <p:spPr>
            <a:xfrm flipH="1" rot="16200000">
              <a:off x="7653240" y="-57960"/>
              <a:ext cx="1554120" cy="1548360"/>
            </a:xfrm>
            <a:prstGeom prst="rtTriangl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24" name="Google Shape;174;p13"/>
            <p:cNvGrpSpPr/>
            <p:nvPr/>
          </p:nvGrpSpPr>
          <p:grpSpPr>
            <a:xfrm>
              <a:off x="7527600" y="-190440"/>
              <a:ext cx="2303280" cy="1828800"/>
              <a:chOff x="7527600" y="-190440"/>
              <a:chExt cx="2303280" cy="1828800"/>
            </a:xfrm>
          </p:grpSpPr>
          <p:sp>
            <p:nvSpPr>
              <p:cNvPr id="25" name="Google Shape;175;p13"/>
              <p:cNvSpPr/>
              <p:nvPr/>
            </p:nvSpPr>
            <p:spPr>
              <a:xfrm flipH="1" rot="2699400">
                <a:off x="8755560" y="666000"/>
                <a:ext cx="1150200" cy="262080"/>
              </a:xfrm>
              <a:prstGeom prst="roundRect">
                <a:avLst>
                  <a:gd name="adj" fmla="val 50000"/>
                </a:avLst>
              </a:pr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6" name="Google Shape;176;p13"/>
              <p:cNvSpPr/>
              <p:nvPr/>
            </p:nvSpPr>
            <p:spPr>
              <a:xfrm>
                <a:off x="7979760" y="329040"/>
                <a:ext cx="1309320" cy="1309320"/>
              </a:xfrm>
              <a:prstGeom prst="ellipse">
                <a:avLst/>
              </a:prstGeom>
              <a:noFill/>
              <a:ln w="9525">
                <a:solidFill>
                  <a:srgbClr val="f8f8f8"/>
                </a:solidFill>
                <a:prstDash val="lgDash"/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7" name="Google Shape;177;p13"/>
              <p:cNvSpPr/>
              <p:nvPr/>
            </p:nvSpPr>
            <p:spPr>
              <a:xfrm flipH="1" rot="2699400">
                <a:off x="7437960" y="168120"/>
                <a:ext cx="1098360" cy="2016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71280" bIns="7128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  <p:sp>
          <p:nvSpPr>
            <p:cNvPr id="28" name="Google Shape;178;p13"/>
            <p:cNvSpPr/>
            <p:nvPr/>
          </p:nvSpPr>
          <p:spPr>
            <a:xfrm rot="2700000">
              <a:off x="7775640" y="-183240"/>
              <a:ext cx="770040" cy="12744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45360" bIns="4536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_1_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713160" y="4091040"/>
            <a:ext cx="4620600" cy="53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fr-FR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30" name="Google Shape;182;p14"/>
          <p:cNvGrpSpPr/>
          <p:nvPr/>
        </p:nvGrpSpPr>
        <p:grpSpPr>
          <a:xfrm>
            <a:off x="6011280" y="4511160"/>
            <a:ext cx="1309320" cy="257400"/>
            <a:chOff x="6011280" y="4511160"/>
            <a:chExt cx="1309320" cy="257400"/>
          </a:xfrm>
        </p:grpSpPr>
        <p:sp>
          <p:nvSpPr>
            <p:cNvPr id="31" name="Google Shape;183;p14"/>
            <p:cNvSpPr/>
            <p:nvPr/>
          </p:nvSpPr>
          <p:spPr>
            <a:xfrm>
              <a:off x="6430680" y="451116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" name="Google Shape;184;p14"/>
            <p:cNvSpPr/>
            <p:nvPr/>
          </p:nvSpPr>
          <p:spPr>
            <a:xfrm>
              <a:off x="6634800" y="451116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" name="Google Shape;185;p14"/>
            <p:cNvSpPr/>
            <p:nvPr/>
          </p:nvSpPr>
          <p:spPr>
            <a:xfrm>
              <a:off x="6838920" y="451116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" name="Google Shape;186;p14"/>
            <p:cNvSpPr/>
            <p:nvPr/>
          </p:nvSpPr>
          <p:spPr>
            <a:xfrm>
              <a:off x="7043040" y="451116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" name="Google Shape;187;p14"/>
            <p:cNvSpPr/>
            <p:nvPr/>
          </p:nvSpPr>
          <p:spPr>
            <a:xfrm>
              <a:off x="7247160" y="451116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" name="Google Shape;188;p14"/>
            <p:cNvSpPr/>
            <p:nvPr/>
          </p:nvSpPr>
          <p:spPr>
            <a:xfrm>
              <a:off x="6011280" y="46951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" name="Google Shape;189;p14"/>
            <p:cNvSpPr/>
            <p:nvPr/>
          </p:nvSpPr>
          <p:spPr>
            <a:xfrm>
              <a:off x="6215400" y="46951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" name="Google Shape;190;p14"/>
            <p:cNvSpPr/>
            <p:nvPr/>
          </p:nvSpPr>
          <p:spPr>
            <a:xfrm>
              <a:off x="6419520" y="46951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" name="Google Shape;191;p14"/>
            <p:cNvSpPr/>
            <p:nvPr/>
          </p:nvSpPr>
          <p:spPr>
            <a:xfrm>
              <a:off x="6623640" y="46951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" name="Google Shape;192;p14"/>
            <p:cNvSpPr/>
            <p:nvPr/>
          </p:nvSpPr>
          <p:spPr>
            <a:xfrm>
              <a:off x="6827760" y="46951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fr-FR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title"/>
          </p:nvPr>
        </p:nvSpPr>
        <p:spPr>
          <a:xfrm>
            <a:off x="1411560" y="1159200"/>
            <a:ext cx="792000" cy="57240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Archivo Black"/>
                <a:ea typeface="Archivo Black"/>
              </a:rPr>
              <a:t>xx%</a:t>
            </a:r>
            <a:endParaRPr b="0" lang="fr-FR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title"/>
          </p:nvPr>
        </p:nvSpPr>
        <p:spPr>
          <a:xfrm>
            <a:off x="3958200" y="1159200"/>
            <a:ext cx="792000" cy="57240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Archivo Black"/>
                <a:ea typeface="Archivo Black"/>
              </a:rPr>
              <a:t>xx%</a:t>
            </a:r>
            <a:endParaRPr b="0" lang="fr-FR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6504840" y="1159200"/>
            <a:ext cx="792000" cy="57240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Archivo Black"/>
                <a:ea typeface="Archivo Black"/>
              </a:rPr>
              <a:t>xx%</a:t>
            </a:r>
            <a:endParaRPr b="0" lang="fr-FR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45" name="Google Shape;204;p15"/>
          <p:cNvGrpSpPr/>
          <p:nvPr/>
        </p:nvGrpSpPr>
        <p:grpSpPr>
          <a:xfrm>
            <a:off x="7286760" y="387360"/>
            <a:ext cx="2472480" cy="5140080"/>
            <a:chOff x="7286760" y="387360"/>
            <a:chExt cx="2472480" cy="5140080"/>
          </a:xfrm>
        </p:grpSpPr>
        <p:grpSp>
          <p:nvGrpSpPr>
            <p:cNvPr id="46" name="Google Shape;205;p15"/>
            <p:cNvGrpSpPr/>
            <p:nvPr/>
          </p:nvGrpSpPr>
          <p:grpSpPr>
            <a:xfrm>
              <a:off x="7286760" y="3448080"/>
              <a:ext cx="2472480" cy="2079360"/>
              <a:chOff x="7286760" y="3448080"/>
              <a:chExt cx="2472480" cy="2079360"/>
            </a:xfrm>
          </p:grpSpPr>
          <p:sp>
            <p:nvSpPr>
              <p:cNvPr id="47" name="Google Shape;206;p15"/>
              <p:cNvSpPr/>
              <p:nvPr/>
            </p:nvSpPr>
            <p:spPr>
              <a:xfrm flipH="1" flipV="1" rot="5400000">
                <a:off x="7653240" y="3596040"/>
                <a:ext cx="1554120" cy="1548360"/>
              </a:xfrm>
              <a:prstGeom prst="rtTriangl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grpSp>
            <p:nvGrpSpPr>
              <p:cNvPr id="48" name="Google Shape;207;p15"/>
              <p:cNvGrpSpPr/>
              <p:nvPr/>
            </p:nvGrpSpPr>
            <p:grpSpPr>
              <a:xfrm>
                <a:off x="7286760" y="3448080"/>
                <a:ext cx="2472480" cy="2079360"/>
                <a:chOff x="7286760" y="3448080"/>
                <a:chExt cx="2472480" cy="2079360"/>
              </a:xfrm>
            </p:grpSpPr>
            <p:sp>
              <p:nvSpPr>
                <p:cNvPr id="49" name="Google Shape;208;p15"/>
                <p:cNvSpPr/>
                <p:nvPr/>
              </p:nvSpPr>
              <p:spPr>
                <a:xfrm flipH="1" flipV="1" rot="18900600">
                  <a:off x="8684640" y="3816720"/>
                  <a:ext cx="1150200" cy="26208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dk2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n-US" sz="1800" strike="noStrike" u="non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0" name="Google Shape;209;p15"/>
                <p:cNvSpPr/>
                <p:nvPr/>
              </p:nvSpPr>
              <p:spPr>
                <a:xfrm flipV="1">
                  <a:off x="7979760" y="3447720"/>
                  <a:ext cx="1309320" cy="1309320"/>
                </a:xfrm>
                <a:prstGeom prst="ellipse">
                  <a:avLst/>
                </a:prstGeom>
                <a:noFill/>
                <a:ln w="9525">
                  <a:solidFill>
                    <a:srgbClr val="f8f8f8"/>
                  </a:solidFill>
                  <a:prstDash val="lgDash"/>
                  <a:round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n-US" sz="1800" strike="noStrike" u="non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51" name="Google Shape;210;p15"/>
                <p:cNvSpPr/>
                <p:nvPr/>
              </p:nvSpPr>
              <p:spPr>
                <a:xfrm flipH="1" flipV="1" rot="18900600">
                  <a:off x="7197120" y="4966560"/>
                  <a:ext cx="1098360" cy="2016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lt2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71280" bIns="71280" anchor="ctr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n-US" sz="1800" strike="noStrike" u="non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sp>
            <p:nvSpPr>
              <p:cNvPr id="52" name="Google Shape;211;p15"/>
              <p:cNvSpPr/>
              <p:nvPr/>
            </p:nvSpPr>
            <p:spPr>
              <a:xfrm flipV="1" rot="18900000">
                <a:off x="7775640" y="5142240"/>
                <a:ext cx="770400" cy="127440"/>
              </a:xfrm>
              <a:prstGeom prst="roundRect">
                <a:avLst>
                  <a:gd name="adj" fmla="val 50000"/>
                </a:avLst>
              </a:pr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5360" bIns="4536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53" name="Google Shape;212;p15"/>
            <p:cNvGrpSpPr/>
            <p:nvPr/>
          </p:nvGrpSpPr>
          <p:grpSpPr>
            <a:xfrm>
              <a:off x="7432920" y="387360"/>
              <a:ext cx="1309320" cy="257400"/>
              <a:chOff x="7432920" y="387360"/>
              <a:chExt cx="1309320" cy="257400"/>
            </a:xfrm>
          </p:grpSpPr>
          <p:sp>
            <p:nvSpPr>
              <p:cNvPr id="54" name="Google Shape;213;p15"/>
              <p:cNvSpPr/>
              <p:nvPr/>
            </p:nvSpPr>
            <p:spPr>
              <a:xfrm flipV="1">
                <a:off x="7852320" y="57132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55" name="Google Shape;214;p15"/>
              <p:cNvSpPr/>
              <p:nvPr/>
            </p:nvSpPr>
            <p:spPr>
              <a:xfrm flipV="1">
                <a:off x="8056440" y="57132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56" name="Google Shape;215;p15"/>
              <p:cNvSpPr/>
              <p:nvPr/>
            </p:nvSpPr>
            <p:spPr>
              <a:xfrm flipV="1">
                <a:off x="8260560" y="57132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57" name="Google Shape;216;p15"/>
              <p:cNvSpPr/>
              <p:nvPr/>
            </p:nvSpPr>
            <p:spPr>
              <a:xfrm flipV="1">
                <a:off x="8464680" y="57132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58" name="Google Shape;217;p15"/>
              <p:cNvSpPr/>
              <p:nvPr/>
            </p:nvSpPr>
            <p:spPr>
              <a:xfrm flipV="1">
                <a:off x="8668800" y="57132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59" name="Google Shape;218;p15"/>
              <p:cNvSpPr/>
              <p:nvPr/>
            </p:nvSpPr>
            <p:spPr>
              <a:xfrm flipV="1">
                <a:off x="7432920" y="38736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60" name="Google Shape;219;p15"/>
              <p:cNvSpPr/>
              <p:nvPr/>
            </p:nvSpPr>
            <p:spPr>
              <a:xfrm flipV="1">
                <a:off x="7637040" y="38736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61" name="Google Shape;220;p15"/>
              <p:cNvSpPr/>
              <p:nvPr/>
            </p:nvSpPr>
            <p:spPr>
              <a:xfrm flipV="1">
                <a:off x="7841160" y="38736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62" name="Google Shape;221;p15"/>
              <p:cNvSpPr/>
              <p:nvPr/>
            </p:nvSpPr>
            <p:spPr>
              <a:xfrm flipV="1">
                <a:off x="8045280" y="38736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63" name="Google Shape;222;p15"/>
              <p:cNvSpPr/>
              <p:nvPr/>
            </p:nvSpPr>
            <p:spPr>
              <a:xfrm flipV="1">
                <a:off x="8249400" y="38736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AND_TWO_COLUMNS_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fr-FR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65" name="Google Shape;229;p16"/>
          <p:cNvGrpSpPr/>
          <p:nvPr/>
        </p:nvGrpSpPr>
        <p:grpSpPr>
          <a:xfrm>
            <a:off x="7432920" y="387360"/>
            <a:ext cx="2397960" cy="5136480"/>
            <a:chOff x="7432920" y="387360"/>
            <a:chExt cx="2397960" cy="5136480"/>
          </a:xfrm>
        </p:grpSpPr>
        <p:grpSp>
          <p:nvGrpSpPr>
            <p:cNvPr id="66" name="Google Shape;230;p16"/>
            <p:cNvGrpSpPr/>
            <p:nvPr/>
          </p:nvGrpSpPr>
          <p:grpSpPr>
            <a:xfrm>
              <a:off x="7527600" y="3448080"/>
              <a:ext cx="2303280" cy="2075760"/>
              <a:chOff x="7527600" y="3448080"/>
              <a:chExt cx="2303280" cy="2075760"/>
            </a:xfrm>
          </p:grpSpPr>
          <p:sp>
            <p:nvSpPr>
              <p:cNvPr id="67" name="Google Shape;231;p16"/>
              <p:cNvSpPr/>
              <p:nvPr/>
            </p:nvSpPr>
            <p:spPr>
              <a:xfrm flipH="1" flipV="1" rot="5400000">
                <a:off x="7653240" y="3596040"/>
                <a:ext cx="1554120" cy="1548360"/>
              </a:xfrm>
              <a:prstGeom prst="rtTriangl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grpSp>
            <p:nvGrpSpPr>
              <p:cNvPr id="68" name="Google Shape;232;p16"/>
              <p:cNvGrpSpPr/>
              <p:nvPr/>
            </p:nvGrpSpPr>
            <p:grpSpPr>
              <a:xfrm>
                <a:off x="7527600" y="3448080"/>
                <a:ext cx="2303280" cy="1829160"/>
                <a:chOff x="7527600" y="3448080"/>
                <a:chExt cx="2303280" cy="1829160"/>
              </a:xfrm>
            </p:grpSpPr>
            <p:sp>
              <p:nvSpPr>
                <p:cNvPr id="69" name="Google Shape;233;p16"/>
                <p:cNvSpPr/>
                <p:nvPr/>
              </p:nvSpPr>
              <p:spPr>
                <a:xfrm flipH="1" flipV="1" rot="18900600">
                  <a:off x="8756280" y="4159080"/>
                  <a:ext cx="1150200" cy="26208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dk2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n-US" sz="1800" strike="noStrike" u="non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0" name="Google Shape;234;p16"/>
                <p:cNvSpPr/>
                <p:nvPr/>
              </p:nvSpPr>
              <p:spPr>
                <a:xfrm flipV="1">
                  <a:off x="7979760" y="3447720"/>
                  <a:ext cx="1309320" cy="1309320"/>
                </a:xfrm>
                <a:prstGeom prst="ellipse">
                  <a:avLst/>
                </a:prstGeom>
                <a:noFill/>
                <a:ln w="9525">
                  <a:solidFill>
                    <a:srgbClr val="f8f8f8"/>
                  </a:solidFill>
                  <a:prstDash val="lgDash"/>
                  <a:round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n-US" sz="1800" strike="noStrike" u="non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71" name="Google Shape;235;p16"/>
                <p:cNvSpPr/>
                <p:nvPr/>
              </p:nvSpPr>
              <p:spPr>
                <a:xfrm flipH="1" flipV="1" rot="18900600">
                  <a:off x="7437960" y="4716360"/>
                  <a:ext cx="1098360" cy="2016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lt2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71280" bIns="71280" anchor="ctr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n-US" sz="1800" strike="noStrike" u="non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sp>
            <p:nvSpPr>
              <p:cNvPr id="72" name="Google Shape;236;p16"/>
              <p:cNvSpPr/>
              <p:nvPr/>
            </p:nvSpPr>
            <p:spPr>
              <a:xfrm flipV="1" rot="18900000">
                <a:off x="7775640" y="5142240"/>
                <a:ext cx="770400" cy="127440"/>
              </a:xfrm>
              <a:prstGeom prst="roundRect">
                <a:avLst>
                  <a:gd name="adj" fmla="val 50000"/>
                </a:avLst>
              </a:pr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5360" bIns="4536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73" name="Google Shape;237;p16"/>
            <p:cNvGrpSpPr/>
            <p:nvPr/>
          </p:nvGrpSpPr>
          <p:grpSpPr>
            <a:xfrm>
              <a:off x="7432920" y="387360"/>
              <a:ext cx="1309320" cy="257400"/>
              <a:chOff x="7432920" y="387360"/>
              <a:chExt cx="1309320" cy="257400"/>
            </a:xfrm>
          </p:grpSpPr>
          <p:sp>
            <p:nvSpPr>
              <p:cNvPr id="74" name="Google Shape;238;p16"/>
              <p:cNvSpPr/>
              <p:nvPr/>
            </p:nvSpPr>
            <p:spPr>
              <a:xfrm flipV="1">
                <a:off x="7852320" y="57132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75" name="Google Shape;239;p16"/>
              <p:cNvSpPr/>
              <p:nvPr/>
            </p:nvSpPr>
            <p:spPr>
              <a:xfrm flipV="1">
                <a:off x="8056440" y="57132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76" name="Google Shape;240;p16"/>
              <p:cNvSpPr/>
              <p:nvPr/>
            </p:nvSpPr>
            <p:spPr>
              <a:xfrm flipV="1">
                <a:off x="8260560" y="57132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77" name="Google Shape;241;p16"/>
              <p:cNvSpPr/>
              <p:nvPr/>
            </p:nvSpPr>
            <p:spPr>
              <a:xfrm flipV="1">
                <a:off x="8464680" y="57132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78" name="Google Shape;242;p16"/>
              <p:cNvSpPr/>
              <p:nvPr/>
            </p:nvSpPr>
            <p:spPr>
              <a:xfrm flipV="1">
                <a:off x="8668800" y="57132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79" name="Google Shape;243;p16"/>
              <p:cNvSpPr/>
              <p:nvPr/>
            </p:nvSpPr>
            <p:spPr>
              <a:xfrm flipV="1">
                <a:off x="7432920" y="38736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80" name="Google Shape;244;p16"/>
              <p:cNvSpPr/>
              <p:nvPr/>
            </p:nvSpPr>
            <p:spPr>
              <a:xfrm flipV="1">
                <a:off x="7637040" y="38736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81" name="Google Shape;245;p16"/>
              <p:cNvSpPr/>
              <p:nvPr/>
            </p:nvSpPr>
            <p:spPr>
              <a:xfrm flipV="1">
                <a:off x="7841160" y="38736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82" name="Google Shape;246;p16"/>
              <p:cNvSpPr/>
              <p:nvPr/>
            </p:nvSpPr>
            <p:spPr>
              <a:xfrm flipV="1">
                <a:off x="8045280" y="38736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83" name="Google Shape;247;p16"/>
              <p:cNvSpPr/>
              <p:nvPr/>
            </p:nvSpPr>
            <p:spPr>
              <a:xfrm flipV="1">
                <a:off x="8249400" y="38736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AND_TWO_COLUMNS_1_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1048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fr-FR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720000" y="1326240"/>
            <a:ext cx="3811680" cy="328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 type="body"/>
          </p:nvPr>
        </p:nvSpPr>
        <p:spPr>
          <a:xfrm>
            <a:off x="4618800" y="1326240"/>
            <a:ext cx="3811680" cy="328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7" name="Google Shape;252;p17"/>
          <p:cNvGrpSpPr/>
          <p:nvPr/>
        </p:nvGrpSpPr>
        <p:grpSpPr>
          <a:xfrm>
            <a:off x="7267320" y="387360"/>
            <a:ext cx="2455920" cy="5138280"/>
            <a:chOff x="7267320" y="387360"/>
            <a:chExt cx="2455920" cy="5138280"/>
          </a:xfrm>
        </p:grpSpPr>
        <p:grpSp>
          <p:nvGrpSpPr>
            <p:cNvPr id="88" name="Google Shape;253;p17"/>
            <p:cNvGrpSpPr/>
            <p:nvPr/>
          </p:nvGrpSpPr>
          <p:grpSpPr>
            <a:xfrm>
              <a:off x="7432920" y="387360"/>
              <a:ext cx="1309320" cy="257400"/>
              <a:chOff x="7432920" y="387360"/>
              <a:chExt cx="1309320" cy="257400"/>
            </a:xfrm>
          </p:grpSpPr>
          <p:sp>
            <p:nvSpPr>
              <p:cNvPr id="89" name="Google Shape;254;p17"/>
              <p:cNvSpPr/>
              <p:nvPr/>
            </p:nvSpPr>
            <p:spPr>
              <a:xfrm flipV="1">
                <a:off x="7852320" y="57132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90" name="Google Shape;255;p17"/>
              <p:cNvSpPr/>
              <p:nvPr/>
            </p:nvSpPr>
            <p:spPr>
              <a:xfrm flipV="1">
                <a:off x="8056440" y="57132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91" name="Google Shape;256;p17"/>
              <p:cNvSpPr/>
              <p:nvPr/>
            </p:nvSpPr>
            <p:spPr>
              <a:xfrm flipV="1">
                <a:off x="8260560" y="57132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92" name="Google Shape;257;p17"/>
              <p:cNvSpPr/>
              <p:nvPr/>
            </p:nvSpPr>
            <p:spPr>
              <a:xfrm flipV="1">
                <a:off x="8464680" y="57132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93" name="Google Shape;258;p17"/>
              <p:cNvSpPr/>
              <p:nvPr/>
            </p:nvSpPr>
            <p:spPr>
              <a:xfrm flipV="1">
                <a:off x="8668800" y="57132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94" name="Google Shape;259;p17"/>
              <p:cNvSpPr/>
              <p:nvPr/>
            </p:nvSpPr>
            <p:spPr>
              <a:xfrm flipV="1">
                <a:off x="7432920" y="38736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95" name="Google Shape;260;p17"/>
              <p:cNvSpPr/>
              <p:nvPr/>
            </p:nvSpPr>
            <p:spPr>
              <a:xfrm flipV="1">
                <a:off x="7637040" y="38736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96" name="Google Shape;261;p17"/>
              <p:cNvSpPr/>
              <p:nvPr/>
            </p:nvSpPr>
            <p:spPr>
              <a:xfrm flipV="1">
                <a:off x="7841160" y="38736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97" name="Google Shape;262;p17"/>
              <p:cNvSpPr/>
              <p:nvPr/>
            </p:nvSpPr>
            <p:spPr>
              <a:xfrm flipV="1">
                <a:off x="8045280" y="38736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98" name="Google Shape;263;p17"/>
              <p:cNvSpPr/>
              <p:nvPr/>
            </p:nvSpPr>
            <p:spPr>
              <a:xfrm flipV="1">
                <a:off x="8249400" y="38736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99" name="Google Shape;264;p17"/>
            <p:cNvGrpSpPr/>
            <p:nvPr/>
          </p:nvGrpSpPr>
          <p:grpSpPr>
            <a:xfrm>
              <a:off x="7267320" y="3608280"/>
              <a:ext cx="2455920" cy="1917360"/>
              <a:chOff x="7267320" y="3608280"/>
              <a:chExt cx="2455920" cy="1917360"/>
            </a:xfrm>
          </p:grpSpPr>
          <p:sp>
            <p:nvSpPr>
              <p:cNvPr id="100" name="Google Shape;265;p17"/>
              <p:cNvSpPr/>
              <p:nvPr/>
            </p:nvSpPr>
            <p:spPr>
              <a:xfrm flipH="1" flipV="1" rot="5400000">
                <a:off x="7653240" y="3610800"/>
                <a:ext cx="1554120" cy="1548360"/>
              </a:xfrm>
              <a:prstGeom prst="rtTriangl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01" name="Google Shape;266;p17"/>
              <p:cNvSpPr/>
              <p:nvPr/>
            </p:nvSpPr>
            <p:spPr>
              <a:xfrm flipH="1" flipV="1" rot="18900600">
                <a:off x="8648640" y="4254840"/>
                <a:ext cx="1150200" cy="262080"/>
              </a:xfrm>
              <a:prstGeom prst="roundRect">
                <a:avLst>
                  <a:gd name="adj" fmla="val 50000"/>
                </a:avLst>
              </a:pr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02" name="Google Shape;267;p17"/>
              <p:cNvSpPr/>
              <p:nvPr/>
            </p:nvSpPr>
            <p:spPr>
              <a:xfrm flipV="1">
                <a:off x="7719480" y="3696120"/>
                <a:ext cx="1309320" cy="1309320"/>
              </a:xfrm>
              <a:prstGeom prst="ellipse">
                <a:avLst/>
              </a:prstGeom>
              <a:noFill/>
              <a:ln w="9525">
                <a:solidFill>
                  <a:srgbClr val="f8f8f8"/>
                </a:solidFill>
                <a:prstDash val="lgDash"/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03" name="Google Shape;268;p17"/>
              <p:cNvSpPr/>
              <p:nvPr/>
            </p:nvSpPr>
            <p:spPr>
              <a:xfrm flipH="1" flipV="1" rot="18900600">
                <a:off x="7177680" y="4964760"/>
                <a:ext cx="1098360" cy="2016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71280" bIns="7128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6_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fr-FR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05" name="Google Shape;277;p18"/>
          <p:cNvGrpSpPr/>
          <p:nvPr/>
        </p:nvGrpSpPr>
        <p:grpSpPr>
          <a:xfrm>
            <a:off x="7527600" y="-437040"/>
            <a:ext cx="2303280" cy="2075400"/>
            <a:chOff x="7527600" y="-437040"/>
            <a:chExt cx="2303280" cy="2075400"/>
          </a:xfrm>
        </p:grpSpPr>
        <p:sp>
          <p:nvSpPr>
            <p:cNvPr id="106" name="Google Shape;278;p18"/>
            <p:cNvSpPr/>
            <p:nvPr/>
          </p:nvSpPr>
          <p:spPr>
            <a:xfrm flipH="1" rot="16200000">
              <a:off x="7653240" y="-57960"/>
              <a:ext cx="1554120" cy="1548360"/>
            </a:xfrm>
            <a:prstGeom prst="rtTriangl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107" name="Google Shape;279;p18"/>
            <p:cNvGrpSpPr/>
            <p:nvPr/>
          </p:nvGrpSpPr>
          <p:grpSpPr>
            <a:xfrm>
              <a:off x="7527600" y="-190440"/>
              <a:ext cx="2303280" cy="1828800"/>
              <a:chOff x="7527600" y="-190440"/>
              <a:chExt cx="2303280" cy="1828800"/>
            </a:xfrm>
          </p:grpSpPr>
          <p:sp>
            <p:nvSpPr>
              <p:cNvPr id="108" name="Google Shape;280;p18"/>
              <p:cNvSpPr/>
              <p:nvPr/>
            </p:nvSpPr>
            <p:spPr>
              <a:xfrm flipH="1" rot="2699400">
                <a:off x="8755560" y="666000"/>
                <a:ext cx="1150200" cy="262080"/>
              </a:xfrm>
              <a:prstGeom prst="roundRect">
                <a:avLst>
                  <a:gd name="adj" fmla="val 50000"/>
                </a:avLst>
              </a:pr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09" name="Google Shape;281;p18"/>
              <p:cNvSpPr/>
              <p:nvPr/>
            </p:nvSpPr>
            <p:spPr>
              <a:xfrm>
                <a:off x="7979760" y="329040"/>
                <a:ext cx="1309320" cy="1309320"/>
              </a:xfrm>
              <a:prstGeom prst="ellipse">
                <a:avLst/>
              </a:prstGeom>
              <a:noFill/>
              <a:ln w="9525">
                <a:solidFill>
                  <a:srgbClr val="f8f8f8"/>
                </a:solidFill>
                <a:prstDash val="lgDash"/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10" name="Google Shape;282;p18"/>
              <p:cNvSpPr/>
              <p:nvPr/>
            </p:nvSpPr>
            <p:spPr>
              <a:xfrm flipH="1" rot="2699400">
                <a:off x="7437960" y="168120"/>
                <a:ext cx="1098360" cy="2016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71280" bIns="7128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  <p:sp>
          <p:nvSpPr>
            <p:cNvPr id="111" name="Google Shape;283;p18"/>
            <p:cNvSpPr/>
            <p:nvPr/>
          </p:nvSpPr>
          <p:spPr>
            <a:xfrm rot="2700000">
              <a:off x="7775640" y="-183240"/>
              <a:ext cx="770040" cy="12744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45360" bIns="4536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12" name="Google Shape;284;p18"/>
          <p:cNvGrpSpPr/>
          <p:nvPr/>
        </p:nvGrpSpPr>
        <p:grpSpPr>
          <a:xfrm>
            <a:off x="3917160" y="4514760"/>
            <a:ext cx="1309320" cy="257400"/>
            <a:chOff x="3917160" y="4514760"/>
            <a:chExt cx="1309320" cy="257400"/>
          </a:xfrm>
        </p:grpSpPr>
        <p:sp>
          <p:nvSpPr>
            <p:cNvPr id="113" name="Google Shape;285;p18"/>
            <p:cNvSpPr/>
            <p:nvPr/>
          </p:nvSpPr>
          <p:spPr>
            <a:xfrm>
              <a:off x="4336560" y="451476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4" name="Google Shape;286;p18"/>
            <p:cNvSpPr/>
            <p:nvPr/>
          </p:nvSpPr>
          <p:spPr>
            <a:xfrm>
              <a:off x="4540680" y="451476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5" name="Google Shape;287;p18"/>
            <p:cNvSpPr/>
            <p:nvPr/>
          </p:nvSpPr>
          <p:spPr>
            <a:xfrm>
              <a:off x="4744800" y="451476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6" name="Google Shape;288;p18"/>
            <p:cNvSpPr/>
            <p:nvPr/>
          </p:nvSpPr>
          <p:spPr>
            <a:xfrm>
              <a:off x="4948920" y="451476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7" name="Google Shape;289;p18"/>
            <p:cNvSpPr/>
            <p:nvPr/>
          </p:nvSpPr>
          <p:spPr>
            <a:xfrm>
              <a:off x="5153040" y="451476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8" name="Google Shape;290;p18"/>
            <p:cNvSpPr/>
            <p:nvPr/>
          </p:nvSpPr>
          <p:spPr>
            <a:xfrm>
              <a:off x="3917160" y="46987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9" name="Google Shape;291;p18"/>
            <p:cNvSpPr/>
            <p:nvPr/>
          </p:nvSpPr>
          <p:spPr>
            <a:xfrm>
              <a:off x="4121280" y="46987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0" name="Google Shape;292;p18"/>
            <p:cNvSpPr/>
            <p:nvPr/>
          </p:nvSpPr>
          <p:spPr>
            <a:xfrm>
              <a:off x="4325400" y="46987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1" name="Google Shape;293;p18"/>
            <p:cNvSpPr/>
            <p:nvPr/>
          </p:nvSpPr>
          <p:spPr>
            <a:xfrm>
              <a:off x="4529520" y="46987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2" name="Google Shape;294;p18"/>
            <p:cNvSpPr/>
            <p:nvPr/>
          </p:nvSpPr>
          <p:spPr>
            <a:xfrm>
              <a:off x="4733640" y="46987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fr-FR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24" name="Google Shape;305;p19"/>
          <p:cNvGrpSpPr/>
          <p:nvPr/>
        </p:nvGrpSpPr>
        <p:grpSpPr>
          <a:xfrm>
            <a:off x="7527600" y="-437040"/>
            <a:ext cx="2303280" cy="2075400"/>
            <a:chOff x="7527600" y="-437040"/>
            <a:chExt cx="2303280" cy="2075400"/>
          </a:xfrm>
        </p:grpSpPr>
        <p:sp>
          <p:nvSpPr>
            <p:cNvPr id="125" name="Google Shape;306;p19"/>
            <p:cNvSpPr/>
            <p:nvPr/>
          </p:nvSpPr>
          <p:spPr>
            <a:xfrm flipH="1" rot="16200000">
              <a:off x="7653240" y="-57960"/>
              <a:ext cx="1554120" cy="1548360"/>
            </a:xfrm>
            <a:prstGeom prst="rtTriangl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126" name="Google Shape;307;p19"/>
            <p:cNvGrpSpPr/>
            <p:nvPr/>
          </p:nvGrpSpPr>
          <p:grpSpPr>
            <a:xfrm>
              <a:off x="7527600" y="-190440"/>
              <a:ext cx="2303280" cy="1828800"/>
              <a:chOff x="7527600" y="-190440"/>
              <a:chExt cx="2303280" cy="1828800"/>
            </a:xfrm>
          </p:grpSpPr>
          <p:sp>
            <p:nvSpPr>
              <p:cNvPr id="127" name="Google Shape;308;p19"/>
              <p:cNvSpPr/>
              <p:nvPr/>
            </p:nvSpPr>
            <p:spPr>
              <a:xfrm flipH="1" rot="2699400">
                <a:off x="8755560" y="666000"/>
                <a:ext cx="1150200" cy="262080"/>
              </a:xfrm>
              <a:prstGeom prst="roundRect">
                <a:avLst>
                  <a:gd name="adj" fmla="val 50000"/>
                </a:avLst>
              </a:pr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28" name="Google Shape;309;p19"/>
              <p:cNvSpPr/>
              <p:nvPr/>
            </p:nvSpPr>
            <p:spPr>
              <a:xfrm>
                <a:off x="7979760" y="329040"/>
                <a:ext cx="1309320" cy="1309320"/>
              </a:xfrm>
              <a:prstGeom prst="ellipse">
                <a:avLst/>
              </a:prstGeom>
              <a:noFill/>
              <a:ln w="9525">
                <a:solidFill>
                  <a:srgbClr val="f8f8f8"/>
                </a:solidFill>
                <a:prstDash val="lgDash"/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29" name="Google Shape;310;p19"/>
              <p:cNvSpPr/>
              <p:nvPr/>
            </p:nvSpPr>
            <p:spPr>
              <a:xfrm flipH="1" rot="2699400">
                <a:off x="7437960" y="168120"/>
                <a:ext cx="1098360" cy="2016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71280" bIns="7128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  <p:sp>
          <p:nvSpPr>
            <p:cNvPr id="130" name="Google Shape;311;p19"/>
            <p:cNvSpPr/>
            <p:nvPr/>
          </p:nvSpPr>
          <p:spPr>
            <a:xfrm rot="2700000">
              <a:off x="7775640" y="-183240"/>
              <a:ext cx="770040" cy="12744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45360" bIns="4536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31" name="Google Shape;312;p19"/>
          <p:cNvGrpSpPr/>
          <p:nvPr/>
        </p:nvGrpSpPr>
        <p:grpSpPr>
          <a:xfrm>
            <a:off x="3505680" y="4514760"/>
            <a:ext cx="1309320" cy="257400"/>
            <a:chOff x="3505680" y="4514760"/>
            <a:chExt cx="1309320" cy="257400"/>
          </a:xfrm>
        </p:grpSpPr>
        <p:sp>
          <p:nvSpPr>
            <p:cNvPr id="132" name="Google Shape;313;p19"/>
            <p:cNvSpPr/>
            <p:nvPr/>
          </p:nvSpPr>
          <p:spPr>
            <a:xfrm>
              <a:off x="3925080" y="451476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3" name="Google Shape;314;p19"/>
            <p:cNvSpPr/>
            <p:nvPr/>
          </p:nvSpPr>
          <p:spPr>
            <a:xfrm>
              <a:off x="4129200" y="451476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4" name="Google Shape;315;p19"/>
            <p:cNvSpPr/>
            <p:nvPr/>
          </p:nvSpPr>
          <p:spPr>
            <a:xfrm>
              <a:off x="4333320" y="451476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5" name="Google Shape;316;p19"/>
            <p:cNvSpPr/>
            <p:nvPr/>
          </p:nvSpPr>
          <p:spPr>
            <a:xfrm>
              <a:off x="4537440" y="451476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6" name="Google Shape;317;p19"/>
            <p:cNvSpPr/>
            <p:nvPr/>
          </p:nvSpPr>
          <p:spPr>
            <a:xfrm>
              <a:off x="4741560" y="451476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7" name="Google Shape;318;p19"/>
            <p:cNvSpPr/>
            <p:nvPr/>
          </p:nvSpPr>
          <p:spPr>
            <a:xfrm>
              <a:off x="3505680" y="46987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8" name="Google Shape;319;p19"/>
            <p:cNvSpPr/>
            <p:nvPr/>
          </p:nvSpPr>
          <p:spPr>
            <a:xfrm>
              <a:off x="3709800" y="46987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9" name="Google Shape;320;p19"/>
            <p:cNvSpPr/>
            <p:nvPr/>
          </p:nvSpPr>
          <p:spPr>
            <a:xfrm>
              <a:off x="3913920" y="46987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0" name="Google Shape;321;p19"/>
            <p:cNvSpPr/>
            <p:nvPr/>
          </p:nvSpPr>
          <p:spPr>
            <a:xfrm>
              <a:off x="4118040" y="46987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1" name="Google Shape;322;p19"/>
            <p:cNvSpPr/>
            <p:nvPr/>
          </p:nvSpPr>
          <p:spPr>
            <a:xfrm>
              <a:off x="4322160" y="46987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fr-FR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43" name="Google Shape;337;p20"/>
          <p:cNvGrpSpPr/>
          <p:nvPr/>
        </p:nvGrpSpPr>
        <p:grpSpPr>
          <a:xfrm>
            <a:off x="7656480" y="-721440"/>
            <a:ext cx="1980000" cy="2320200"/>
            <a:chOff x="7656480" y="-721440"/>
            <a:chExt cx="1980000" cy="2320200"/>
          </a:xfrm>
        </p:grpSpPr>
        <p:sp>
          <p:nvSpPr>
            <p:cNvPr id="144" name="Google Shape;338;p20"/>
            <p:cNvSpPr/>
            <p:nvPr/>
          </p:nvSpPr>
          <p:spPr>
            <a:xfrm flipH="1" rot="16200000">
              <a:off x="7653240" y="-57960"/>
              <a:ext cx="1554120" cy="1548360"/>
            </a:xfrm>
            <a:prstGeom prst="rtTriangl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145" name="Google Shape;339;p20"/>
            <p:cNvGrpSpPr/>
            <p:nvPr/>
          </p:nvGrpSpPr>
          <p:grpSpPr>
            <a:xfrm>
              <a:off x="7776000" y="-721440"/>
              <a:ext cx="1860480" cy="2320200"/>
              <a:chOff x="7776000" y="-721440"/>
              <a:chExt cx="1860480" cy="2320200"/>
            </a:xfrm>
          </p:grpSpPr>
          <p:sp>
            <p:nvSpPr>
              <p:cNvPr id="146" name="Google Shape;340;p20"/>
              <p:cNvSpPr/>
              <p:nvPr/>
            </p:nvSpPr>
            <p:spPr>
              <a:xfrm flipH="1" rot="2699400">
                <a:off x="8561160" y="907920"/>
                <a:ext cx="1150200" cy="262080"/>
              </a:xfrm>
              <a:prstGeom prst="roundRect">
                <a:avLst>
                  <a:gd name="adj" fmla="val 50000"/>
                </a:avLst>
              </a:pr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47" name="Google Shape;341;p20"/>
              <p:cNvSpPr/>
              <p:nvPr/>
            </p:nvSpPr>
            <p:spPr>
              <a:xfrm>
                <a:off x="7776000" y="289440"/>
                <a:ext cx="1309320" cy="1309320"/>
              </a:xfrm>
              <a:prstGeom prst="ellipse">
                <a:avLst/>
              </a:prstGeom>
              <a:noFill/>
              <a:ln w="9525">
                <a:solidFill>
                  <a:srgbClr val="f8f8f8"/>
                </a:solidFill>
                <a:prstDash val="lgDash"/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48" name="Google Shape;342;p20"/>
              <p:cNvSpPr/>
              <p:nvPr/>
            </p:nvSpPr>
            <p:spPr>
              <a:xfrm flipH="1" rot="2699400">
                <a:off x="7753680" y="-362520"/>
                <a:ext cx="1098360" cy="2016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71280" bIns="7128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  <p:sp>
          <p:nvSpPr>
            <p:cNvPr id="149" name="Google Shape;343;p20"/>
            <p:cNvSpPr/>
            <p:nvPr/>
          </p:nvSpPr>
          <p:spPr>
            <a:xfrm rot="2700000">
              <a:off x="7588800" y="-171720"/>
              <a:ext cx="770040" cy="12744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45360" bIns="4536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733680" y="1967760"/>
            <a:ext cx="4410720" cy="136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buNone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fr-FR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 type="title"/>
          </p:nvPr>
        </p:nvSpPr>
        <p:spPr>
          <a:xfrm>
            <a:off x="789480" y="539640"/>
            <a:ext cx="1046520" cy="13348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fr-FR" sz="4500" strike="noStrike" u="none">
                <a:solidFill>
                  <a:schemeClr val="dk1"/>
                </a:solidFill>
                <a:effectLst/>
                <a:uFillTx/>
                <a:latin typeface="Archivo Black"/>
                <a:ea typeface="Archivo Black"/>
              </a:rPr>
              <a:t>xx%</a:t>
            </a:r>
            <a:endParaRPr b="0" lang="fr-FR" sz="45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 type="body"/>
          </p:nvPr>
        </p:nvSpPr>
        <p:spPr>
          <a:xfrm>
            <a:off x="5397480" y="1055160"/>
            <a:ext cx="3033000" cy="3033000"/>
          </a:xfrm>
          <a:prstGeom prst="rect">
            <a:avLst/>
          </a:prstGeom>
          <a:noFill/>
          <a:ln w="38160">
            <a:solidFill>
              <a:schemeClr val="lt1"/>
            </a:solidFill>
            <a:round/>
          </a:ln>
        </p:spPr>
        <p:txBody>
          <a:bodyPr lIns="90000" rIns="90000" tIns="45000" bIns="45000" anchor="t">
            <a:normAutofit fontScale="47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53" name="Google Shape;17;p3"/>
          <p:cNvGrpSpPr/>
          <p:nvPr/>
        </p:nvGrpSpPr>
        <p:grpSpPr>
          <a:xfrm>
            <a:off x="3660480" y="399960"/>
            <a:ext cx="1309320" cy="257400"/>
            <a:chOff x="3660480" y="399960"/>
            <a:chExt cx="1309320" cy="257400"/>
          </a:xfrm>
        </p:grpSpPr>
        <p:sp>
          <p:nvSpPr>
            <p:cNvPr id="154" name="Google Shape;18;p3"/>
            <p:cNvSpPr/>
            <p:nvPr/>
          </p:nvSpPr>
          <p:spPr>
            <a:xfrm>
              <a:off x="4079880" y="39996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5" name="Google Shape;19;p3"/>
            <p:cNvSpPr/>
            <p:nvPr/>
          </p:nvSpPr>
          <p:spPr>
            <a:xfrm>
              <a:off x="4284000" y="39996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6" name="Google Shape;20;p3"/>
            <p:cNvSpPr/>
            <p:nvPr/>
          </p:nvSpPr>
          <p:spPr>
            <a:xfrm>
              <a:off x="4488120" y="39996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7" name="Google Shape;21;p3"/>
            <p:cNvSpPr/>
            <p:nvPr/>
          </p:nvSpPr>
          <p:spPr>
            <a:xfrm>
              <a:off x="4692240" y="39996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8" name="Google Shape;22;p3"/>
            <p:cNvSpPr/>
            <p:nvPr/>
          </p:nvSpPr>
          <p:spPr>
            <a:xfrm>
              <a:off x="4896360" y="39996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9" name="Google Shape;23;p3"/>
            <p:cNvSpPr/>
            <p:nvPr/>
          </p:nvSpPr>
          <p:spPr>
            <a:xfrm>
              <a:off x="3660480" y="5839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0" name="Google Shape;24;p3"/>
            <p:cNvSpPr/>
            <p:nvPr/>
          </p:nvSpPr>
          <p:spPr>
            <a:xfrm>
              <a:off x="3864240" y="5839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1" name="Google Shape;25;p3"/>
            <p:cNvSpPr/>
            <p:nvPr/>
          </p:nvSpPr>
          <p:spPr>
            <a:xfrm>
              <a:off x="4068360" y="5839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2" name="Google Shape;26;p3"/>
            <p:cNvSpPr/>
            <p:nvPr/>
          </p:nvSpPr>
          <p:spPr>
            <a:xfrm>
              <a:off x="4272480" y="5839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3" name="Google Shape;27;p3"/>
            <p:cNvSpPr/>
            <p:nvPr/>
          </p:nvSpPr>
          <p:spPr>
            <a:xfrm>
              <a:off x="4476600" y="5839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fr-FR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65" name="Google Shape;346;p21"/>
          <p:cNvGrpSpPr/>
          <p:nvPr/>
        </p:nvGrpSpPr>
        <p:grpSpPr>
          <a:xfrm>
            <a:off x="7267320" y="-374400"/>
            <a:ext cx="2455920" cy="5138280"/>
            <a:chOff x="7267320" y="-374400"/>
            <a:chExt cx="2455920" cy="5138280"/>
          </a:xfrm>
        </p:grpSpPr>
        <p:grpSp>
          <p:nvGrpSpPr>
            <p:cNvPr id="166" name="Google Shape;347;p21"/>
            <p:cNvGrpSpPr/>
            <p:nvPr/>
          </p:nvGrpSpPr>
          <p:grpSpPr>
            <a:xfrm>
              <a:off x="7432920" y="4506480"/>
              <a:ext cx="1309320" cy="257400"/>
              <a:chOff x="7432920" y="4506480"/>
              <a:chExt cx="1309320" cy="257400"/>
            </a:xfrm>
          </p:grpSpPr>
          <p:sp>
            <p:nvSpPr>
              <p:cNvPr id="167" name="Google Shape;348;p21"/>
              <p:cNvSpPr/>
              <p:nvPr/>
            </p:nvSpPr>
            <p:spPr>
              <a:xfrm>
                <a:off x="7852320" y="450648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68" name="Google Shape;349;p21"/>
              <p:cNvSpPr/>
              <p:nvPr/>
            </p:nvSpPr>
            <p:spPr>
              <a:xfrm>
                <a:off x="8056440" y="450648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69" name="Google Shape;350;p21"/>
              <p:cNvSpPr/>
              <p:nvPr/>
            </p:nvSpPr>
            <p:spPr>
              <a:xfrm>
                <a:off x="8260560" y="450648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70" name="Google Shape;351;p21"/>
              <p:cNvSpPr/>
              <p:nvPr/>
            </p:nvSpPr>
            <p:spPr>
              <a:xfrm>
                <a:off x="8464680" y="450648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71" name="Google Shape;352;p21"/>
              <p:cNvSpPr/>
              <p:nvPr/>
            </p:nvSpPr>
            <p:spPr>
              <a:xfrm>
                <a:off x="8668800" y="450648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72" name="Google Shape;353;p21"/>
              <p:cNvSpPr/>
              <p:nvPr/>
            </p:nvSpPr>
            <p:spPr>
              <a:xfrm>
                <a:off x="7432920" y="469044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73" name="Google Shape;354;p21"/>
              <p:cNvSpPr/>
              <p:nvPr/>
            </p:nvSpPr>
            <p:spPr>
              <a:xfrm>
                <a:off x="7637040" y="469044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74" name="Google Shape;355;p21"/>
              <p:cNvSpPr/>
              <p:nvPr/>
            </p:nvSpPr>
            <p:spPr>
              <a:xfrm>
                <a:off x="7841160" y="469044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75" name="Google Shape;356;p21"/>
              <p:cNvSpPr/>
              <p:nvPr/>
            </p:nvSpPr>
            <p:spPr>
              <a:xfrm>
                <a:off x="8045280" y="469044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76" name="Google Shape;357;p21"/>
              <p:cNvSpPr/>
              <p:nvPr/>
            </p:nvSpPr>
            <p:spPr>
              <a:xfrm>
                <a:off x="8249400" y="469044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177" name="Google Shape;358;p21"/>
            <p:cNvGrpSpPr/>
            <p:nvPr/>
          </p:nvGrpSpPr>
          <p:grpSpPr>
            <a:xfrm>
              <a:off x="7267320" y="-374400"/>
              <a:ext cx="2455920" cy="1917000"/>
              <a:chOff x="7267320" y="-374400"/>
              <a:chExt cx="2455920" cy="1917000"/>
            </a:xfrm>
          </p:grpSpPr>
          <p:sp>
            <p:nvSpPr>
              <p:cNvPr id="178" name="Google Shape;359;p21"/>
              <p:cNvSpPr/>
              <p:nvPr/>
            </p:nvSpPr>
            <p:spPr>
              <a:xfrm flipH="1" rot="16200000">
                <a:off x="7653240" y="-8280"/>
                <a:ext cx="1554120" cy="1548360"/>
              </a:xfrm>
              <a:prstGeom prst="rtTriangl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79" name="Google Shape;360;p21"/>
              <p:cNvSpPr/>
              <p:nvPr/>
            </p:nvSpPr>
            <p:spPr>
              <a:xfrm flipH="1" rot="2699400">
                <a:off x="8647920" y="634320"/>
                <a:ext cx="1150200" cy="262080"/>
              </a:xfrm>
              <a:prstGeom prst="roundRect">
                <a:avLst>
                  <a:gd name="adj" fmla="val 50000"/>
                </a:avLst>
              </a:pr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80" name="Google Shape;361;p21"/>
              <p:cNvSpPr/>
              <p:nvPr/>
            </p:nvSpPr>
            <p:spPr>
              <a:xfrm>
                <a:off x="7719480" y="145440"/>
                <a:ext cx="1309320" cy="1309320"/>
              </a:xfrm>
              <a:prstGeom prst="ellipse">
                <a:avLst/>
              </a:prstGeom>
              <a:noFill/>
              <a:ln w="9525">
                <a:solidFill>
                  <a:srgbClr val="f8f8f8"/>
                </a:solidFill>
                <a:prstDash val="lgDash"/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81" name="Google Shape;362;p21"/>
              <p:cNvSpPr/>
              <p:nvPr/>
            </p:nvSpPr>
            <p:spPr>
              <a:xfrm flipH="1" rot="2699400">
                <a:off x="7177680" y="-15480"/>
                <a:ext cx="1098360" cy="2016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71280" bIns="7128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12_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720000" y="1222920"/>
            <a:ext cx="4275720" cy="1733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buNone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fr-FR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 type="body"/>
          </p:nvPr>
        </p:nvSpPr>
        <p:spPr>
          <a:xfrm>
            <a:off x="5397480" y="1055160"/>
            <a:ext cx="3033000" cy="3033000"/>
          </a:xfrm>
          <a:prstGeom prst="rect">
            <a:avLst/>
          </a:prstGeom>
          <a:noFill/>
          <a:ln w="38160">
            <a:solidFill>
              <a:schemeClr val="lt1"/>
            </a:solidFill>
            <a:round/>
          </a:ln>
        </p:spPr>
        <p:txBody>
          <a:bodyPr lIns="90000" rIns="90000" tIns="45000" bIns="45000" anchor="t">
            <a:normAutofit fontScale="47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84" name="Google Shape;367;p22"/>
          <p:cNvGrpSpPr/>
          <p:nvPr/>
        </p:nvGrpSpPr>
        <p:grpSpPr>
          <a:xfrm>
            <a:off x="5362560" y="4349160"/>
            <a:ext cx="1309320" cy="257400"/>
            <a:chOff x="5362560" y="4349160"/>
            <a:chExt cx="1309320" cy="257400"/>
          </a:xfrm>
        </p:grpSpPr>
        <p:sp>
          <p:nvSpPr>
            <p:cNvPr id="185" name="Google Shape;368;p22"/>
            <p:cNvSpPr/>
            <p:nvPr/>
          </p:nvSpPr>
          <p:spPr>
            <a:xfrm flipV="1">
              <a:off x="5781960" y="45331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6" name="Google Shape;369;p22"/>
            <p:cNvSpPr/>
            <p:nvPr/>
          </p:nvSpPr>
          <p:spPr>
            <a:xfrm flipV="1">
              <a:off x="5986080" y="45331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7" name="Google Shape;370;p22"/>
            <p:cNvSpPr/>
            <p:nvPr/>
          </p:nvSpPr>
          <p:spPr>
            <a:xfrm flipV="1">
              <a:off x="6190200" y="45331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8" name="Google Shape;371;p22"/>
            <p:cNvSpPr/>
            <p:nvPr/>
          </p:nvSpPr>
          <p:spPr>
            <a:xfrm flipV="1">
              <a:off x="6394320" y="45331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9" name="Google Shape;372;p22"/>
            <p:cNvSpPr/>
            <p:nvPr/>
          </p:nvSpPr>
          <p:spPr>
            <a:xfrm flipV="1">
              <a:off x="6598440" y="45331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0" name="Google Shape;373;p22"/>
            <p:cNvSpPr/>
            <p:nvPr/>
          </p:nvSpPr>
          <p:spPr>
            <a:xfrm flipV="1">
              <a:off x="5362560" y="434916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1" name="Google Shape;374;p22"/>
            <p:cNvSpPr/>
            <p:nvPr/>
          </p:nvSpPr>
          <p:spPr>
            <a:xfrm flipV="1">
              <a:off x="5566680" y="434916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2" name="Google Shape;375;p22"/>
            <p:cNvSpPr/>
            <p:nvPr/>
          </p:nvSpPr>
          <p:spPr>
            <a:xfrm flipV="1">
              <a:off x="5770800" y="434916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3" name="Google Shape;376;p22"/>
            <p:cNvSpPr/>
            <p:nvPr/>
          </p:nvSpPr>
          <p:spPr>
            <a:xfrm flipV="1">
              <a:off x="5974920" y="434916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4" name="Google Shape;377;p22"/>
            <p:cNvSpPr/>
            <p:nvPr/>
          </p:nvSpPr>
          <p:spPr>
            <a:xfrm flipV="1">
              <a:off x="6179040" y="434916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4_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720000" y="1477080"/>
            <a:ext cx="3045600" cy="705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buNone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fr-FR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96" name="Google Shape;381;p23"/>
          <p:cNvGrpSpPr/>
          <p:nvPr/>
        </p:nvGrpSpPr>
        <p:grpSpPr>
          <a:xfrm>
            <a:off x="5173200" y="268920"/>
            <a:ext cx="1309320" cy="257400"/>
            <a:chOff x="5173200" y="268920"/>
            <a:chExt cx="1309320" cy="257400"/>
          </a:xfrm>
        </p:grpSpPr>
        <p:sp>
          <p:nvSpPr>
            <p:cNvPr id="197" name="Google Shape;382;p23"/>
            <p:cNvSpPr/>
            <p:nvPr/>
          </p:nvSpPr>
          <p:spPr>
            <a:xfrm flipV="1">
              <a:off x="5592600" y="45288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8" name="Google Shape;383;p23"/>
            <p:cNvSpPr/>
            <p:nvPr/>
          </p:nvSpPr>
          <p:spPr>
            <a:xfrm flipV="1">
              <a:off x="5796720" y="45288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9" name="Google Shape;384;p23"/>
            <p:cNvSpPr/>
            <p:nvPr/>
          </p:nvSpPr>
          <p:spPr>
            <a:xfrm flipV="1">
              <a:off x="6000840" y="45288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0" name="Google Shape;385;p23"/>
            <p:cNvSpPr/>
            <p:nvPr/>
          </p:nvSpPr>
          <p:spPr>
            <a:xfrm flipV="1">
              <a:off x="6204960" y="45288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1" name="Google Shape;386;p23"/>
            <p:cNvSpPr/>
            <p:nvPr/>
          </p:nvSpPr>
          <p:spPr>
            <a:xfrm flipV="1">
              <a:off x="6409080" y="45288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2" name="Google Shape;387;p23"/>
            <p:cNvSpPr/>
            <p:nvPr/>
          </p:nvSpPr>
          <p:spPr>
            <a:xfrm flipV="1">
              <a:off x="5173200" y="2689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3" name="Google Shape;388;p23"/>
            <p:cNvSpPr/>
            <p:nvPr/>
          </p:nvSpPr>
          <p:spPr>
            <a:xfrm flipV="1">
              <a:off x="5377320" y="2689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4" name="Google Shape;389;p23"/>
            <p:cNvSpPr/>
            <p:nvPr/>
          </p:nvSpPr>
          <p:spPr>
            <a:xfrm flipV="1">
              <a:off x="5581440" y="2689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5" name="Google Shape;390;p23"/>
            <p:cNvSpPr/>
            <p:nvPr/>
          </p:nvSpPr>
          <p:spPr>
            <a:xfrm flipV="1">
              <a:off x="5785560" y="2689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6" name="Google Shape;391;p23"/>
            <p:cNvSpPr/>
            <p:nvPr/>
          </p:nvSpPr>
          <p:spPr>
            <a:xfrm flipV="1">
              <a:off x="5989680" y="2689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3_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713160" y="539640"/>
            <a:ext cx="4632120" cy="105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fr-FR" sz="5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fr-FR" sz="5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5397480" y="1055160"/>
            <a:ext cx="3033000" cy="3033000"/>
          </a:xfrm>
          <a:prstGeom prst="rect">
            <a:avLst/>
          </a:prstGeom>
          <a:noFill/>
          <a:ln w="38160">
            <a:solidFill>
              <a:schemeClr val="lt1"/>
            </a:solidFill>
            <a:round/>
          </a:ln>
        </p:spPr>
        <p:txBody>
          <a:bodyPr lIns="90000" rIns="90000" tIns="45000" bIns="45000" anchor="t">
            <a:normAutofit fontScale="47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09" name="Google Shape;396;p24"/>
          <p:cNvGrpSpPr/>
          <p:nvPr/>
        </p:nvGrpSpPr>
        <p:grpSpPr>
          <a:xfrm>
            <a:off x="5143320" y="399960"/>
            <a:ext cx="1309680" cy="257400"/>
            <a:chOff x="5143320" y="399960"/>
            <a:chExt cx="1309680" cy="257400"/>
          </a:xfrm>
        </p:grpSpPr>
        <p:sp>
          <p:nvSpPr>
            <p:cNvPr id="210" name="Google Shape;397;p24"/>
            <p:cNvSpPr/>
            <p:nvPr/>
          </p:nvSpPr>
          <p:spPr>
            <a:xfrm>
              <a:off x="5563080" y="39996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1" name="Google Shape;398;p24"/>
            <p:cNvSpPr/>
            <p:nvPr/>
          </p:nvSpPr>
          <p:spPr>
            <a:xfrm>
              <a:off x="5767200" y="39996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2" name="Google Shape;399;p24"/>
            <p:cNvSpPr/>
            <p:nvPr/>
          </p:nvSpPr>
          <p:spPr>
            <a:xfrm>
              <a:off x="5971320" y="39996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3" name="Google Shape;400;p24"/>
            <p:cNvSpPr/>
            <p:nvPr/>
          </p:nvSpPr>
          <p:spPr>
            <a:xfrm>
              <a:off x="6175440" y="39996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4" name="Google Shape;401;p24"/>
            <p:cNvSpPr/>
            <p:nvPr/>
          </p:nvSpPr>
          <p:spPr>
            <a:xfrm>
              <a:off x="6379560" y="39996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5" name="Google Shape;402;p24"/>
            <p:cNvSpPr/>
            <p:nvPr/>
          </p:nvSpPr>
          <p:spPr>
            <a:xfrm>
              <a:off x="5143320" y="5839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6" name="Google Shape;403;p24"/>
            <p:cNvSpPr/>
            <p:nvPr/>
          </p:nvSpPr>
          <p:spPr>
            <a:xfrm>
              <a:off x="5347440" y="5839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7" name="Google Shape;404;p24"/>
            <p:cNvSpPr/>
            <p:nvPr/>
          </p:nvSpPr>
          <p:spPr>
            <a:xfrm>
              <a:off x="5551560" y="5839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8" name="Google Shape;405;p24"/>
            <p:cNvSpPr/>
            <p:nvPr/>
          </p:nvSpPr>
          <p:spPr>
            <a:xfrm>
              <a:off x="5755680" y="5839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9" name="Google Shape;406;p24"/>
            <p:cNvSpPr/>
            <p:nvPr/>
          </p:nvSpPr>
          <p:spPr>
            <a:xfrm>
              <a:off x="5959800" y="5839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220" name="Google Shape;407;p24"/>
          <p:cNvSpPr/>
          <p:nvPr/>
        </p:nvSpPr>
        <p:spPr>
          <a:xfrm>
            <a:off x="713160" y="3643920"/>
            <a:ext cx="3604680" cy="69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defTabSz="914400">
              <a:lnSpc>
                <a:spcPct val="115000"/>
              </a:lnSpc>
              <a:spcBef>
                <a:spcPts val="300"/>
              </a:spcBef>
              <a:tabLst>
                <a:tab algn="l" pos="0"/>
              </a:tabLst>
            </a:pPr>
            <a:r>
              <a:rPr b="1" lang="en" sz="1000" strike="noStrike" u="none">
                <a:solidFill>
                  <a:schemeClr val="dk1"/>
                </a:solidFill>
                <a:effectLst/>
                <a:uFillTx/>
                <a:latin typeface="Manrope"/>
                <a:ea typeface="Manrope"/>
              </a:rPr>
              <a:t>CREDITS:</a:t>
            </a:r>
            <a:r>
              <a:rPr b="0" lang="en" sz="1000" strike="noStrike" u="none">
                <a:solidFill>
                  <a:schemeClr val="dk1"/>
                </a:solidFill>
                <a:effectLst/>
                <a:uFillTx/>
                <a:latin typeface="Manrope"/>
                <a:ea typeface="Manrope"/>
              </a:rPr>
              <a:t> This presentation template was created by </a:t>
            </a:r>
            <a:r>
              <a:rPr b="1" lang="en" sz="1000" strike="noStrike" u="sng">
                <a:solidFill>
                  <a:schemeClr val="hlink"/>
                </a:solidFill>
                <a:effectLst/>
                <a:uFillTx/>
                <a:latin typeface="Manrope"/>
                <a:ea typeface="Manrope"/>
                <a:hlinkClick r:id="rId2"/>
              </a:rPr>
              <a:t>Slidesgo</a:t>
            </a:r>
            <a:r>
              <a:rPr b="0" lang="en" sz="1000" strike="noStrike" u="none">
                <a:solidFill>
                  <a:schemeClr val="dk1"/>
                </a:solidFill>
                <a:effectLst/>
                <a:uFillTx/>
                <a:latin typeface="Manrope"/>
                <a:ea typeface="Manrope"/>
              </a:rPr>
              <a:t>, and includes icons by </a:t>
            </a:r>
            <a:r>
              <a:rPr b="1" lang="en" sz="1000" strike="noStrike" u="sng">
                <a:solidFill>
                  <a:schemeClr val="dk1"/>
                </a:solidFill>
                <a:effectLst/>
                <a:uFillTx/>
                <a:latin typeface="Manrope"/>
                <a:ea typeface="Manrope"/>
                <a:hlinkClick r:id="rId3"/>
              </a:rPr>
              <a:t>Flaticon</a:t>
            </a:r>
            <a:r>
              <a:rPr b="0" lang="en" sz="1000" strike="noStrike" u="none">
                <a:solidFill>
                  <a:schemeClr val="dk1"/>
                </a:solidFill>
                <a:effectLst/>
                <a:uFillTx/>
                <a:latin typeface="Manrope"/>
                <a:ea typeface="Manrope"/>
              </a:rPr>
              <a:t>, and infographics &amp; images by </a:t>
            </a:r>
            <a:r>
              <a:rPr b="1" lang="en" sz="1000" strike="noStrike" u="sng">
                <a:solidFill>
                  <a:schemeClr val="dk1"/>
                </a:solidFill>
                <a:effectLst/>
                <a:uFillTx/>
                <a:latin typeface="Manrope"/>
                <a:ea typeface="Manrope"/>
                <a:hlinkClick r:id="rId4"/>
              </a:rPr>
              <a:t>Freepik</a:t>
            </a:r>
            <a:r>
              <a:rPr b="0" lang="en" sz="1000" strike="noStrike" u="sng">
                <a:solidFill>
                  <a:schemeClr val="dk1"/>
                </a:solidFill>
                <a:effectLst/>
                <a:uFillTx/>
                <a:latin typeface="Manrope"/>
                <a:ea typeface="Manrope"/>
              </a:rPr>
              <a:t> 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1" name="Google Shape;409;p25"/>
          <p:cNvGrpSpPr/>
          <p:nvPr/>
        </p:nvGrpSpPr>
        <p:grpSpPr>
          <a:xfrm>
            <a:off x="7267320" y="-374400"/>
            <a:ext cx="2455920" cy="5138280"/>
            <a:chOff x="7267320" y="-374400"/>
            <a:chExt cx="2455920" cy="5138280"/>
          </a:xfrm>
        </p:grpSpPr>
        <p:grpSp>
          <p:nvGrpSpPr>
            <p:cNvPr id="222" name="Google Shape;410;p25"/>
            <p:cNvGrpSpPr/>
            <p:nvPr/>
          </p:nvGrpSpPr>
          <p:grpSpPr>
            <a:xfrm>
              <a:off x="7432920" y="4506480"/>
              <a:ext cx="1309320" cy="257400"/>
              <a:chOff x="7432920" y="4506480"/>
              <a:chExt cx="1309320" cy="257400"/>
            </a:xfrm>
          </p:grpSpPr>
          <p:sp>
            <p:nvSpPr>
              <p:cNvPr id="223" name="Google Shape;411;p25"/>
              <p:cNvSpPr/>
              <p:nvPr/>
            </p:nvSpPr>
            <p:spPr>
              <a:xfrm>
                <a:off x="7852320" y="450648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24" name="Google Shape;412;p25"/>
              <p:cNvSpPr/>
              <p:nvPr/>
            </p:nvSpPr>
            <p:spPr>
              <a:xfrm>
                <a:off x="8056440" y="450648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25" name="Google Shape;413;p25"/>
              <p:cNvSpPr/>
              <p:nvPr/>
            </p:nvSpPr>
            <p:spPr>
              <a:xfrm>
                <a:off x="8260560" y="450648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26" name="Google Shape;414;p25"/>
              <p:cNvSpPr/>
              <p:nvPr/>
            </p:nvSpPr>
            <p:spPr>
              <a:xfrm>
                <a:off x="8464680" y="450648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27" name="Google Shape;415;p25"/>
              <p:cNvSpPr/>
              <p:nvPr/>
            </p:nvSpPr>
            <p:spPr>
              <a:xfrm>
                <a:off x="8668800" y="450648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28" name="Google Shape;416;p25"/>
              <p:cNvSpPr/>
              <p:nvPr/>
            </p:nvSpPr>
            <p:spPr>
              <a:xfrm>
                <a:off x="7432920" y="469044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29" name="Google Shape;417;p25"/>
              <p:cNvSpPr/>
              <p:nvPr/>
            </p:nvSpPr>
            <p:spPr>
              <a:xfrm>
                <a:off x="7637040" y="469044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30" name="Google Shape;418;p25"/>
              <p:cNvSpPr/>
              <p:nvPr/>
            </p:nvSpPr>
            <p:spPr>
              <a:xfrm>
                <a:off x="7841160" y="469044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31" name="Google Shape;419;p25"/>
              <p:cNvSpPr/>
              <p:nvPr/>
            </p:nvSpPr>
            <p:spPr>
              <a:xfrm>
                <a:off x="8045280" y="469044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32" name="Google Shape;420;p25"/>
              <p:cNvSpPr/>
              <p:nvPr/>
            </p:nvSpPr>
            <p:spPr>
              <a:xfrm>
                <a:off x="8249400" y="469044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233" name="Google Shape;421;p25"/>
            <p:cNvGrpSpPr/>
            <p:nvPr/>
          </p:nvGrpSpPr>
          <p:grpSpPr>
            <a:xfrm>
              <a:off x="7267320" y="-374400"/>
              <a:ext cx="2455920" cy="1917000"/>
              <a:chOff x="7267320" y="-374400"/>
              <a:chExt cx="2455920" cy="1917000"/>
            </a:xfrm>
          </p:grpSpPr>
          <p:sp>
            <p:nvSpPr>
              <p:cNvPr id="234" name="Google Shape;422;p25"/>
              <p:cNvSpPr/>
              <p:nvPr/>
            </p:nvSpPr>
            <p:spPr>
              <a:xfrm flipH="1" rot="16200000">
                <a:off x="7653240" y="-8280"/>
                <a:ext cx="1554120" cy="1548360"/>
              </a:xfrm>
              <a:prstGeom prst="rtTriangl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35" name="Google Shape;423;p25"/>
              <p:cNvSpPr/>
              <p:nvPr/>
            </p:nvSpPr>
            <p:spPr>
              <a:xfrm flipH="1" rot="2699400">
                <a:off x="8647920" y="634320"/>
                <a:ext cx="1150200" cy="262080"/>
              </a:xfrm>
              <a:prstGeom prst="roundRect">
                <a:avLst>
                  <a:gd name="adj" fmla="val 50000"/>
                </a:avLst>
              </a:pr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36" name="Google Shape;424;p25"/>
              <p:cNvSpPr/>
              <p:nvPr/>
            </p:nvSpPr>
            <p:spPr>
              <a:xfrm>
                <a:off x="7719480" y="145440"/>
                <a:ext cx="1309320" cy="1309320"/>
              </a:xfrm>
              <a:prstGeom prst="ellipse">
                <a:avLst/>
              </a:prstGeom>
              <a:noFill/>
              <a:ln w="9525">
                <a:solidFill>
                  <a:srgbClr val="f8f8f8"/>
                </a:solidFill>
                <a:prstDash val="lgDash"/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37" name="Google Shape;425;p25"/>
              <p:cNvSpPr/>
              <p:nvPr/>
            </p:nvSpPr>
            <p:spPr>
              <a:xfrm flipH="1" rot="2699400">
                <a:off x="7177680" y="-15480"/>
                <a:ext cx="1098360" cy="2016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71280" bIns="7128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9_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8" name="Google Shape;427;p26"/>
          <p:cNvGrpSpPr/>
          <p:nvPr/>
        </p:nvGrpSpPr>
        <p:grpSpPr>
          <a:xfrm>
            <a:off x="7267320" y="387360"/>
            <a:ext cx="2455920" cy="5138280"/>
            <a:chOff x="7267320" y="387360"/>
            <a:chExt cx="2455920" cy="5138280"/>
          </a:xfrm>
        </p:grpSpPr>
        <p:grpSp>
          <p:nvGrpSpPr>
            <p:cNvPr id="239" name="Google Shape;428;p26"/>
            <p:cNvGrpSpPr/>
            <p:nvPr/>
          </p:nvGrpSpPr>
          <p:grpSpPr>
            <a:xfrm>
              <a:off x="7432920" y="387360"/>
              <a:ext cx="1309320" cy="257400"/>
              <a:chOff x="7432920" y="387360"/>
              <a:chExt cx="1309320" cy="257400"/>
            </a:xfrm>
          </p:grpSpPr>
          <p:sp>
            <p:nvSpPr>
              <p:cNvPr id="240" name="Google Shape;429;p26"/>
              <p:cNvSpPr/>
              <p:nvPr/>
            </p:nvSpPr>
            <p:spPr>
              <a:xfrm flipV="1">
                <a:off x="7852320" y="57132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41" name="Google Shape;430;p26"/>
              <p:cNvSpPr/>
              <p:nvPr/>
            </p:nvSpPr>
            <p:spPr>
              <a:xfrm flipV="1">
                <a:off x="8056440" y="57132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42" name="Google Shape;431;p26"/>
              <p:cNvSpPr/>
              <p:nvPr/>
            </p:nvSpPr>
            <p:spPr>
              <a:xfrm flipV="1">
                <a:off x="8260560" y="57132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43" name="Google Shape;432;p26"/>
              <p:cNvSpPr/>
              <p:nvPr/>
            </p:nvSpPr>
            <p:spPr>
              <a:xfrm flipV="1">
                <a:off x="8464680" y="57132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44" name="Google Shape;433;p26"/>
              <p:cNvSpPr/>
              <p:nvPr/>
            </p:nvSpPr>
            <p:spPr>
              <a:xfrm flipV="1">
                <a:off x="8668800" y="57132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45" name="Google Shape;434;p26"/>
              <p:cNvSpPr/>
              <p:nvPr/>
            </p:nvSpPr>
            <p:spPr>
              <a:xfrm flipV="1">
                <a:off x="7432920" y="38736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46" name="Google Shape;435;p26"/>
              <p:cNvSpPr/>
              <p:nvPr/>
            </p:nvSpPr>
            <p:spPr>
              <a:xfrm flipV="1">
                <a:off x="7637040" y="38736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47" name="Google Shape;436;p26"/>
              <p:cNvSpPr/>
              <p:nvPr/>
            </p:nvSpPr>
            <p:spPr>
              <a:xfrm flipV="1">
                <a:off x="7841160" y="38736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48" name="Google Shape;437;p26"/>
              <p:cNvSpPr/>
              <p:nvPr/>
            </p:nvSpPr>
            <p:spPr>
              <a:xfrm flipV="1">
                <a:off x="8045280" y="38736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49" name="Google Shape;438;p26"/>
              <p:cNvSpPr/>
              <p:nvPr/>
            </p:nvSpPr>
            <p:spPr>
              <a:xfrm flipV="1">
                <a:off x="8249400" y="38736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250" name="Google Shape;439;p26"/>
            <p:cNvGrpSpPr/>
            <p:nvPr/>
          </p:nvGrpSpPr>
          <p:grpSpPr>
            <a:xfrm>
              <a:off x="7267320" y="3608280"/>
              <a:ext cx="2455920" cy="1917360"/>
              <a:chOff x="7267320" y="3608280"/>
              <a:chExt cx="2455920" cy="1917360"/>
            </a:xfrm>
          </p:grpSpPr>
          <p:sp>
            <p:nvSpPr>
              <p:cNvPr id="251" name="Google Shape;440;p26"/>
              <p:cNvSpPr/>
              <p:nvPr/>
            </p:nvSpPr>
            <p:spPr>
              <a:xfrm flipH="1" flipV="1" rot="5400000">
                <a:off x="7653240" y="3610800"/>
                <a:ext cx="1554120" cy="1548360"/>
              </a:xfrm>
              <a:prstGeom prst="rtTriangl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52" name="Google Shape;441;p26"/>
              <p:cNvSpPr/>
              <p:nvPr/>
            </p:nvSpPr>
            <p:spPr>
              <a:xfrm flipH="1" flipV="1" rot="18900600">
                <a:off x="8648640" y="4254840"/>
                <a:ext cx="1150200" cy="262080"/>
              </a:xfrm>
              <a:prstGeom prst="roundRect">
                <a:avLst>
                  <a:gd name="adj" fmla="val 50000"/>
                </a:avLst>
              </a:pr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53" name="Google Shape;442;p26"/>
              <p:cNvSpPr/>
              <p:nvPr/>
            </p:nvSpPr>
            <p:spPr>
              <a:xfrm flipV="1">
                <a:off x="7719480" y="3696120"/>
                <a:ext cx="1309320" cy="1309320"/>
              </a:xfrm>
              <a:prstGeom prst="ellipse">
                <a:avLst/>
              </a:prstGeom>
              <a:noFill/>
              <a:ln w="9525">
                <a:solidFill>
                  <a:srgbClr val="f8f8f8"/>
                </a:solidFill>
                <a:prstDash val="lgDash"/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54" name="Google Shape;443;p26"/>
              <p:cNvSpPr/>
              <p:nvPr/>
            </p:nvSpPr>
            <p:spPr>
              <a:xfrm flipH="1" flipV="1" rot="18900600">
                <a:off x="7177680" y="4964760"/>
                <a:ext cx="1098360" cy="2016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71280" bIns="7128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fr-FR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 type="body"/>
          </p:nvPr>
        </p:nvSpPr>
        <p:spPr>
          <a:xfrm>
            <a:off x="720000" y="1278000"/>
            <a:ext cx="4801680" cy="2741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57" name="Google Shape;31;p4"/>
          <p:cNvGrpSpPr/>
          <p:nvPr/>
        </p:nvGrpSpPr>
        <p:grpSpPr>
          <a:xfrm>
            <a:off x="6674040" y="-721440"/>
            <a:ext cx="2962440" cy="5493600"/>
            <a:chOff x="6674040" y="-721440"/>
            <a:chExt cx="2962440" cy="5493600"/>
          </a:xfrm>
        </p:grpSpPr>
        <p:grpSp>
          <p:nvGrpSpPr>
            <p:cNvPr id="258" name="Google Shape;32;p4"/>
            <p:cNvGrpSpPr/>
            <p:nvPr/>
          </p:nvGrpSpPr>
          <p:grpSpPr>
            <a:xfrm>
              <a:off x="7656480" y="-721440"/>
              <a:ext cx="1980000" cy="2320200"/>
              <a:chOff x="7656480" y="-721440"/>
              <a:chExt cx="1980000" cy="2320200"/>
            </a:xfrm>
          </p:grpSpPr>
          <p:sp>
            <p:nvSpPr>
              <p:cNvPr id="259" name="Google Shape;33;p4"/>
              <p:cNvSpPr/>
              <p:nvPr/>
            </p:nvSpPr>
            <p:spPr>
              <a:xfrm flipH="1" rot="16200000">
                <a:off x="7653240" y="-57960"/>
                <a:ext cx="1554120" cy="1548360"/>
              </a:xfrm>
              <a:prstGeom prst="rtTriangl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grpSp>
            <p:nvGrpSpPr>
              <p:cNvPr id="260" name="Google Shape;34;p4"/>
              <p:cNvGrpSpPr/>
              <p:nvPr/>
            </p:nvGrpSpPr>
            <p:grpSpPr>
              <a:xfrm>
                <a:off x="7776000" y="-721440"/>
                <a:ext cx="1860480" cy="2320200"/>
                <a:chOff x="7776000" y="-721440"/>
                <a:chExt cx="1860480" cy="2320200"/>
              </a:xfrm>
            </p:grpSpPr>
            <p:sp>
              <p:nvSpPr>
                <p:cNvPr id="261" name="Google Shape;35;p4"/>
                <p:cNvSpPr/>
                <p:nvPr/>
              </p:nvSpPr>
              <p:spPr>
                <a:xfrm flipH="1" rot="2699400">
                  <a:off x="8561160" y="907920"/>
                  <a:ext cx="1150200" cy="26208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dk2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n-US" sz="1800" strike="noStrike" u="non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2" name="Google Shape;36;p4"/>
                <p:cNvSpPr/>
                <p:nvPr/>
              </p:nvSpPr>
              <p:spPr>
                <a:xfrm>
                  <a:off x="7776000" y="289440"/>
                  <a:ext cx="1309320" cy="1309320"/>
                </a:xfrm>
                <a:prstGeom prst="ellipse">
                  <a:avLst/>
                </a:prstGeom>
                <a:noFill/>
                <a:ln w="9525">
                  <a:solidFill>
                    <a:srgbClr val="f8f8f8"/>
                  </a:solidFill>
                  <a:prstDash val="lgDash"/>
                  <a:round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n-US" sz="1800" strike="noStrike" u="non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263" name="Google Shape;37;p4"/>
                <p:cNvSpPr/>
                <p:nvPr/>
              </p:nvSpPr>
              <p:spPr>
                <a:xfrm flipH="1" rot="2699400">
                  <a:off x="7753680" y="-362520"/>
                  <a:ext cx="1098360" cy="2016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lt2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71280" bIns="71280" anchor="ctr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n-US" sz="1800" strike="noStrike" u="none">
                    <a:solidFill>
                      <a:srgbClr val="ffffff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sp>
            <p:nvSpPr>
              <p:cNvPr id="264" name="Google Shape;38;p4"/>
              <p:cNvSpPr/>
              <p:nvPr/>
            </p:nvSpPr>
            <p:spPr>
              <a:xfrm rot="2700000">
                <a:off x="7588800" y="-171720"/>
                <a:ext cx="770040" cy="127440"/>
              </a:xfrm>
              <a:prstGeom prst="roundRect">
                <a:avLst>
                  <a:gd name="adj" fmla="val 50000"/>
                </a:avLst>
              </a:pr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5360" bIns="4536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265" name="Google Shape;39;p4"/>
            <p:cNvGrpSpPr/>
            <p:nvPr/>
          </p:nvGrpSpPr>
          <p:grpSpPr>
            <a:xfrm>
              <a:off x="6674040" y="4514760"/>
              <a:ext cx="1309320" cy="257400"/>
              <a:chOff x="6674040" y="4514760"/>
              <a:chExt cx="1309320" cy="257400"/>
            </a:xfrm>
          </p:grpSpPr>
          <p:sp>
            <p:nvSpPr>
              <p:cNvPr id="266" name="Google Shape;40;p4"/>
              <p:cNvSpPr/>
              <p:nvPr/>
            </p:nvSpPr>
            <p:spPr>
              <a:xfrm>
                <a:off x="7093440" y="451476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67" name="Google Shape;41;p4"/>
              <p:cNvSpPr/>
              <p:nvPr/>
            </p:nvSpPr>
            <p:spPr>
              <a:xfrm>
                <a:off x="7297560" y="451476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68" name="Google Shape;42;p4"/>
              <p:cNvSpPr/>
              <p:nvPr/>
            </p:nvSpPr>
            <p:spPr>
              <a:xfrm>
                <a:off x="7501680" y="451476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69" name="Google Shape;43;p4"/>
              <p:cNvSpPr/>
              <p:nvPr/>
            </p:nvSpPr>
            <p:spPr>
              <a:xfrm>
                <a:off x="7705800" y="451476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70" name="Google Shape;44;p4"/>
              <p:cNvSpPr/>
              <p:nvPr/>
            </p:nvSpPr>
            <p:spPr>
              <a:xfrm>
                <a:off x="7909920" y="451476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71" name="Google Shape;45;p4"/>
              <p:cNvSpPr/>
              <p:nvPr/>
            </p:nvSpPr>
            <p:spPr>
              <a:xfrm>
                <a:off x="6674040" y="469872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72" name="Google Shape;46;p4"/>
              <p:cNvSpPr/>
              <p:nvPr/>
            </p:nvSpPr>
            <p:spPr>
              <a:xfrm>
                <a:off x="6878160" y="469872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73" name="Google Shape;47;p4"/>
              <p:cNvSpPr/>
              <p:nvPr/>
            </p:nvSpPr>
            <p:spPr>
              <a:xfrm>
                <a:off x="7082280" y="469872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74" name="Google Shape;48;p4"/>
              <p:cNvSpPr/>
              <p:nvPr/>
            </p:nvSpPr>
            <p:spPr>
              <a:xfrm>
                <a:off x="7286400" y="469872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75" name="Google Shape;49;p4"/>
              <p:cNvSpPr/>
              <p:nvPr/>
            </p:nvSpPr>
            <p:spPr>
              <a:xfrm>
                <a:off x="7490520" y="469872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fr-FR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277" name="Google Shape;56;p5"/>
          <p:cNvGrpSpPr/>
          <p:nvPr/>
        </p:nvGrpSpPr>
        <p:grpSpPr>
          <a:xfrm>
            <a:off x="7656480" y="-721440"/>
            <a:ext cx="1980000" cy="2320200"/>
            <a:chOff x="7656480" y="-721440"/>
            <a:chExt cx="1980000" cy="2320200"/>
          </a:xfrm>
        </p:grpSpPr>
        <p:sp>
          <p:nvSpPr>
            <p:cNvPr id="278" name="Google Shape;57;p5"/>
            <p:cNvSpPr/>
            <p:nvPr/>
          </p:nvSpPr>
          <p:spPr>
            <a:xfrm flipH="1" rot="16200000">
              <a:off x="7653240" y="-57960"/>
              <a:ext cx="1554120" cy="1548360"/>
            </a:xfrm>
            <a:prstGeom prst="rtTriangl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279" name="Google Shape;58;p5"/>
            <p:cNvGrpSpPr/>
            <p:nvPr/>
          </p:nvGrpSpPr>
          <p:grpSpPr>
            <a:xfrm>
              <a:off x="7776000" y="-721440"/>
              <a:ext cx="1860480" cy="2320200"/>
              <a:chOff x="7776000" y="-721440"/>
              <a:chExt cx="1860480" cy="2320200"/>
            </a:xfrm>
          </p:grpSpPr>
          <p:sp>
            <p:nvSpPr>
              <p:cNvPr id="280" name="Google Shape;59;p5"/>
              <p:cNvSpPr/>
              <p:nvPr/>
            </p:nvSpPr>
            <p:spPr>
              <a:xfrm flipH="1" rot="2699400">
                <a:off x="8561160" y="907920"/>
                <a:ext cx="1150200" cy="262080"/>
              </a:xfrm>
              <a:prstGeom prst="roundRect">
                <a:avLst>
                  <a:gd name="adj" fmla="val 50000"/>
                </a:avLst>
              </a:pr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81" name="Google Shape;60;p5"/>
              <p:cNvSpPr/>
              <p:nvPr/>
            </p:nvSpPr>
            <p:spPr>
              <a:xfrm>
                <a:off x="7776000" y="289440"/>
                <a:ext cx="1309320" cy="1309320"/>
              </a:xfrm>
              <a:prstGeom prst="ellipse">
                <a:avLst/>
              </a:prstGeom>
              <a:noFill/>
              <a:ln w="9525">
                <a:solidFill>
                  <a:srgbClr val="f8f8f8"/>
                </a:solidFill>
                <a:prstDash val="lgDash"/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82" name="Google Shape;61;p5"/>
              <p:cNvSpPr/>
              <p:nvPr/>
            </p:nvSpPr>
            <p:spPr>
              <a:xfrm flipH="1" rot="2699400">
                <a:off x="7753680" y="-362520"/>
                <a:ext cx="1098360" cy="2016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71280" bIns="7128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  <p:sp>
          <p:nvSpPr>
            <p:cNvPr id="283" name="Google Shape;62;p5"/>
            <p:cNvSpPr/>
            <p:nvPr/>
          </p:nvSpPr>
          <p:spPr>
            <a:xfrm rot="2700000">
              <a:off x="7588800" y="-171720"/>
              <a:ext cx="770040" cy="12744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45360" bIns="4536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fr-FR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285" name="Google Shape;65;p6"/>
          <p:cNvGrpSpPr/>
          <p:nvPr/>
        </p:nvGrpSpPr>
        <p:grpSpPr>
          <a:xfrm>
            <a:off x="7267320" y="387360"/>
            <a:ext cx="2455920" cy="5138280"/>
            <a:chOff x="7267320" y="387360"/>
            <a:chExt cx="2455920" cy="5138280"/>
          </a:xfrm>
        </p:grpSpPr>
        <p:grpSp>
          <p:nvGrpSpPr>
            <p:cNvPr id="286" name="Google Shape;66;p6"/>
            <p:cNvGrpSpPr/>
            <p:nvPr/>
          </p:nvGrpSpPr>
          <p:grpSpPr>
            <a:xfrm>
              <a:off x="7432920" y="387360"/>
              <a:ext cx="1309320" cy="257400"/>
              <a:chOff x="7432920" y="387360"/>
              <a:chExt cx="1309320" cy="257400"/>
            </a:xfrm>
          </p:grpSpPr>
          <p:sp>
            <p:nvSpPr>
              <p:cNvPr id="287" name="Google Shape;67;p6"/>
              <p:cNvSpPr/>
              <p:nvPr/>
            </p:nvSpPr>
            <p:spPr>
              <a:xfrm flipV="1">
                <a:off x="7852320" y="57132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88" name="Google Shape;68;p6"/>
              <p:cNvSpPr/>
              <p:nvPr/>
            </p:nvSpPr>
            <p:spPr>
              <a:xfrm flipV="1">
                <a:off x="8056440" y="57132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89" name="Google Shape;69;p6"/>
              <p:cNvSpPr/>
              <p:nvPr/>
            </p:nvSpPr>
            <p:spPr>
              <a:xfrm flipV="1">
                <a:off x="8260560" y="57132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90" name="Google Shape;70;p6"/>
              <p:cNvSpPr/>
              <p:nvPr/>
            </p:nvSpPr>
            <p:spPr>
              <a:xfrm flipV="1">
                <a:off x="8464680" y="57132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91" name="Google Shape;71;p6"/>
              <p:cNvSpPr/>
              <p:nvPr/>
            </p:nvSpPr>
            <p:spPr>
              <a:xfrm flipV="1">
                <a:off x="8668800" y="57132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92" name="Google Shape;72;p6"/>
              <p:cNvSpPr/>
              <p:nvPr/>
            </p:nvSpPr>
            <p:spPr>
              <a:xfrm flipV="1">
                <a:off x="7432920" y="38736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93" name="Google Shape;73;p6"/>
              <p:cNvSpPr/>
              <p:nvPr/>
            </p:nvSpPr>
            <p:spPr>
              <a:xfrm flipV="1">
                <a:off x="7637040" y="38736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94" name="Google Shape;74;p6"/>
              <p:cNvSpPr/>
              <p:nvPr/>
            </p:nvSpPr>
            <p:spPr>
              <a:xfrm flipV="1">
                <a:off x="7841160" y="38736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95" name="Google Shape;75;p6"/>
              <p:cNvSpPr/>
              <p:nvPr/>
            </p:nvSpPr>
            <p:spPr>
              <a:xfrm flipV="1">
                <a:off x="8045280" y="38736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96" name="Google Shape;76;p6"/>
              <p:cNvSpPr/>
              <p:nvPr/>
            </p:nvSpPr>
            <p:spPr>
              <a:xfrm flipV="1">
                <a:off x="8249400" y="38736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297" name="Google Shape;77;p6"/>
            <p:cNvGrpSpPr/>
            <p:nvPr/>
          </p:nvGrpSpPr>
          <p:grpSpPr>
            <a:xfrm>
              <a:off x="7267320" y="3608280"/>
              <a:ext cx="2455920" cy="1917360"/>
              <a:chOff x="7267320" y="3608280"/>
              <a:chExt cx="2455920" cy="1917360"/>
            </a:xfrm>
          </p:grpSpPr>
          <p:sp>
            <p:nvSpPr>
              <p:cNvPr id="298" name="Google Shape;78;p6"/>
              <p:cNvSpPr/>
              <p:nvPr/>
            </p:nvSpPr>
            <p:spPr>
              <a:xfrm flipH="1" flipV="1" rot="5400000">
                <a:off x="7653240" y="3610800"/>
                <a:ext cx="1554120" cy="1548360"/>
              </a:xfrm>
              <a:prstGeom prst="rtTriangl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99" name="Google Shape;79;p6"/>
              <p:cNvSpPr/>
              <p:nvPr/>
            </p:nvSpPr>
            <p:spPr>
              <a:xfrm flipH="1" flipV="1" rot="18900600">
                <a:off x="8648640" y="4254840"/>
                <a:ext cx="1150200" cy="262080"/>
              </a:xfrm>
              <a:prstGeom prst="roundRect">
                <a:avLst>
                  <a:gd name="adj" fmla="val 50000"/>
                </a:avLst>
              </a:pr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00" name="Google Shape;80;p6"/>
              <p:cNvSpPr/>
              <p:nvPr/>
            </p:nvSpPr>
            <p:spPr>
              <a:xfrm flipV="1">
                <a:off x="7719480" y="3696120"/>
                <a:ext cx="1309320" cy="1309320"/>
              </a:xfrm>
              <a:prstGeom prst="ellipse">
                <a:avLst/>
              </a:prstGeom>
              <a:noFill/>
              <a:ln w="9525">
                <a:solidFill>
                  <a:srgbClr val="f8f8f8"/>
                </a:solidFill>
                <a:prstDash val="lgDash"/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01" name="Google Shape;81;p6"/>
              <p:cNvSpPr/>
              <p:nvPr/>
            </p:nvSpPr>
            <p:spPr>
              <a:xfrm flipH="1" flipV="1" rot="18900600">
                <a:off x="7177680" y="4964760"/>
                <a:ext cx="1098360" cy="2016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71280" bIns="7128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  <p:sp>
        <p:nvSpPr>
          <p:cNvPr id="30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fr-FR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304" name="Google Shape;86;p7"/>
          <p:cNvGrpSpPr/>
          <p:nvPr/>
        </p:nvGrpSpPr>
        <p:grpSpPr>
          <a:xfrm>
            <a:off x="2212560" y="2617920"/>
            <a:ext cx="7421760" cy="2775960"/>
            <a:chOff x="2212560" y="2617920"/>
            <a:chExt cx="7421760" cy="2775960"/>
          </a:xfrm>
        </p:grpSpPr>
        <p:grpSp>
          <p:nvGrpSpPr>
            <p:cNvPr id="305" name="Google Shape;87;p7"/>
            <p:cNvGrpSpPr/>
            <p:nvPr/>
          </p:nvGrpSpPr>
          <p:grpSpPr>
            <a:xfrm>
              <a:off x="2212560" y="4514760"/>
              <a:ext cx="1309320" cy="257400"/>
              <a:chOff x="2212560" y="4514760"/>
              <a:chExt cx="1309320" cy="257400"/>
            </a:xfrm>
          </p:grpSpPr>
          <p:sp>
            <p:nvSpPr>
              <p:cNvPr id="306" name="Google Shape;88;p7"/>
              <p:cNvSpPr/>
              <p:nvPr/>
            </p:nvSpPr>
            <p:spPr>
              <a:xfrm>
                <a:off x="2631960" y="451476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07" name="Google Shape;89;p7"/>
              <p:cNvSpPr/>
              <p:nvPr/>
            </p:nvSpPr>
            <p:spPr>
              <a:xfrm>
                <a:off x="2836080" y="451476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08" name="Google Shape;90;p7"/>
              <p:cNvSpPr/>
              <p:nvPr/>
            </p:nvSpPr>
            <p:spPr>
              <a:xfrm>
                <a:off x="3040200" y="451476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09" name="Google Shape;91;p7"/>
              <p:cNvSpPr/>
              <p:nvPr/>
            </p:nvSpPr>
            <p:spPr>
              <a:xfrm>
                <a:off x="3244320" y="451476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0" name="Google Shape;92;p7"/>
              <p:cNvSpPr/>
              <p:nvPr/>
            </p:nvSpPr>
            <p:spPr>
              <a:xfrm>
                <a:off x="3448440" y="451476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1" name="Google Shape;93;p7"/>
              <p:cNvSpPr/>
              <p:nvPr/>
            </p:nvSpPr>
            <p:spPr>
              <a:xfrm>
                <a:off x="2212560" y="469872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2" name="Google Shape;94;p7"/>
              <p:cNvSpPr/>
              <p:nvPr/>
            </p:nvSpPr>
            <p:spPr>
              <a:xfrm>
                <a:off x="2416680" y="469872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3" name="Google Shape;95;p7"/>
              <p:cNvSpPr/>
              <p:nvPr/>
            </p:nvSpPr>
            <p:spPr>
              <a:xfrm>
                <a:off x="2620800" y="469872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4" name="Google Shape;96;p7"/>
              <p:cNvSpPr/>
              <p:nvPr/>
            </p:nvSpPr>
            <p:spPr>
              <a:xfrm>
                <a:off x="2824920" y="469872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5" name="Google Shape;97;p7"/>
              <p:cNvSpPr/>
              <p:nvPr/>
            </p:nvSpPr>
            <p:spPr>
              <a:xfrm>
                <a:off x="3029040" y="469872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316" name="Google Shape;98;p7"/>
            <p:cNvGrpSpPr/>
            <p:nvPr/>
          </p:nvGrpSpPr>
          <p:grpSpPr>
            <a:xfrm>
              <a:off x="6687000" y="2617920"/>
              <a:ext cx="2947320" cy="2775960"/>
              <a:chOff x="6687000" y="2617920"/>
              <a:chExt cx="2947320" cy="2775960"/>
            </a:xfrm>
          </p:grpSpPr>
          <p:sp>
            <p:nvSpPr>
              <p:cNvPr id="317" name="Google Shape;99;p7"/>
              <p:cNvSpPr/>
              <p:nvPr/>
            </p:nvSpPr>
            <p:spPr>
              <a:xfrm flipH="1">
                <a:off x="6687000" y="2703600"/>
                <a:ext cx="2456640" cy="2446920"/>
              </a:xfrm>
              <a:prstGeom prst="rtTriangl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8" name="Google Shape;100;p7"/>
              <p:cNvSpPr/>
              <p:nvPr/>
            </p:nvSpPr>
            <p:spPr>
              <a:xfrm rot="18900600">
                <a:off x="7946640" y="3849480"/>
                <a:ext cx="1779480" cy="477360"/>
              </a:xfrm>
              <a:prstGeom prst="roundRect">
                <a:avLst>
                  <a:gd name="adj" fmla="val 50000"/>
                </a:avLst>
              </a:pr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19" name="Google Shape;101;p7"/>
              <p:cNvSpPr/>
              <p:nvPr/>
            </p:nvSpPr>
            <p:spPr>
              <a:xfrm rot="18900000">
                <a:off x="6856920" y="4943880"/>
                <a:ext cx="995760" cy="114480"/>
              </a:xfrm>
              <a:prstGeom prst="roundRect">
                <a:avLst>
                  <a:gd name="adj" fmla="val 50000"/>
                </a:avLst>
              </a:pr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0" name="Google Shape;102;p7"/>
              <p:cNvSpPr/>
              <p:nvPr/>
            </p:nvSpPr>
            <p:spPr>
              <a:xfrm>
                <a:off x="6962400" y="3553920"/>
                <a:ext cx="1309320" cy="1309320"/>
              </a:xfrm>
              <a:prstGeom prst="ellipse">
                <a:avLst/>
              </a:prstGeom>
              <a:noFill/>
              <a:ln w="9525">
                <a:solidFill>
                  <a:srgbClr val="f8f8f8"/>
                </a:solidFill>
                <a:prstDash val="lgDash"/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21" name="Google Shape;103;p7"/>
              <p:cNvSpPr/>
              <p:nvPr/>
            </p:nvSpPr>
            <p:spPr>
              <a:xfrm rot="18900600">
                <a:off x="7651080" y="3199320"/>
                <a:ext cx="1779480" cy="32616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title"/>
          </p:nvPr>
        </p:nvSpPr>
        <p:spPr>
          <a:xfrm>
            <a:off x="713160" y="1488240"/>
            <a:ext cx="4683960" cy="216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>
              <a:buNone/>
            </a:pPr>
            <a:r>
              <a:rPr b="0" lang="fr-FR" sz="6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fr-FR" sz="6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5397480" y="1055160"/>
            <a:ext cx="3033000" cy="3033000"/>
          </a:xfrm>
          <a:prstGeom prst="rect">
            <a:avLst/>
          </a:prstGeom>
          <a:noFill/>
          <a:ln w="38160">
            <a:solidFill>
              <a:schemeClr val="lt1"/>
            </a:solidFill>
            <a:round/>
          </a:ln>
        </p:spPr>
        <p:txBody>
          <a:bodyPr lIns="90000" rIns="90000" tIns="45000" bIns="45000" anchor="t">
            <a:normAutofit fontScale="47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24" name="Google Shape;107;p8"/>
          <p:cNvGrpSpPr/>
          <p:nvPr/>
        </p:nvGrpSpPr>
        <p:grpSpPr>
          <a:xfrm>
            <a:off x="2669760" y="539640"/>
            <a:ext cx="1309320" cy="257400"/>
            <a:chOff x="2669760" y="539640"/>
            <a:chExt cx="1309320" cy="257400"/>
          </a:xfrm>
        </p:grpSpPr>
        <p:sp>
          <p:nvSpPr>
            <p:cNvPr id="325" name="Google Shape;108;p8"/>
            <p:cNvSpPr/>
            <p:nvPr/>
          </p:nvSpPr>
          <p:spPr>
            <a:xfrm>
              <a:off x="3089160" y="53964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6" name="Google Shape;109;p8"/>
            <p:cNvSpPr/>
            <p:nvPr/>
          </p:nvSpPr>
          <p:spPr>
            <a:xfrm>
              <a:off x="3293280" y="53964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7" name="Google Shape;110;p8"/>
            <p:cNvSpPr/>
            <p:nvPr/>
          </p:nvSpPr>
          <p:spPr>
            <a:xfrm>
              <a:off x="3497400" y="53964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8" name="Google Shape;111;p8"/>
            <p:cNvSpPr/>
            <p:nvPr/>
          </p:nvSpPr>
          <p:spPr>
            <a:xfrm>
              <a:off x="3701520" y="53964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9" name="Google Shape;112;p8"/>
            <p:cNvSpPr/>
            <p:nvPr/>
          </p:nvSpPr>
          <p:spPr>
            <a:xfrm>
              <a:off x="3905640" y="53964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0" name="Google Shape;113;p8"/>
            <p:cNvSpPr/>
            <p:nvPr/>
          </p:nvSpPr>
          <p:spPr>
            <a:xfrm>
              <a:off x="2669760" y="72360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1" name="Google Shape;114;p8"/>
            <p:cNvSpPr/>
            <p:nvPr/>
          </p:nvSpPr>
          <p:spPr>
            <a:xfrm>
              <a:off x="2873880" y="72360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2" name="Google Shape;115;p8"/>
            <p:cNvSpPr/>
            <p:nvPr/>
          </p:nvSpPr>
          <p:spPr>
            <a:xfrm>
              <a:off x="3078000" y="72360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3" name="Google Shape;116;p8"/>
            <p:cNvSpPr/>
            <p:nvPr/>
          </p:nvSpPr>
          <p:spPr>
            <a:xfrm>
              <a:off x="3282120" y="72360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4" name="Google Shape;117;p8"/>
            <p:cNvSpPr/>
            <p:nvPr/>
          </p:nvSpPr>
          <p:spPr>
            <a:xfrm>
              <a:off x="3486240" y="72360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713160" y="1013400"/>
            <a:ext cx="6993720" cy="81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fr-FR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336" name="Google Shape;121;p9"/>
          <p:cNvGrpSpPr/>
          <p:nvPr/>
        </p:nvGrpSpPr>
        <p:grpSpPr>
          <a:xfrm>
            <a:off x="6687360" y="-258840"/>
            <a:ext cx="2947320" cy="5031720"/>
            <a:chOff x="6687360" y="-258840"/>
            <a:chExt cx="2947320" cy="5031720"/>
          </a:xfrm>
        </p:grpSpPr>
        <p:grpSp>
          <p:nvGrpSpPr>
            <p:cNvPr id="337" name="Google Shape;122;p9"/>
            <p:cNvGrpSpPr/>
            <p:nvPr/>
          </p:nvGrpSpPr>
          <p:grpSpPr>
            <a:xfrm>
              <a:off x="7260480" y="4515480"/>
              <a:ext cx="1309680" cy="257400"/>
              <a:chOff x="7260480" y="4515480"/>
              <a:chExt cx="1309680" cy="257400"/>
            </a:xfrm>
          </p:grpSpPr>
          <p:sp>
            <p:nvSpPr>
              <p:cNvPr id="338" name="Google Shape;123;p9"/>
              <p:cNvSpPr/>
              <p:nvPr/>
            </p:nvSpPr>
            <p:spPr>
              <a:xfrm flipV="1">
                <a:off x="7680240" y="469944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39" name="Google Shape;124;p9"/>
              <p:cNvSpPr/>
              <p:nvPr/>
            </p:nvSpPr>
            <p:spPr>
              <a:xfrm flipV="1">
                <a:off x="7884360" y="469944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40" name="Google Shape;125;p9"/>
              <p:cNvSpPr/>
              <p:nvPr/>
            </p:nvSpPr>
            <p:spPr>
              <a:xfrm flipV="1">
                <a:off x="8088480" y="469944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41" name="Google Shape;126;p9"/>
              <p:cNvSpPr/>
              <p:nvPr/>
            </p:nvSpPr>
            <p:spPr>
              <a:xfrm flipV="1">
                <a:off x="8292600" y="469944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42" name="Google Shape;127;p9"/>
              <p:cNvSpPr/>
              <p:nvPr/>
            </p:nvSpPr>
            <p:spPr>
              <a:xfrm flipV="1">
                <a:off x="8496720" y="469944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43" name="Google Shape;128;p9"/>
              <p:cNvSpPr/>
              <p:nvPr/>
            </p:nvSpPr>
            <p:spPr>
              <a:xfrm flipV="1">
                <a:off x="7260480" y="451548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44" name="Google Shape;129;p9"/>
              <p:cNvSpPr/>
              <p:nvPr/>
            </p:nvSpPr>
            <p:spPr>
              <a:xfrm flipV="1">
                <a:off x="7464600" y="451548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45" name="Google Shape;130;p9"/>
              <p:cNvSpPr/>
              <p:nvPr/>
            </p:nvSpPr>
            <p:spPr>
              <a:xfrm flipV="1">
                <a:off x="7668720" y="451548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46" name="Google Shape;131;p9"/>
              <p:cNvSpPr/>
              <p:nvPr/>
            </p:nvSpPr>
            <p:spPr>
              <a:xfrm flipV="1">
                <a:off x="7872840" y="451548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47" name="Google Shape;132;p9"/>
              <p:cNvSpPr/>
              <p:nvPr/>
            </p:nvSpPr>
            <p:spPr>
              <a:xfrm flipV="1">
                <a:off x="8076960" y="4515480"/>
                <a:ext cx="73440" cy="7344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5920" bIns="259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348" name="Google Shape;133;p9"/>
            <p:cNvGrpSpPr/>
            <p:nvPr/>
          </p:nvGrpSpPr>
          <p:grpSpPr>
            <a:xfrm>
              <a:off x="6687360" y="-258840"/>
              <a:ext cx="2947320" cy="2776320"/>
              <a:chOff x="6687360" y="-258840"/>
              <a:chExt cx="2947320" cy="2776320"/>
            </a:xfrm>
          </p:grpSpPr>
          <p:sp>
            <p:nvSpPr>
              <p:cNvPr id="349" name="Google Shape;134;p9"/>
              <p:cNvSpPr/>
              <p:nvPr/>
            </p:nvSpPr>
            <p:spPr>
              <a:xfrm rot="10800000">
                <a:off x="6687360" y="-15120"/>
                <a:ext cx="2456640" cy="2446920"/>
              </a:xfrm>
              <a:prstGeom prst="rtTriangl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50" name="Google Shape;135;p9"/>
              <p:cNvSpPr/>
              <p:nvPr/>
            </p:nvSpPr>
            <p:spPr>
              <a:xfrm flipH="1" rot="13499400">
                <a:off x="7946280" y="807840"/>
                <a:ext cx="1779480" cy="477360"/>
              </a:xfrm>
              <a:prstGeom prst="roundRect">
                <a:avLst>
                  <a:gd name="adj" fmla="val 50000"/>
                </a:avLst>
              </a:pr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51" name="Google Shape;136;p9"/>
              <p:cNvSpPr/>
              <p:nvPr/>
            </p:nvSpPr>
            <p:spPr>
              <a:xfrm flipH="1" rot="13500000">
                <a:off x="6856920" y="76320"/>
                <a:ext cx="995760" cy="114480"/>
              </a:xfrm>
              <a:prstGeom prst="roundRect">
                <a:avLst>
                  <a:gd name="adj" fmla="val 50000"/>
                </a:avLst>
              </a:pr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52" name="Google Shape;137;p9"/>
              <p:cNvSpPr/>
              <p:nvPr/>
            </p:nvSpPr>
            <p:spPr>
              <a:xfrm flipH="1" rot="10800000">
                <a:off x="6962400" y="272160"/>
                <a:ext cx="1309320" cy="1309320"/>
              </a:xfrm>
              <a:prstGeom prst="ellipse">
                <a:avLst/>
              </a:prstGeom>
              <a:noFill/>
              <a:ln w="9525">
                <a:solidFill>
                  <a:srgbClr val="f8f8f8"/>
                </a:solidFill>
                <a:prstDash val="lgDash"/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53" name="Google Shape;138;p9"/>
              <p:cNvSpPr/>
              <p:nvPr/>
            </p:nvSpPr>
            <p:spPr>
              <a:xfrm flipH="1" rot="13499400">
                <a:off x="7652160" y="1609560"/>
                <a:ext cx="1779480" cy="32616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 type="title"/>
          </p:nvPr>
        </p:nvSpPr>
        <p:spPr>
          <a:xfrm>
            <a:off x="720000" y="3862080"/>
            <a:ext cx="7703640" cy="57240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>
              <a:buNone/>
            </a:pPr>
            <a:r>
              <a:rPr b="0" lang="fr-FR" sz="3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fr-FR" sz="3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imple-light-2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PlaceHolder 1"/>
          <p:cNvSpPr>
            <a:spLocks noGrp="1"/>
          </p:cNvSpPr>
          <p:nvPr>
            <p:ph type="title"/>
          </p:nvPr>
        </p:nvSpPr>
        <p:spPr>
          <a:xfrm>
            <a:off x="723600" y="511200"/>
            <a:ext cx="7696800" cy="48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fr-FR" sz="2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7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5" r:id="rId2"/>
    <p:sldLayoutId id="2147483676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title"/>
          </p:nvPr>
        </p:nvSpPr>
        <p:spPr>
          <a:xfrm>
            <a:off x="714240" y="542880"/>
            <a:ext cx="4809600" cy="199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800" strike="noStrike" u="none">
                <a:solidFill>
                  <a:schemeClr val="dk1"/>
                </a:solidFill>
                <a:effectLst/>
                <a:uFillTx/>
                <a:latin typeface="Archivo Black"/>
                <a:ea typeface="Archivo Black"/>
              </a:rPr>
              <a:t>Thesis </a:t>
            </a:r>
            <a:r>
              <a:rPr b="0" lang="en-US" sz="3800" strike="noStrike" u="none">
                <a:solidFill>
                  <a:schemeClr val="dk1"/>
                </a:solidFill>
                <a:effectLst/>
                <a:uFillTx/>
                <a:latin typeface="Archivo"/>
                <a:ea typeface="Archivo Black"/>
              </a:rPr>
              <a:t>Defense</a:t>
            </a:r>
            <a:endParaRPr b="0" lang="fr-FR" sz="3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58" name="PlaceHolder 2"/>
          <p:cNvSpPr>
            <a:spLocks noGrp="1"/>
          </p:cNvSpPr>
          <p:nvPr>
            <p:ph type="subTitle"/>
          </p:nvPr>
        </p:nvSpPr>
        <p:spPr>
          <a:xfrm>
            <a:off x="714240" y="2733840"/>
            <a:ext cx="2238120" cy="63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 fontScale="77500" lnSpcReduction="19999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Manrope"/>
                <a:ea typeface="Manrope"/>
              </a:rPr>
              <a:t>Minimalist overview of aims, methods, results, and next steps.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359" name="Google Shape;456;p30"/>
          <p:cNvGrpSpPr/>
          <p:nvPr/>
        </p:nvGrpSpPr>
        <p:grpSpPr>
          <a:xfrm>
            <a:off x="4714200" y="684000"/>
            <a:ext cx="4429440" cy="4466160"/>
            <a:chOff x="4714200" y="684000"/>
            <a:chExt cx="4429440" cy="4466160"/>
          </a:xfrm>
        </p:grpSpPr>
        <p:sp>
          <p:nvSpPr>
            <p:cNvPr id="360" name="Google Shape;457;p30"/>
            <p:cNvSpPr/>
            <p:nvPr/>
          </p:nvSpPr>
          <p:spPr>
            <a:xfrm flipH="1">
              <a:off x="4714200" y="783360"/>
              <a:ext cx="4429440" cy="4366800"/>
            </a:xfrm>
            <a:prstGeom prst="rtTriangl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1" name="Google Shape;458;p30"/>
            <p:cNvSpPr/>
            <p:nvPr/>
          </p:nvSpPr>
          <p:spPr>
            <a:xfrm rot="18900000">
              <a:off x="7674840" y="1303560"/>
              <a:ext cx="995760" cy="11448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40680" bIns="4068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2" name="Google Shape;459;p30"/>
            <p:cNvSpPr/>
            <p:nvPr/>
          </p:nvSpPr>
          <p:spPr>
            <a:xfrm rot="18900600">
              <a:off x="4984200" y="3275640"/>
              <a:ext cx="1779480" cy="32616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3" name="Google Shape;460;p30"/>
            <p:cNvSpPr/>
            <p:nvPr/>
          </p:nvSpPr>
          <p:spPr>
            <a:xfrm rot="18900600">
              <a:off x="7107840" y="2093040"/>
              <a:ext cx="1779480" cy="32616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4" name="Google Shape;461;p30"/>
            <p:cNvSpPr/>
            <p:nvPr/>
          </p:nvSpPr>
          <p:spPr>
            <a:xfrm rot="18900600">
              <a:off x="6792480" y="1243080"/>
              <a:ext cx="1779480" cy="47736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5" name="Google Shape;462;p30"/>
            <p:cNvSpPr/>
            <p:nvPr/>
          </p:nvSpPr>
          <p:spPr>
            <a:xfrm rot="18900600">
              <a:off x="5127480" y="3849480"/>
              <a:ext cx="1779480" cy="47736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366" name="Google Shape;463;p30"/>
          <p:cNvGrpSpPr/>
          <p:nvPr/>
        </p:nvGrpSpPr>
        <p:grpSpPr>
          <a:xfrm>
            <a:off x="2669760" y="4362120"/>
            <a:ext cx="1309320" cy="257400"/>
            <a:chOff x="2669760" y="4362120"/>
            <a:chExt cx="1309320" cy="257400"/>
          </a:xfrm>
        </p:grpSpPr>
        <p:sp>
          <p:nvSpPr>
            <p:cNvPr id="367" name="Google Shape;464;p30"/>
            <p:cNvSpPr/>
            <p:nvPr/>
          </p:nvSpPr>
          <p:spPr>
            <a:xfrm>
              <a:off x="3089160" y="43621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8" name="Google Shape;465;p30"/>
            <p:cNvSpPr/>
            <p:nvPr/>
          </p:nvSpPr>
          <p:spPr>
            <a:xfrm>
              <a:off x="3293280" y="43621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9" name="Google Shape;466;p30"/>
            <p:cNvSpPr/>
            <p:nvPr/>
          </p:nvSpPr>
          <p:spPr>
            <a:xfrm>
              <a:off x="3497400" y="43621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0" name="Google Shape;467;p30"/>
            <p:cNvSpPr/>
            <p:nvPr/>
          </p:nvSpPr>
          <p:spPr>
            <a:xfrm>
              <a:off x="3701520" y="43621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1" name="Google Shape;468;p30"/>
            <p:cNvSpPr/>
            <p:nvPr/>
          </p:nvSpPr>
          <p:spPr>
            <a:xfrm>
              <a:off x="3905640" y="436212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2" name="Google Shape;469;p30"/>
            <p:cNvSpPr/>
            <p:nvPr/>
          </p:nvSpPr>
          <p:spPr>
            <a:xfrm>
              <a:off x="2669760" y="454608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3" name="Google Shape;470;p30"/>
            <p:cNvSpPr/>
            <p:nvPr/>
          </p:nvSpPr>
          <p:spPr>
            <a:xfrm>
              <a:off x="2873880" y="454608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4" name="Google Shape;471;p30"/>
            <p:cNvSpPr/>
            <p:nvPr/>
          </p:nvSpPr>
          <p:spPr>
            <a:xfrm>
              <a:off x="3078000" y="454608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5" name="Google Shape;472;p30"/>
            <p:cNvSpPr/>
            <p:nvPr/>
          </p:nvSpPr>
          <p:spPr>
            <a:xfrm>
              <a:off x="3282120" y="454608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6" name="Google Shape;473;p30"/>
            <p:cNvSpPr/>
            <p:nvPr/>
          </p:nvSpPr>
          <p:spPr>
            <a:xfrm>
              <a:off x="3486240" y="4546080"/>
              <a:ext cx="73440" cy="73440"/>
            </a:xfrm>
            <a:prstGeom prst="ellips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25920" bIns="2592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377" name="Google Shape;474;p30"/>
          <p:cNvSpPr/>
          <p:nvPr/>
        </p:nvSpPr>
        <p:spPr>
          <a:xfrm>
            <a:off x="5654880" y="1312560"/>
            <a:ext cx="2851920" cy="2851920"/>
          </a:xfrm>
          <a:prstGeom prst="ellipse">
            <a:avLst/>
          </a:prstGeom>
          <a:blipFill rotWithShape="0">
            <a:blip r:embed="rId1"/>
            <a:srcRect/>
            <a:stretch/>
          </a:blipFill>
          <a:ln w="76200">
            <a:solidFill>
              <a:srgbClr val="f8f8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378" name="Google Shape;475;p30"/>
          <p:cNvGrpSpPr/>
          <p:nvPr/>
        </p:nvGrpSpPr>
        <p:grpSpPr>
          <a:xfrm>
            <a:off x="4643640" y="2814840"/>
            <a:ext cx="2188080" cy="1862640"/>
            <a:chOff x="4643640" y="2814840"/>
            <a:chExt cx="2188080" cy="1862640"/>
          </a:xfrm>
        </p:grpSpPr>
        <p:sp>
          <p:nvSpPr>
            <p:cNvPr id="379" name="Google Shape;476;p30"/>
            <p:cNvSpPr/>
            <p:nvPr/>
          </p:nvSpPr>
          <p:spPr>
            <a:xfrm rot="18900000">
              <a:off x="5941080" y="4227480"/>
              <a:ext cx="995760" cy="11448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40680" bIns="4068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0" name="Google Shape;477;p30"/>
            <p:cNvSpPr/>
            <p:nvPr/>
          </p:nvSpPr>
          <p:spPr>
            <a:xfrm>
              <a:off x="4643640" y="2814840"/>
              <a:ext cx="1596240" cy="1596240"/>
            </a:xfrm>
            <a:prstGeom prst="ellipse">
              <a:avLst/>
            </a:prstGeom>
            <a:noFill/>
            <a:ln w="9525">
              <a:solidFill>
                <a:srgbClr val="f8f8f8"/>
              </a:solidFill>
              <a:prstDash val="lgDash"/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1" name="Google Shape;830;p46"/>
          <p:cNvGrpSpPr/>
          <p:nvPr/>
        </p:nvGrpSpPr>
        <p:grpSpPr>
          <a:xfrm>
            <a:off x="4644000" y="-1800"/>
            <a:ext cx="4500000" cy="4366800"/>
            <a:chOff x="4644000" y="-1800"/>
            <a:chExt cx="4500000" cy="4366800"/>
          </a:xfrm>
        </p:grpSpPr>
        <p:sp>
          <p:nvSpPr>
            <p:cNvPr id="382" name="Google Shape;831;p46"/>
            <p:cNvSpPr/>
            <p:nvPr/>
          </p:nvSpPr>
          <p:spPr>
            <a:xfrm rot="10800000">
              <a:off x="4714560" y="-1800"/>
              <a:ext cx="4429440" cy="4366800"/>
            </a:xfrm>
            <a:prstGeom prst="rtTriangl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3" name="Google Shape;832;p46"/>
            <p:cNvSpPr/>
            <p:nvPr/>
          </p:nvSpPr>
          <p:spPr>
            <a:xfrm flipH="1" rot="13500000">
              <a:off x="7674840" y="3729960"/>
              <a:ext cx="995760" cy="11448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40680" bIns="4068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4" name="Google Shape;833;p46"/>
            <p:cNvSpPr/>
            <p:nvPr/>
          </p:nvSpPr>
          <p:spPr>
            <a:xfrm flipH="1" rot="13499400">
              <a:off x="4984920" y="1546200"/>
              <a:ext cx="1779480" cy="32616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5" name="Google Shape;834;p46"/>
            <p:cNvSpPr/>
            <p:nvPr/>
          </p:nvSpPr>
          <p:spPr>
            <a:xfrm flipH="1" rot="13499400">
              <a:off x="7200720" y="2135520"/>
              <a:ext cx="1779480" cy="32616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6" name="Google Shape;835;p46"/>
            <p:cNvSpPr/>
            <p:nvPr/>
          </p:nvSpPr>
          <p:spPr>
            <a:xfrm flipH="1" rot="13499400">
              <a:off x="7200000" y="3051360"/>
              <a:ext cx="1779480" cy="47736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7" name="Google Shape;836;p46"/>
            <p:cNvSpPr/>
            <p:nvPr/>
          </p:nvSpPr>
          <p:spPr>
            <a:xfrm flipH="1" rot="13499400">
              <a:off x="5127120" y="821160"/>
              <a:ext cx="1779480" cy="47736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8" name="Google Shape;837;p46"/>
            <p:cNvSpPr/>
            <p:nvPr/>
          </p:nvSpPr>
          <p:spPr>
            <a:xfrm flipH="1" rot="10800000">
              <a:off x="4644000" y="737280"/>
              <a:ext cx="1596240" cy="1596240"/>
            </a:xfrm>
            <a:prstGeom prst="ellipse">
              <a:avLst/>
            </a:prstGeom>
            <a:noFill/>
            <a:ln w="9525">
              <a:solidFill>
                <a:srgbClr val="f8f8f8"/>
              </a:solidFill>
              <a:prstDash val="lgDash"/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9" name="Google Shape;838;p46"/>
            <p:cNvSpPr/>
            <p:nvPr/>
          </p:nvSpPr>
          <p:spPr>
            <a:xfrm flipH="1" rot="13500000">
              <a:off x="6245640" y="806040"/>
              <a:ext cx="995760" cy="11448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40680" bIns="4068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390" name="PlaceHolder 1"/>
          <p:cNvSpPr>
            <a:spLocks noGrp="1"/>
          </p:cNvSpPr>
          <p:nvPr>
            <p:ph type="title"/>
          </p:nvPr>
        </p:nvSpPr>
        <p:spPr>
          <a:xfrm>
            <a:off x="723960" y="1219320"/>
            <a:ext cx="4276440" cy="1733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trike="noStrike" u="none">
                <a:solidFill>
                  <a:schemeClr val="dk1"/>
                </a:solidFill>
                <a:effectLst/>
                <a:uFillTx/>
                <a:latin typeface="Archivo Black"/>
                <a:ea typeface="Archivo Black"/>
              </a:rPr>
              <a:t>Introduction</a:t>
            </a:r>
            <a:endParaRPr b="0" lang="fr-FR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91" name="PlaceHolder 2"/>
          <p:cNvSpPr>
            <a:spLocks noGrp="1"/>
          </p:cNvSpPr>
          <p:nvPr>
            <p:ph type="subTitle"/>
          </p:nvPr>
        </p:nvSpPr>
        <p:spPr>
          <a:xfrm>
            <a:off x="723960" y="3057480"/>
            <a:ext cx="3524040" cy="86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55000" lnSpcReduction="19999"/>
          </a:bodyPr>
          <a:p>
            <a:pPr indent="0">
              <a:lnSpc>
                <a:spcPct val="150000"/>
              </a:lnSpc>
              <a:buNone/>
              <a:tabLst>
                <a:tab algn="l" pos="0"/>
              </a:tabLst>
            </a:pPr>
            <a:r>
              <a:rPr b="0" i="1" lang="en-US" sz="1200" strike="noStrike" u="none">
                <a:solidFill>
                  <a:schemeClr val="dk1"/>
                </a:solidFill>
                <a:effectLst/>
                <a:uFillTx/>
                <a:latin typeface="Manrope"/>
                <a:ea typeface="Manrope"/>
              </a:rPr>
              <a:t>Welcome!</a:t>
            </a: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Manrope"/>
                <a:ea typeface="Manrope"/>
              </a:rPr>
              <a:t> This presentation gives a clear, minimalist tour of the thesis: what we asked, how we tested it, and what we found.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  <a:p>
            <a:pPr indent="0">
              <a:lnSpc>
                <a:spcPct val="150000"/>
              </a:lnSpc>
              <a:buNone/>
              <a:tabLst>
                <a:tab algn="l" pos="0"/>
              </a:tabLst>
            </a:pPr>
            <a:endParaRPr b="0" lang="en-US" sz="14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  <a:p>
            <a:pPr indent="0">
              <a:lnSpc>
                <a:spcPct val="15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Manrope"/>
                <a:ea typeface="Manrope"/>
              </a:rPr>
              <a:t>Focus is on the </a:t>
            </a:r>
            <a:r>
              <a:rPr b="1" lang="en-US" sz="1200" strike="noStrike" u="none">
                <a:solidFill>
                  <a:schemeClr val="dk1"/>
                </a:solidFill>
                <a:effectLst/>
                <a:uFillTx/>
                <a:latin typeface="Manrope"/>
                <a:ea typeface="Manrope"/>
              </a:rPr>
              <a:t>main insight</a:t>
            </a: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Manrope"/>
                <a:ea typeface="Manrope"/>
              </a:rPr>
              <a:t> and actionable next steps, keeping details ready for questions.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92" name="Google Shape;841;p46"/>
          <p:cNvSpPr/>
          <p:nvPr/>
        </p:nvSpPr>
        <p:spPr>
          <a:xfrm>
            <a:off x="5397480" y="1055160"/>
            <a:ext cx="3033000" cy="3033000"/>
          </a:xfrm>
          <a:prstGeom prst="ellipse">
            <a:avLst/>
          </a:prstGeom>
          <a:blipFill rotWithShape="0">
            <a:blip r:embed="rId1"/>
            <a:srcRect/>
            <a:stretch/>
          </a:blipFill>
          <a:ln w="38100">
            <a:solidFill>
              <a:srgbClr val="f8f8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3" name="Google Shape;529;p35"/>
          <p:cNvGrpSpPr/>
          <p:nvPr/>
        </p:nvGrpSpPr>
        <p:grpSpPr>
          <a:xfrm>
            <a:off x="3979080" y="6840"/>
            <a:ext cx="5164200" cy="5143320"/>
            <a:chOff x="3979080" y="6840"/>
            <a:chExt cx="5164200" cy="5143320"/>
          </a:xfrm>
        </p:grpSpPr>
        <p:sp>
          <p:nvSpPr>
            <p:cNvPr id="394" name="Google Shape;530;p35"/>
            <p:cNvSpPr/>
            <p:nvPr/>
          </p:nvSpPr>
          <p:spPr>
            <a:xfrm flipH="1">
              <a:off x="3978720" y="6840"/>
              <a:ext cx="5164200" cy="5143320"/>
            </a:xfrm>
            <a:prstGeom prst="rtTriangl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5" name="Google Shape;531;p35"/>
            <p:cNvSpPr/>
            <p:nvPr/>
          </p:nvSpPr>
          <p:spPr>
            <a:xfrm rot="18900600">
              <a:off x="4520880" y="3647520"/>
              <a:ext cx="1779480" cy="32616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6" name="Google Shape;532;p35"/>
            <p:cNvSpPr/>
            <p:nvPr/>
          </p:nvSpPr>
          <p:spPr>
            <a:xfrm rot="18900600">
              <a:off x="7184160" y="2245320"/>
              <a:ext cx="1779480" cy="32616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7" name="Google Shape;533;p35"/>
            <p:cNvSpPr/>
            <p:nvPr/>
          </p:nvSpPr>
          <p:spPr>
            <a:xfrm rot="18900600">
              <a:off x="6716520" y="1166760"/>
              <a:ext cx="1779480" cy="47736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8" name="Google Shape;534;p35"/>
            <p:cNvSpPr/>
            <p:nvPr/>
          </p:nvSpPr>
          <p:spPr>
            <a:xfrm rot="18900600">
              <a:off x="5940360" y="3571560"/>
              <a:ext cx="1779480" cy="47736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9" name="Google Shape;535;p35"/>
            <p:cNvSpPr/>
            <p:nvPr/>
          </p:nvSpPr>
          <p:spPr>
            <a:xfrm>
              <a:off x="6778080" y="2891160"/>
              <a:ext cx="1596240" cy="1596240"/>
            </a:xfrm>
            <a:prstGeom prst="ellipse">
              <a:avLst/>
            </a:prstGeom>
            <a:noFill/>
            <a:ln w="9525">
              <a:solidFill>
                <a:srgbClr val="f8f8f8"/>
              </a:solidFill>
              <a:prstDash val="lgDash"/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400" name="PlaceHolder 1"/>
          <p:cNvSpPr>
            <a:spLocks noGrp="1"/>
          </p:cNvSpPr>
          <p:nvPr>
            <p:ph type="title"/>
          </p:nvPr>
        </p:nvSpPr>
        <p:spPr>
          <a:xfrm>
            <a:off x="733320" y="1971720"/>
            <a:ext cx="44096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trike="noStrike" u="none">
                <a:solidFill>
                  <a:schemeClr val="dk1"/>
                </a:solidFill>
                <a:effectLst/>
                <a:uFillTx/>
                <a:latin typeface="Archivo Black"/>
                <a:ea typeface="Archivo Black"/>
              </a:rPr>
              <a:t>Research </a:t>
            </a: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Archivo"/>
                <a:ea typeface="Archivo Black"/>
              </a:rPr>
              <a:t>Question</a:t>
            </a:r>
            <a:endParaRPr b="0" lang="fr-FR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01" name="PlaceHolder 2"/>
          <p:cNvSpPr>
            <a:spLocks noGrp="1"/>
          </p:cNvSpPr>
          <p:nvPr>
            <p:ph type="subTitle"/>
          </p:nvPr>
        </p:nvSpPr>
        <p:spPr>
          <a:xfrm>
            <a:off x="733320" y="3381480"/>
            <a:ext cx="2771280" cy="71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 algn="ctr">
              <a:buNone/>
            </a:pPr>
            <a:endParaRPr b="0" lang="en-US" sz="1600" strike="noStrike" u="none">
              <a:solidFill>
                <a:schemeClr val="dk1"/>
              </a:solidFill>
              <a:effectLst/>
              <a:uFillTx/>
              <a:latin typeface="Manrope"/>
              <a:ea typeface="Manrope"/>
            </a:endParaRPr>
          </a:p>
        </p:txBody>
      </p:sp>
      <p:sp>
        <p:nvSpPr>
          <p:cNvPr id="402" name="PlaceHolder 3"/>
          <p:cNvSpPr>
            <a:spLocks noGrp="1"/>
          </p:cNvSpPr>
          <p:nvPr>
            <p:ph type="title"/>
          </p:nvPr>
        </p:nvSpPr>
        <p:spPr>
          <a:xfrm>
            <a:off x="790560" y="-940680"/>
            <a:ext cx="1047240" cy="430020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91440" rIns="91440" tIns="91440" bIns="91440" anchor="ctr">
            <a:spAutoFit/>
          </a:bodyPr>
          <a:p>
            <a:pPr indent="0" algn="ctr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-US" sz="4500" strike="noStrike" u="none">
                <a:solidFill>
                  <a:schemeClr val="dk1"/>
                </a:solidFill>
                <a:effectLst/>
                <a:uFillTx/>
                <a:latin typeface="Manrope"/>
                <a:ea typeface="Archivo Black"/>
              </a:rPr>
              <a:t>01</a:t>
            </a:r>
            <a:endParaRPr b="0" lang="fr-FR" sz="45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03" name="Google Shape;539;p35"/>
          <p:cNvSpPr/>
          <p:nvPr/>
        </p:nvSpPr>
        <p:spPr>
          <a:xfrm>
            <a:off x="5397480" y="1055160"/>
            <a:ext cx="3033000" cy="3033000"/>
          </a:xfrm>
          <a:prstGeom prst="ellipse">
            <a:avLst/>
          </a:prstGeom>
          <a:blipFill rotWithShape="0">
            <a:blip r:embed="rId1"/>
            <a:srcRect/>
            <a:stretch/>
          </a:blipFill>
          <a:ln w="38100">
            <a:solidFill>
              <a:srgbClr val="f8f8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404" name="Google Shape;540;p35"/>
          <p:cNvGrpSpPr/>
          <p:nvPr/>
        </p:nvGrpSpPr>
        <p:grpSpPr>
          <a:xfrm>
            <a:off x="5405400" y="1044360"/>
            <a:ext cx="3160080" cy="3290760"/>
            <a:chOff x="5405400" y="1044360"/>
            <a:chExt cx="3160080" cy="3290760"/>
          </a:xfrm>
        </p:grpSpPr>
        <p:sp>
          <p:nvSpPr>
            <p:cNvPr id="405" name="Google Shape;541;p35"/>
            <p:cNvSpPr/>
            <p:nvPr/>
          </p:nvSpPr>
          <p:spPr>
            <a:xfrm rot="18900000">
              <a:off x="7674840" y="1379520"/>
              <a:ext cx="995760" cy="11448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40680" bIns="4068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6" name="Google Shape;542;p35"/>
            <p:cNvSpPr/>
            <p:nvPr/>
          </p:nvSpPr>
          <p:spPr>
            <a:xfrm rot="18900000">
              <a:off x="5299920" y="3885120"/>
              <a:ext cx="995760" cy="11448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40680" bIns="4068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"/>
          <p:cNvSpPr/>
          <p:nvPr/>
        </p:nvSpPr>
        <p:spPr>
          <a:xfrm>
            <a:off x="476280" y="476280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trike="noStrike" u="none">
                <a:solidFill>
                  <a:schemeClr val="dk1"/>
                </a:solidFill>
                <a:effectLst/>
                <a:uFillTx/>
                <a:latin typeface="Archivo Black"/>
              </a:rPr>
              <a:t>Background &amp; Context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408" name=""/>
          <p:cNvSpPr/>
          <p:nvPr/>
        </p:nvSpPr>
        <p:spPr>
          <a:xfrm>
            <a:off x="476280" y="1905120"/>
            <a:ext cx="8191080" cy="276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914400">
              <a:lnSpc>
                <a:spcPct val="15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Manrope"/>
              </a:rPr>
              <a:t>Brief context: the problem space, key gaps, and why it matters now.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  <a:p>
            <a:pPr defTabSz="914400">
              <a:lnSpc>
                <a:spcPct val="150000"/>
              </a:lnSpc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  <a:p>
            <a:pPr defTabSz="914400">
              <a:lnSpc>
                <a:spcPct val="15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Manrope"/>
              </a:rPr>
              <a:t>Methods were chosen for clarity and efficiency, balancing rigor with simplicity to produce </a:t>
            </a:r>
            <a:r>
              <a:rPr b="1" lang="en-US" sz="1200" strike="noStrike" u="none">
                <a:solidFill>
                  <a:schemeClr val="dk1"/>
                </a:solidFill>
                <a:effectLst/>
                <a:uFillTx/>
                <a:latin typeface="Manrope"/>
              </a:rPr>
              <a:t>reproducible</a:t>
            </a: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Manrope"/>
              </a:rPr>
              <a:t> results.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"/>
          <p:cNvSpPr/>
          <p:nvPr/>
        </p:nvSpPr>
        <p:spPr>
          <a:xfrm>
            <a:off x="5048280" y="476280"/>
            <a:ext cx="361908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trike="noStrike" u="none">
                <a:solidFill>
                  <a:schemeClr val="dk1"/>
                </a:solidFill>
                <a:effectLst/>
                <a:uFillTx/>
                <a:latin typeface="Archivo Black"/>
              </a:rPr>
              <a:t>Core Hypothesis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410" name=""/>
          <p:cNvSpPr/>
          <p:nvPr/>
        </p:nvSpPr>
        <p:spPr>
          <a:xfrm>
            <a:off x="5048280" y="1905120"/>
            <a:ext cx="3619080" cy="276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914400">
              <a:lnSpc>
                <a:spcPct val="15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Manrope"/>
              </a:rPr>
              <a:t>The hypothesis states a clear, testable relationship between the main variables.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  <a:p>
            <a:pPr defTabSz="914400">
              <a:lnSpc>
                <a:spcPct val="150000"/>
              </a:lnSpc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  <a:p>
            <a:pPr defTabSz="914400">
              <a:lnSpc>
                <a:spcPct val="15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Manrope"/>
              </a:rPr>
              <a:t>Primary prediction and expected impact are highlighted so we can directly assess success and plan </a:t>
            </a:r>
            <a:r>
              <a:rPr b="0" i="1" lang="en-US" sz="1200" strike="noStrike" u="none">
                <a:solidFill>
                  <a:schemeClr val="dk1"/>
                </a:solidFill>
                <a:effectLst/>
                <a:uFillTx/>
                <a:latin typeface="Manrope"/>
              </a:rPr>
              <a:t>future work</a:t>
            </a: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Manrope"/>
              </a:rPr>
              <a:t>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411" name="image69beee1d975ad" descr="image69beee1d975b0"/>
          <p:cNvPicPr/>
          <p:nvPr/>
        </p:nvPicPr>
        <p:blipFill>
          <a:blip r:embed="rId1"/>
          <a:stretch/>
        </p:blipFill>
        <p:spPr>
          <a:xfrm>
            <a:off x="0" y="0"/>
            <a:ext cx="4571640" cy="5143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"/>
          <p:cNvSpPr/>
          <p:nvPr/>
        </p:nvSpPr>
        <p:spPr>
          <a:xfrm>
            <a:off x="476280" y="476280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trike="noStrike" u="none">
                <a:solidFill>
                  <a:schemeClr val="dk1"/>
                </a:solidFill>
                <a:effectLst/>
                <a:uFillTx/>
                <a:latin typeface="Archivo Black"/>
              </a:rPr>
              <a:t>Research Objectives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413" name=""/>
          <p:cNvSpPr/>
          <p:nvPr/>
        </p:nvSpPr>
        <p:spPr>
          <a:xfrm>
            <a:off x="476280" y="1905120"/>
            <a:ext cx="8191080" cy="276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914400">
              <a:lnSpc>
                <a:spcPct val="15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Manrope"/>
              </a:rPr>
              <a:t>Clarify the core question and measurable goals for the thesis.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  <a:p>
            <a:pPr defTabSz="914400">
              <a:lnSpc>
                <a:spcPct val="150000"/>
              </a:lnSpc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  <a:p>
            <a:pPr defTabSz="914400">
              <a:lnSpc>
                <a:spcPct val="15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Manrope"/>
              </a:rPr>
              <a:t>Define 2–3 objectives that guide experiments and evaluation, focusing on </a:t>
            </a:r>
            <a:r>
              <a:rPr b="1" lang="en-US" sz="1200" strike="noStrike" u="none">
                <a:solidFill>
                  <a:schemeClr val="dk1"/>
                </a:solidFill>
                <a:effectLst/>
                <a:uFillTx/>
                <a:latin typeface="Manrope"/>
              </a:rPr>
              <a:t>impact</a:t>
            </a: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Manrope"/>
              </a:rPr>
              <a:t>, reproducibility, and clear success criteria.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"/>
          <p:cNvSpPr/>
          <p:nvPr/>
        </p:nvSpPr>
        <p:spPr>
          <a:xfrm>
            <a:off x="5048280" y="476280"/>
            <a:ext cx="228564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02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415" name=""/>
          <p:cNvSpPr/>
          <p:nvPr/>
        </p:nvSpPr>
        <p:spPr>
          <a:xfrm>
            <a:off x="5048280" y="1428840"/>
            <a:ext cx="3619080" cy="14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trike="noStrike" u="none">
                <a:solidFill>
                  <a:schemeClr val="dk1"/>
                </a:solidFill>
                <a:effectLst/>
                <a:uFillTx/>
                <a:latin typeface="Archivo Black"/>
              </a:rPr>
              <a:t>Presentation Flow</a:t>
            </a:r>
            <a:endParaRPr b="0" lang="en-US" sz="40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416" name="image69beee1da7f6d" descr="image69beee1da7f71"/>
          <p:cNvPicPr/>
          <p:nvPr/>
        </p:nvPicPr>
        <p:blipFill>
          <a:blip r:embed="rId1"/>
          <a:stretch/>
        </p:blipFill>
        <p:spPr>
          <a:xfrm>
            <a:off x="0" y="0"/>
            <a:ext cx="4571640" cy="5143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"/>
          <p:cNvSpPr/>
          <p:nvPr/>
        </p:nvSpPr>
        <p:spPr>
          <a:xfrm>
            <a:off x="476280" y="476280"/>
            <a:ext cx="361908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trike="noStrike" u="none">
                <a:solidFill>
                  <a:schemeClr val="dk1"/>
                </a:solidFill>
                <a:effectLst/>
                <a:uFillTx/>
                <a:latin typeface="Archivo Black"/>
              </a:rPr>
              <a:t>Methods &amp; Approach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418" name=""/>
          <p:cNvSpPr/>
          <p:nvPr/>
        </p:nvSpPr>
        <p:spPr>
          <a:xfrm>
            <a:off x="476280" y="1905120"/>
            <a:ext cx="3619080" cy="276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914400">
              <a:lnSpc>
                <a:spcPct val="15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Manrope"/>
              </a:rPr>
              <a:t>Summarize the study design and main techniques used.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  <a:p>
            <a:pPr defTabSz="914400">
              <a:lnSpc>
                <a:spcPct val="150000"/>
              </a:lnSpc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  <a:p>
            <a:pPr defTabSz="914400">
              <a:lnSpc>
                <a:spcPct val="15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Manrope"/>
              </a:rPr>
              <a:t>Highlight why choices were pragmatic and how they ensure </a:t>
            </a:r>
            <a:r>
              <a:rPr b="1" lang="en-US" sz="1200" strike="noStrike" u="none">
                <a:solidFill>
                  <a:schemeClr val="dk1"/>
                </a:solidFill>
                <a:effectLst/>
                <a:uFillTx/>
                <a:latin typeface="Manrope"/>
              </a:rPr>
              <a:t>valid</a:t>
            </a: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Manrope"/>
              </a:rPr>
              <a:t>, repeatable outcomes.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419" name="image69beee1db86cb" descr="image69beee1db86cf"/>
          <p:cNvPicPr/>
          <p:nvPr/>
        </p:nvPicPr>
        <p:blipFill>
          <a:blip r:embed="rId1"/>
          <a:stretch/>
        </p:blipFill>
        <p:spPr>
          <a:xfrm>
            <a:off x="4572000" y="0"/>
            <a:ext cx="4571640" cy="5143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"/>
          <p:cNvSpPr/>
          <p:nvPr/>
        </p:nvSpPr>
        <p:spPr>
          <a:xfrm>
            <a:off x="476280" y="476280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trike="noStrike" u="none">
                <a:solidFill>
                  <a:schemeClr val="dk1"/>
                </a:solidFill>
                <a:effectLst/>
                <a:uFillTx/>
                <a:latin typeface="Archivo Black"/>
              </a:rPr>
              <a:t>Key Results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421" name=""/>
          <p:cNvSpPr/>
          <p:nvPr/>
        </p:nvSpPr>
        <p:spPr>
          <a:xfrm>
            <a:off x="476280" y="1905120"/>
            <a:ext cx="8191080" cy="276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914400">
              <a:lnSpc>
                <a:spcPct val="15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Manrope"/>
              </a:rPr>
              <a:t>Present the primary findings and their magnitude.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  <a:p>
            <a:pPr defTabSz="914400">
              <a:lnSpc>
                <a:spcPct val="150000"/>
              </a:lnSpc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  <a:p>
            <a:pPr defTabSz="914400">
              <a:lnSpc>
                <a:spcPct val="15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Manrope"/>
              </a:rPr>
              <a:t>Use concise metrics and a brief interpretation of what the results mean for the hypothesis.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"/>
          <p:cNvSpPr/>
          <p:nvPr/>
        </p:nvSpPr>
        <p:spPr>
          <a:xfrm>
            <a:off x="476280" y="476280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trike="noStrike" u="none">
                <a:solidFill>
                  <a:schemeClr val="dk1"/>
                </a:solidFill>
                <a:effectLst/>
                <a:uFillTx/>
                <a:latin typeface="Archivo Black"/>
              </a:rPr>
              <a:t>Conclusions &amp; Next Steps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423" name=""/>
          <p:cNvSpPr/>
          <p:nvPr/>
        </p:nvSpPr>
        <p:spPr>
          <a:xfrm>
            <a:off x="476280" y="1905120"/>
            <a:ext cx="8191080" cy="276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914400">
              <a:lnSpc>
                <a:spcPct val="15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Manrope"/>
              </a:rPr>
              <a:t>State the main takeaway and immediate follow-ups.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  <a:p>
            <a:pPr defTabSz="914400">
              <a:lnSpc>
                <a:spcPct val="150000"/>
              </a:lnSpc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  <a:p>
            <a:pPr defTabSz="914400">
              <a:lnSpc>
                <a:spcPct val="15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Manrope"/>
              </a:rPr>
              <a:t>Outline 1–2 logical next experiments or applications to build on the findings.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4" name="Google Shape;830;p46"/>
          <p:cNvGrpSpPr/>
          <p:nvPr/>
        </p:nvGrpSpPr>
        <p:grpSpPr>
          <a:xfrm>
            <a:off x="4644000" y="-1800"/>
            <a:ext cx="4500000" cy="4366800"/>
            <a:chOff x="4644000" y="-1800"/>
            <a:chExt cx="4500000" cy="4366800"/>
          </a:xfrm>
        </p:grpSpPr>
        <p:sp>
          <p:nvSpPr>
            <p:cNvPr id="425" name="Google Shape;831;p46"/>
            <p:cNvSpPr/>
            <p:nvPr/>
          </p:nvSpPr>
          <p:spPr>
            <a:xfrm rot="10800000">
              <a:off x="4714560" y="-1800"/>
              <a:ext cx="4429440" cy="4366800"/>
            </a:xfrm>
            <a:prstGeom prst="rtTriangl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6" name="Google Shape;832;p46"/>
            <p:cNvSpPr/>
            <p:nvPr/>
          </p:nvSpPr>
          <p:spPr>
            <a:xfrm flipH="1" rot="13500000">
              <a:off x="7674840" y="3729960"/>
              <a:ext cx="995760" cy="11448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40680" bIns="4068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7" name="Google Shape;833;p46"/>
            <p:cNvSpPr/>
            <p:nvPr/>
          </p:nvSpPr>
          <p:spPr>
            <a:xfrm flipH="1" rot="13499400">
              <a:off x="4984920" y="1546200"/>
              <a:ext cx="1779480" cy="32616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8" name="Google Shape;834;p46"/>
            <p:cNvSpPr/>
            <p:nvPr/>
          </p:nvSpPr>
          <p:spPr>
            <a:xfrm flipH="1" rot="13499400">
              <a:off x="7200720" y="2135520"/>
              <a:ext cx="1779480" cy="32616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9" name="Google Shape;835;p46"/>
            <p:cNvSpPr/>
            <p:nvPr/>
          </p:nvSpPr>
          <p:spPr>
            <a:xfrm flipH="1" rot="13499400">
              <a:off x="7200000" y="3051360"/>
              <a:ext cx="1779480" cy="47736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0" name="Google Shape;836;p46"/>
            <p:cNvSpPr/>
            <p:nvPr/>
          </p:nvSpPr>
          <p:spPr>
            <a:xfrm flipH="1" rot="13499400">
              <a:off x="5127120" y="821160"/>
              <a:ext cx="1779480" cy="47736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1" name="Google Shape;837;p46"/>
            <p:cNvSpPr/>
            <p:nvPr/>
          </p:nvSpPr>
          <p:spPr>
            <a:xfrm flipH="1" rot="10800000">
              <a:off x="4644000" y="737280"/>
              <a:ext cx="1596240" cy="1596240"/>
            </a:xfrm>
            <a:prstGeom prst="ellipse">
              <a:avLst/>
            </a:prstGeom>
            <a:noFill/>
            <a:ln w="9525">
              <a:solidFill>
                <a:srgbClr val="f8f8f8"/>
              </a:solidFill>
              <a:prstDash val="lgDash"/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2" name="Google Shape;838;p46"/>
            <p:cNvSpPr/>
            <p:nvPr/>
          </p:nvSpPr>
          <p:spPr>
            <a:xfrm flipH="1" rot="13500000">
              <a:off x="6245640" y="806040"/>
              <a:ext cx="995760" cy="11448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40680" bIns="4068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433" name="PlaceHolder 1"/>
          <p:cNvSpPr>
            <a:spLocks noGrp="1"/>
          </p:cNvSpPr>
          <p:nvPr>
            <p:ph type="title"/>
          </p:nvPr>
        </p:nvSpPr>
        <p:spPr>
          <a:xfrm>
            <a:off x="723960" y="1219320"/>
            <a:ext cx="4276440" cy="1733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trike="noStrike" u="none">
                <a:solidFill>
                  <a:schemeClr val="dk1"/>
                </a:solidFill>
                <a:effectLst/>
                <a:uFillTx/>
                <a:latin typeface="Archivo Black"/>
                <a:ea typeface="Archivo Black"/>
              </a:rPr>
              <a:t>Conclusions</a:t>
            </a:r>
            <a:endParaRPr b="0" lang="fr-FR" sz="32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34" name="PlaceHolder 2"/>
          <p:cNvSpPr>
            <a:spLocks noGrp="1"/>
          </p:cNvSpPr>
          <p:nvPr>
            <p:ph type="subTitle"/>
          </p:nvPr>
        </p:nvSpPr>
        <p:spPr>
          <a:xfrm>
            <a:off x="723960" y="3057480"/>
            <a:ext cx="3524040" cy="86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70000" lnSpcReduction="19999"/>
          </a:bodyPr>
          <a:p>
            <a:pPr indent="0">
              <a:lnSpc>
                <a:spcPct val="15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Manrope"/>
                <a:ea typeface="Manrope"/>
              </a:rPr>
              <a:t>Wrap-up: the thesis tested a focused hypothesis, produced clear results, and suggests practical next steps.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  <a:p>
            <a:pPr indent="0">
              <a:lnSpc>
                <a:spcPct val="150000"/>
              </a:lnSpc>
              <a:buNone/>
              <a:tabLst>
                <a:tab algn="l" pos="0"/>
              </a:tabLst>
            </a:pPr>
            <a:endParaRPr b="0" lang="en-US" sz="14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  <a:p>
            <a:pPr indent="0">
              <a:lnSpc>
                <a:spcPct val="15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Manrope"/>
                <a:ea typeface="Manrope"/>
              </a:rPr>
              <a:t>Leave time for questions and deeper discussion of methods or data.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435" name="Google Shape;841;p46"/>
          <p:cNvSpPr/>
          <p:nvPr/>
        </p:nvSpPr>
        <p:spPr>
          <a:xfrm>
            <a:off x="5397480" y="1055160"/>
            <a:ext cx="3033000" cy="3033000"/>
          </a:xfrm>
          <a:prstGeom prst="ellipse">
            <a:avLst/>
          </a:prstGeom>
          <a:blipFill rotWithShape="0">
            <a:blip r:embed="rId1"/>
            <a:srcRect/>
            <a:stretch/>
          </a:blipFill>
          <a:ln w="38100">
            <a:solidFill>
              <a:srgbClr val="f8f8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6" name="Google Shape;1037;p55"/>
          <p:cNvGrpSpPr/>
          <p:nvPr/>
        </p:nvGrpSpPr>
        <p:grpSpPr>
          <a:xfrm>
            <a:off x="3979080" y="6840"/>
            <a:ext cx="5164200" cy="5143320"/>
            <a:chOff x="3979080" y="6840"/>
            <a:chExt cx="5164200" cy="5143320"/>
          </a:xfrm>
        </p:grpSpPr>
        <p:sp>
          <p:nvSpPr>
            <p:cNvPr id="437" name="Google Shape;1038;p55"/>
            <p:cNvSpPr/>
            <p:nvPr/>
          </p:nvSpPr>
          <p:spPr>
            <a:xfrm flipH="1">
              <a:off x="3978720" y="6840"/>
              <a:ext cx="5164200" cy="5143320"/>
            </a:xfrm>
            <a:prstGeom prst="rtTriangle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438" name="Google Shape;1039;p55"/>
            <p:cNvGrpSpPr/>
            <p:nvPr/>
          </p:nvGrpSpPr>
          <p:grpSpPr>
            <a:xfrm>
              <a:off x="4666320" y="607680"/>
              <a:ext cx="4152240" cy="4000680"/>
              <a:chOff x="4666320" y="607680"/>
              <a:chExt cx="4152240" cy="4000680"/>
            </a:xfrm>
          </p:grpSpPr>
          <p:sp>
            <p:nvSpPr>
              <p:cNvPr id="439" name="Google Shape;1040;p55"/>
              <p:cNvSpPr/>
              <p:nvPr/>
            </p:nvSpPr>
            <p:spPr>
              <a:xfrm rot="18900600">
                <a:off x="4520880" y="3647520"/>
                <a:ext cx="1779480" cy="32616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40" name="Google Shape;1041;p55"/>
              <p:cNvSpPr/>
              <p:nvPr/>
            </p:nvSpPr>
            <p:spPr>
              <a:xfrm rot="18900600">
                <a:off x="7184160" y="2245320"/>
                <a:ext cx="1779480" cy="32616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41" name="Google Shape;1042;p55"/>
              <p:cNvSpPr/>
              <p:nvPr/>
            </p:nvSpPr>
            <p:spPr>
              <a:xfrm rot="18900600">
                <a:off x="6716520" y="1166760"/>
                <a:ext cx="1779480" cy="477360"/>
              </a:xfrm>
              <a:prstGeom prst="roundRect">
                <a:avLst>
                  <a:gd name="adj" fmla="val 50000"/>
                </a:avLst>
              </a:pr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42" name="Google Shape;1043;p55"/>
              <p:cNvSpPr/>
              <p:nvPr/>
            </p:nvSpPr>
            <p:spPr>
              <a:xfrm rot="18900600">
                <a:off x="5940360" y="3571560"/>
                <a:ext cx="1779480" cy="477360"/>
              </a:xfrm>
              <a:prstGeom prst="roundRect">
                <a:avLst>
                  <a:gd name="adj" fmla="val 50000"/>
                </a:avLst>
              </a:pr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43" name="Google Shape;1044;p55"/>
              <p:cNvSpPr/>
              <p:nvPr/>
            </p:nvSpPr>
            <p:spPr>
              <a:xfrm>
                <a:off x="6778080" y="2891160"/>
                <a:ext cx="1596240" cy="1596240"/>
              </a:xfrm>
              <a:prstGeom prst="ellipse">
                <a:avLst/>
              </a:prstGeom>
              <a:noFill/>
              <a:ln w="9525">
                <a:solidFill>
                  <a:srgbClr val="f8f8f8"/>
                </a:solidFill>
                <a:prstDash val="lgDash"/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  <p:sp>
        <p:nvSpPr>
          <p:cNvPr id="444" name="PlaceHolder 1"/>
          <p:cNvSpPr>
            <a:spLocks noGrp="1"/>
          </p:cNvSpPr>
          <p:nvPr>
            <p:ph type="title"/>
          </p:nvPr>
        </p:nvSpPr>
        <p:spPr>
          <a:xfrm>
            <a:off x="714240" y="542880"/>
            <a:ext cx="4628880" cy="182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5400" strike="noStrike" u="none">
                <a:solidFill>
                  <a:schemeClr val="dk1"/>
                </a:solidFill>
                <a:effectLst/>
                <a:uFillTx/>
                <a:latin typeface="Archivo Black"/>
                <a:ea typeface="Archivo Black"/>
              </a:rPr>
              <a:t>Thanks!</a:t>
            </a:r>
            <a:endParaRPr b="0" lang="fr-FR" sz="5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45" name="PlaceHolder 2"/>
          <p:cNvSpPr>
            <a:spLocks noGrp="1"/>
          </p:cNvSpPr>
          <p:nvPr>
            <p:ph type="subTitle"/>
          </p:nvPr>
        </p:nvSpPr>
        <p:spPr>
          <a:xfrm>
            <a:off x="714240" y="1800360"/>
            <a:ext cx="4628880" cy="105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600" strike="noStrike" u="none">
                <a:solidFill>
                  <a:schemeClr val="dk1"/>
                </a:solidFill>
                <a:effectLst/>
                <a:uFillTx/>
                <a:latin typeface="Manrope"/>
                <a:ea typeface="Manrope"/>
              </a:rPr>
              <a:t>Do you have any questions?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600" strike="noStrike" u="none">
                <a:solidFill>
                  <a:schemeClr val="dk1"/>
                </a:solidFill>
                <a:effectLst/>
                <a:uFillTx/>
                <a:latin typeface="Manrope"/>
                <a:ea typeface="Manrope"/>
              </a:rPr>
              <a:t>youremail@freepik.com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600" strike="noStrike" u="none">
                <a:solidFill>
                  <a:schemeClr val="dk1"/>
                </a:solidFill>
                <a:effectLst/>
                <a:uFillTx/>
                <a:latin typeface="Manrope"/>
                <a:ea typeface="Manrope"/>
              </a:rPr>
              <a:t>+34 654 321 432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600" strike="noStrike" u="none">
                <a:solidFill>
                  <a:schemeClr val="dk1"/>
                </a:solidFill>
                <a:effectLst/>
                <a:uFillTx/>
                <a:latin typeface="Manrope"/>
                <a:ea typeface="Manrope"/>
              </a:rPr>
              <a:t>yourwebsite.com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446" name="Google Shape;1047;p55"/>
          <p:cNvSpPr/>
          <p:nvPr/>
        </p:nvSpPr>
        <p:spPr>
          <a:xfrm>
            <a:off x="714240" y="4352760"/>
            <a:ext cx="444780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70823080" rIns="870823080" tIns="-2643480" bIns="-264348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" sz="1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Please keep this slide for attribution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447" name="Google Shape;1048;p55"/>
          <p:cNvSpPr/>
          <p:nvPr/>
        </p:nvSpPr>
        <p:spPr>
          <a:xfrm>
            <a:off x="5397480" y="1055160"/>
            <a:ext cx="3033000" cy="3033000"/>
          </a:xfrm>
          <a:prstGeom prst="ellipse">
            <a:avLst/>
          </a:prstGeom>
          <a:blipFill rotWithShape="0">
            <a:blip r:embed="rId1"/>
            <a:srcRect/>
            <a:stretch/>
          </a:blipFill>
          <a:ln w="38100">
            <a:solidFill>
              <a:srgbClr val="f8f8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448" name="Google Shape;1049;p55"/>
          <p:cNvGrpSpPr/>
          <p:nvPr/>
        </p:nvGrpSpPr>
        <p:grpSpPr>
          <a:xfrm>
            <a:off x="2460960" y="3060720"/>
            <a:ext cx="709920" cy="513720"/>
            <a:chOff x="2460960" y="3060720"/>
            <a:chExt cx="709920" cy="513720"/>
          </a:xfrm>
        </p:grpSpPr>
        <p:sp>
          <p:nvSpPr>
            <p:cNvPr id="449" name="Google Shape;1050;p55"/>
            <p:cNvSpPr/>
            <p:nvPr/>
          </p:nvSpPr>
          <p:spPr>
            <a:xfrm>
              <a:off x="2460960" y="3060720"/>
              <a:ext cx="709920" cy="51372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450" name="Google Shape;1051;p55"/>
            <p:cNvGrpSpPr/>
            <p:nvPr/>
          </p:nvGrpSpPr>
          <p:grpSpPr>
            <a:xfrm>
              <a:off x="2651400" y="3153240"/>
              <a:ext cx="328320" cy="328320"/>
              <a:chOff x="2651400" y="3153240"/>
              <a:chExt cx="328320" cy="328320"/>
            </a:xfrm>
          </p:grpSpPr>
          <p:sp>
            <p:nvSpPr>
              <p:cNvPr id="451" name="Google Shape;1052;p55"/>
              <p:cNvSpPr/>
              <p:nvPr/>
            </p:nvSpPr>
            <p:spPr>
              <a:xfrm>
                <a:off x="2806920" y="3210840"/>
                <a:ext cx="112320" cy="270720"/>
              </a:xfrm>
              <a:custGeom>
                <a:avLst/>
                <a:gdLst>
                  <a:gd name="textAreaLeft" fmla="*/ 0 w 112320"/>
                  <a:gd name="textAreaRight" fmla="*/ 112680 w 112320"/>
                  <a:gd name="textAreaTop" fmla="*/ 0 h 270720"/>
                  <a:gd name="textAreaBottom" fmla="*/ 271080 h 270720"/>
                </a:gdLst>
                <a:ahLst/>
                <a:cxnLst/>
                <a:rect l="textAreaLeft" t="textAreaTop" r="textAreaRight" b="textAreaBottom"/>
                <a:pathLst>
                  <a:path w="6527" h="15727">
                    <a:moveTo>
                      <a:pt x="4957" y="1"/>
                    </a:moveTo>
                    <a:cubicBezTo>
                      <a:pt x="4645" y="1"/>
                      <a:pt x="4336" y="24"/>
                      <a:pt x="4028" y="69"/>
                    </a:cubicBezTo>
                    <a:cubicBezTo>
                      <a:pt x="2588" y="280"/>
                      <a:pt x="1700" y="890"/>
                      <a:pt x="1675" y="2250"/>
                    </a:cubicBezTo>
                    <a:lnTo>
                      <a:pt x="1675" y="5040"/>
                    </a:lnTo>
                    <a:cubicBezTo>
                      <a:pt x="1675" y="5348"/>
                      <a:pt x="1426" y="5599"/>
                      <a:pt x="1118" y="5599"/>
                    </a:cubicBezTo>
                    <a:lnTo>
                      <a:pt x="0" y="5599"/>
                    </a:lnTo>
                    <a:lnTo>
                      <a:pt x="0" y="6715"/>
                    </a:lnTo>
                    <a:lnTo>
                      <a:pt x="1118" y="6715"/>
                    </a:lnTo>
                    <a:cubicBezTo>
                      <a:pt x="1426" y="6715"/>
                      <a:pt x="1675" y="6965"/>
                      <a:pt x="1675" y="7274"/>
                    </a:cubicBezTo>
                    <a:lnTo>
                      <a:pt x="1675" y="15727"/>
                    </a:lnTo>
                    <a:lnTo>
                      <a:pt x="3352" y="15727"/>
                    </a:lnTo>
                    <a:lnTo>
                      <a:pt x="3352" y="7274"/>
                    </a:lnTo>
                    <a:cubicBezTo>
                      <a:pt x="3352" y="6965"/>
                      <a:pt x="3602" y="6715"/>
                      <a:pt x="3910" y="6715"/>
                    </a:cubicBezTo>
                    <a:lnTo>
                      <a:pt x="5709" y="6715"/>
                    </a:lnTo>
                    <a:lnTo>
                      <a:pt x="5987" y="5599"/>
                    </a:lnTo>
                    <a:lnTo>
                      <a:pt x="3910" y="5599"/>
                    </a:lnTo>
                    <a:cubicBezTo>
                      <a:pt x="3602" y="5599"/>
                      <a:pt x="3352" y="5348"/>
                      <a:pt x="3352" y="5040"/>
                    </a:cubicBezTo>
                    <a:lnTo>
                      <a:pt x="3352" y="3253"/>
                    </a:lnTo>
                    <a:cubicBezTo>
                      <a:pt x="3352" y="2316"/>
                      <a:pt x="3942" y="1677"/>
                      <a:pt x="4968" y="1504"/>
                    </a:cubicBezTo>
                    <a:cubicBezTo>
                      <a:pt x="5157" y="1473"/>
                      <a:pt x="5339" y="1460"/>
                      <a:pt x="5511" y="1460"/>
                    </a:cubicBezTo>
                    <a:cubicBezTo>
                      <a:pt x="5810" y="1460"/>
                      <a:pt x="6082" y="1498"/>
                      <a:pt x="6324" y="1546"/>
                    </a:cubicBezTo>
                    <a:lnTo>
                      <a:pt x="6526" y="182"/>
                    </a:lnTo>
                    <a:cubicBezTo>
                      <a:pt x="5988" y="62"/>
                      <a:pt x="5468" y="1"/>
                      <a:pt x="495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52" name="Google Shape;1053;p55"/>
              <p:cNvSpPr/>
              <p:nvPr/>
            </p:nvSpPr>
            <p:spPr>
              <a:xfrm>
                <a:off x="2651400" y="3153240"/>
                <a:ext cx="328320" cy="328320"/>
              </a:xfrm>
              <a:custGeom>
                <a:avLst/>
                <a:gdLst>
                  <a:gd name="textAreaLeft" fmla="*/ 0 w 328320"/>
                  <a:gd name="textAreaRight" fmla="*/ 328680 w 328320"/>
                  <a:gd name="textAreaTop" fmla="*/ 0 h 328320"/>
                  <a:gd name="textAreaBottom" fmla="*/ 328680 h 328320"/>
                </a:gdLst>
                <a:ahLst/>
                <a:cxnLst/>
                <a:rect l="textAreaLeft" t="textAreaTop" r="textAreaRight" b="textAreaBottom"/>
                <a:pathLst>
                  <a:path w="19066" h="19065">
                    <a:moveTo>
                      <a:pt x="2794" y="0"/>
                    </a:moveTo>
                    <a:cubicBezTo>
                      <a:pt x="1255" y="0"/>
                      <a:pt x="1" y="1253"/>
                      <a:pt x="1" y="2793"/>
                    </a:cubicBezTo>
                    <a:lnTo>
                      <a:pt x="1" y="16271"/>
                    </a:lnTo>
                    <a:cubicBezTo>
                      <a:pt x="1" y="17812"/>
                      <a:pt x="1255" y="19065"/>
                      <a:pt x="2794" y="19065"/>
                    </a:cubicBezTo>
                    <a:lnTo>
                      <a:pt x="9571" y="19065"/>
                    </a:lnTo>
                    <a:lnTo>
                      <a:pt x="9571" y="11171"/>
                    </a:lnTo>
                    <a:lnTo>
                      <a:pt x="8453" y="11171"/>
                    </a:lnTo>
                    <a:cubicBezTo>
                      <a:pt x="8145" y="11171"/>
                      <a:pt x="7896" y="10920"/>
                      <a:pt x="7896" y="10612"/>
                    </a:cubicBezTo>
                    <a:lnTo>
                      <a:pt x="7896" y="8378"/>
                    </a:lnTo>
                    <a:cubicBezTo>
                      <a:pt x="7896" y="8070"/>
                      <a:pt x="8145" y="7819"/>
                      <a:pt x="8453" y="7819"/>
                    </a:cubicBezTo>
                    <a:lnTo>
                      <a:pt x="9571" y="7819"/>
                    </a:lnTo>
                    <a:lnTo>
                      <a:pt x="9571" y="5836"/>
                    </a:lnTo>
                    <a:cubicBezTo>
                      <a:pt x="9571" y="3710"/>
                      <a:pt x="10741" y="2615"/>
                      <a:pt x="12878" y="2302"/>
                    </a:cubicBezTo>
                    <a:cubicBezTo>
                      <a:pt x="13231" y="2249"/>
                      <a:pt x="13591" y="2223"/>
                      <a:pt x="13956" y="2223"/>
                    </a:cubicBezTo>
                    <a:cubicBezTo>
                      <a:pt x="14725" y="2223"/>
                      <a:pt x="15517" y="2339"/>
                      <a:pt x="16318" y="2567"/>
                    </a:cubicBezTo>
                    <a:cubicBezTo>
                      <a:pt x="16589" y="2643"/>
                      <a:pt x="16759" y="2908"/>
                      <a:pt x="16718" y="3186"/>
                    </a:cubicBezTo>
                    <a:lnTo>
                      <a:pt x="16352" y="5650"/>
                    </a:lnTo>
                    <a:cubicBezTo>
                      <a:pt x="16329" y="5806"/>
                      <a:pt x="16240" y="5944"/>
                      <a:pt x="16111" y="6031"/>
                    </a:cubicBezTo>
                    <a:cubicBezTo>
                      <a:pt x="16006" y="6102"/>
                      <a:pt x="15912" y="6127"/>
                      <a:pt x="15818" y="6127"/>
                    </a:cubicBezTo>
                    <a:cubicBezTo>
                      <a:pt x="15717" y="6127"/>
                      <a:pt x="15614" y="6098"/>
                      <a:pt x="15494" y="6068"/>
                    </a:cubicBezTo>
                    <a:cubicBezTo>
                      <a:pt x="15202" y="5995"/>
                      <a:pt x="14879" y="5914"/>
                      <a:pt x="14527" y="5914"/>
                    </a:cubicBezTo>
                    <a:cubicBezTo>
                      <a:pt x="14409" y="5914"/>
                      <a:pt x="14289" y="5923"/>
                      <a:pt x="14165" y="5944"/>
                    </a:cubicBezTo>
                    <a:cubicBezTo>
                      <a:pt x="13534" y="6050"/>
                      <a:pt x="13481" y="6333"/>
                      <a:pt x="13481" y="6590"/>
                    </a:cubicBezTo>
                    <a:lnTo>
                      <a:pt x="13481" y="7819"/>
                    </a:lnTo>
                    <a:lnTo>
                      <a:pt x="15715" y="7819"/>
                    </a:lnTo>
                    <a:cubicBezTo>
                      <a:pt x="15887" y="7819"/>
                      <a:pt x="16048" y="7899"/>
                      <a:pt x="16154" y="8035"/>
                    </a:cubicBezTo>
                    <a:cubicBezTo>
                      <a:pt x="16260" y="8169"/>
                      <a:pt x="16297" y="8346"/>
                      <a:pt x="16256" y="8513"/>
                    </a:cubicBezTo>
                    <a:lnTo>
                      <a:pt x="15697" y="10747"/>
                    </a:lnTo>
                    <a:cubicBezTo>
                      <a:pt x="15635" y="10996"/>
                      <a:pt x="15412" y="11170"/>
                      <a:pt x="15156" y="11170"/>
                    </a:cubicBezTo>
                    <a:lnTo>
                      <a:pt x="13481" y="11170"/>
                    </a:lnTo>
                    <a:lnTo>
                      <a:pt x="13481" y="19065"/>
                    </a:lnTo>
                    <a:lnTo>
                      <a:pt x="16272" y="19065"/>
                    </a:lnTo>
                    <a:cubicBezTo>
                      <a:pt x="17813" y="19065"/>
                      <a:pt x="19066" y="17810"/>
                      <a:pt x="19066" y="16271"/>
                    </a:cubicBezTo>
                    <a:lnTo>
                      <a:pt x="19066" y="2793"/>
                    </a:lnTo>
                    <a:cubicBezTo>
                      <a:pt x="19066" y="1253"/>
                      <a:pt x="17813" y="0"/>
                      <a:pt x="1627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  <p:grpSp>
        <p:nvGrpSpPr>
          <p:cNvPr id="453" name="Google Shape;1054;p55"/>
          <p:cNvGrpSpPr/>
          <p:nvPr/>
        </p:nvGrpSpPr>
        <p:grpSpPr>
          <a:xfrm>
            <a:off x="781200" y="3060720"/>
            <a:ext cx="709920" cy="513720"/>
            <a:chOff x="781200" y="3060720"/>
            <a:chExt cx="709920" cy="513720"/>
          </a:xfrm>
        </p:grpSpPr>
        <p:sp>
          <p:nvSpPr>
            <p:cNvPr id="454" name="Google Shape;1055;p55"/>
            <p:cNvSpPr/>
            <p:nvPr/>
          </p:nvSpPr>
          <p:spPr>
            <a:xfrm>
              <a:off x="781200" y="3060720"/>
              <a:ext cx="709920" cy="51372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455" name="Google Shape;1056;p55"/>
            <p:cNvGrpSpPr/>
            <p:nvPr/>
          </p:nvGrpSpPr>
          <p:grpSpPr>
            <a:xfrm>
              <a:off x="972000" y="3153240"/>
              <a:ext cx="328320" cy="328320"/>
              <a:chOff x="972000" y="3153240"/>
              <a:chExt cx="328320" cy="328320"/>
            </a:xfrm>
          </p:grpSpPr>
          <p:sp>
            <p:nvSpPr>
              <p:cNvPr id="456" name="Google Shape;1057;p55"/>
              <p:cNvSpPr/>
              <p:nvPr/>
            </p:nvSpPr>
            <p:spPr>
              <a:xfrm>
                <a:off x="1040040" y="3211560"/>
                <a:ext cx="19080" cy="19080"/>
              </a:xfrm>
              <a:custGeom>
                <a:avLst/>
                <a:gdLst>
                  <a:gd name="textAreaLeft" fmla="*/ 0 w 19080"/>
                  <a:gd name="textAreaRight" fmla="*/ 19440 w 19080"/>
                  <a:gd name="textAreaTop" fmla="*/ 0 h 19080"/>
                  <a:gd name="textAreaBottom" fmla="*/ 19440 h 19080"/>
                </a:gdLst>
                <a:ahLst/>
                <a:cxnLst/>
                <a:rect l="textAreaLeft" t="textAreaTop" r="textAreaRight" b="textAreaBottom"/>
                <a:pathLst>
                  <a:path w="1119" h="1117">
                    <a:moveTo>
                      <a:pt x="559" y="1"/>
                    </a:moveTo>
                    <a:cubicBezTo>
                      <a:pt x="251" y="1"/>
                      <a:pt x="0" y="250"/>
                      <a:pt x="0" y="558"/>
                    </a:cubicBezTo>
                    <a:cubicBezTo>
                      <a:pt x="0" y="866"/>
                      <a:pt x="251" y="1117"/>
                      <a:pt x="559" y="1117"/>
                    </a:cubicBezTo>
                    <a:cubicBezTo>
                      <a:pt x="867" y="1117"/>
                      <a:pt x="1118" y="866"/>
                      <a:pt x="1118" y="558"/>
                    </a:cubicBezTo>
                    <a:cubicBezTo>
                      <a:pt x="1118" y="250"/>
                      <a:pt x="867" y="1"/>
                      <a:pt x="5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720" bIns="97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57" name="Google Shape;1058;p55"/>
              <p:cNvSpPr/>
              <p:nvPr/>
            </p:nvSpPr>
            <p:spPr>
              <a:xfrm>
                <a:off x="972000" y="3153240"/>
                <a:ext cx="328320" cy="328320"/>
              </a:xfrm>
              <a:custGeom>
                <a:avLst/>
                <a:gdLst>
                  <a:gd name="textAreaLeft" fmla="*/ 0 w 328320"/>
                  <a:gd name="textAreaRight" fmla="*/ 328680 w 328320"/>
                  <a:gd name="textAreaTop" fmla="*/ 0 h 328320"/>
                  <a:gd name="textAreaBottom" fmla="*/ 328680 h 328320"/>
                </a:gdLst>
                <a:ahLst/>
                <a:cxnLst/>
                <a:rect l="textAreaLeft" t="textAreaTop" r="textAreaRight" b="textAreaBottom"/>
                <a:pathLst>
                  <a:path w="19065" h="19065">
                    <a:moveTo>
                      <a:pt x="4506" y="2271"/>
                    </a:moveTo>
                    <a:cubicBezTo>
                      <a:pt x="5429" y="2271"/>
                      <a:pt x="6181" y="3023"/>
                      <a:pt x="6181" y="3947"/>
                    </a:cubicBezTo>
                    <a:cubicBezTo>
                      <a:pt x="6181" y="4872"/>
                      <a:pt x="5429" y="5622"/>
                      <a:pt x="4506" y="5622"/>
                    </a:cubicBezTo>
                    <a:cubicBezTo>
                      <a:pt x="3583" y="5622"/>
                      <a:pt x="2831" y="4872"/>
                      <a:pt x="2831" y="3947"/>
                    </a:cubicBezTo>
                    <a:cubicBezTo>
                      <a:pt x="2831" y="3023"/>
                      <a:pt x="3583" y="2271"/>
                      <a:pt x="4506" y="2271"/>
                    </a:cubicBezTo>
                    <a:close/>
                    <a:moveTo>
                      <a:pt x="5622" y="6740"/>
                    </a:moveTo>
                    <a:cubicBezTo>
                      <a:pt x="5932" y="6740"/>
                      <a:pt x="6181" y="6989"/>
                      <a:pt x="6181" y="7299"/>
                    </a:cubicBezTo>
                    <a:lnTo>
                      <a:pt x="6181" y="16234"/>
                    </a:lnTo>
                    <a:cubicBezTo>
                      <a:pt x="6181" y="16544"/>
                      <a:pt x="5932" y="16793"/>
                      <a:pt x="5622" y="16793"/>
                    </a:cubicBezTo>
                    <a:lnTo>
                      <a:pt x="3388" y="16793"/>
                    </a:lnTo>
                    <a:cubicBezTo>
                      <a:pt x="3080" y="16793"/>
                      <a:pt x="2831" y="16544"/>
                      <a:pt x="2831" y="16234"/>
                    </a:cubicBezTo>
                    <a:lnTo>
                      <a:pt x="2831" y="7299"/>
                    </a:lnTo>
                    <a:cubicBezTo>
                      <a:pt x="2831" y="6989"/>
                      <a:pt x="3080" y="6740"/>
                      <a:pt x="3388" y="6740"/>
                    </a:cubicBezTo>
                    <a:close/>
                    <a:moveTo>
                      <a:pt x="12596" y="6721"/>
                    </a:moveTo>
                    <a:cubicBezTo>
                      <a:pt x="12811" y="6721"/>
                      <a:pt x="13027" y="6739"/>
                      <a:pt x="13241" y="6774"/>
                    </a:cubicBezTo>
                    <a:cubicBezTo>
                      <a:pt x="15058" y="7069"/>
                      <a:pt x="16235" y="8557"/>
                      <a:pt x="16235" y="10223"/>
                    </a:cubicBezTo>
                    <a:lnTo>
                      <a:pt x="16235" y="16234"/>
                    </a:lnTo>
                    <a:cubicBezTo>
                      <a:pt x="16235" y="16544"/>
                      <a:pt x="15985" y="16793"/>
                      <a:pt x="15676" y="16793"/>
                    </a:cubicBezTo>
                    <a:lnTo>
                      <a:pt x="13441" y="16793"/>
                    </a:lnTo>
                    <a:cubicBezTo>
                      <a:pt x="13133" y="16793"/>
                      <a:pt x="12884" y="16544"/>
                      <a:pt x="12884" y="16234"/>
                    </a:cubicBezTo>
                    <a:lnTo>
                      <a:pt x="12884" y="11209"/>
                    </a:lnTo>
                    <a:cubicBezTo>
                      <a:pt x="12884" y="10593"/>
                      <a:pt x="12382" y="10091"/>
                      <a:pt x="11766" y="10091"/>
                    </a:cubicBezTo>
                    <a:cubicBezTo>
                      <a:pt x="11150" y="10091"/>
                      <a:pt x="10650" y="10593"/>
                      <a:pt x="10650" y="11209"/>
                    </a:cubicBezTo>
                    <a:lnTo>
                      <a:pt x="10650" y="16234"/>
                    </a:lnTo>
                    <a:cubicBezTo>
                      <a:pt x="10650" y="16544"/>
                      <a:pt x="10399" y="16793"/>
                      <a:pt x="10091" y="16793"/>
                    </a:cubicBezTo>
                    <a:lnTo>
                      <a:pt x="7857" y="16793"/>
                    </a:lnTo>
                    <a:cubicBezTo>
                      <a:pt x="7547" y="16793"/>
                      <a:pt x="7298" y="16544"/>
                      <a:pt x="7298" y="16234"/>
                    </a:cubicBezTo>
                    <a:lnTo>
                      <a:pt x="7298" y="7299"/>
                    </a:lnTo>
                    <a:cubicBezTo>
                      <a:pt x="7298" y="6989"/>
                      <a:pt x="7547" y="6740"/>
                      <a:pt x="7857" y="6740"/>
                    </a:cubicBezTo>
                    <a:lnTo>
                      <a:pt x="10091" y="6740"/>
                    </a:lnTo>
                    <a:cubicBezTo>
                      <a:pt x="10377" y="6740"/>
                      <a:pt x="10613" y="6956"/>
                      <a:pt x="10644" y="7234"/>
                    </a:cubicBezTo>
                    <a:cubicBezTo>
                      <a:pt x="11219" y="6901"/>
                      <a:pt x="11901" y="6721"/>
                      <a:pt x="12596" y="6721"/>
                    </a:cubicBezTo>
                    <a:close/>
                    <a:moveTo>
                      <a:pt x="2831" y="0"/>
                    </a:moveTo>
                    <a:cubicBezTo>
                      <a:pt x="1290" y="0"/>
                      <a:pt x="0" y="1290"/>
                      <a:pt x="0" y="2831"/>
                    </a:cubicBezTo>
                    <a:lnTo>
                      <a:pt x="0" y="16234"/>
                    </a:lnTo>
                    <a:cubicBezTo>
                      <a:pt x="0" y="17775"/>
                      <a:pt x="1290" y="19065"/>
                      <a:pt x="2831" y="19065"/>
                    </a:cubicBezTo>
                    <a:lnTo>
                      <a:pt x="16235" y="19065"/>
                    </a:lnTo>
                    <a:cubicBezTo>
                      <a:pt x="17774" y="19065"/>
                      <a:pt x="19065" y="17775"/>
                      <a:pt x="19065" y="16234"/>
                    </a:cubicBezTo>
                    <a:lnTo>
                      <a:pt x="19065" y="2831"/>
                    </a:lnTo>
                    <a:cubicBezTo>
                      <a:pt x="19065" y="1290"/>
                      <a:pt x="17774" y="0"/>
                      <a:pt x="162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58" name="Google Shape;1059;p55"/>
              <p:cNvSpPr/>
              <p:nvPr/>
            </p:nvSpPr>
            <p:spPr>
              <a:xfrm>
                <a:off x="1117080" y="3288240"/>
                <a:ext cx="115200" cy="134640"/>
              </a:xfrm>
              <a:custGeom>
                <a:avLst/>
                <a:gdLst>
                  <a:gd name="textAreaLeft" fmla="*/ 0 w 115200"/>
                  <a:gd name="textAreaRight" fmla="*/ 115560 w 115200"/>
                  <a:gd name="textAreaTop" fmla="*/ 0 h 134640"/>
                  <a:gd name="textAreaBottom" fmla="*/ 135000 h 134640"/>
                </a:gdLst>
                <a:ahLst/>
                <a:cxnLst/>
                <a:rect l="textAreaLeft" t="textAreaTop" r="textAreaRight" b="textAreaBottom"/>
                <a:pathLst>
                  <a:path w="6704" h="7837">
                    <a:moveTo>
                      <a:pt x="4182" y="0"/>
                    </a:moveTo>
                    <a:cubicBezTo>
                      <a:pt x="3474" y="0"/>
                      <a:pt x="2782" y="261"/>
                      <a:pt x="2332" y="711"/>
                    </a:cubicBezTo>
                    <a:cubicBezTo>
                      <a:pt x="2108" y="935"/>
                      <a:pt x="1938" y="1142"/>
                      <a:pt x="1686" y="1142"/>
                    </a:cubicBezTo>
                    <a:cubicBezTo>
                      <a:pt x="1618" y="1142"/>
                      <a:pt x="1544" y="1127"/>
                      <a:pt x="1462" y="1093"/>
                    </a:cubicBezTo>
                    <a:cubicBezTo>
                      <a:pt x="1253" y="1006"/>
                      <a:pt x="1117" y="803"/>
                      <a:pt x="1117" y="576"/>
                    </a:cubicBezTo>
                    <a:lnTo>
                      <a:pt x="1117" y="17"/>
                    </a:lnTo>
                    <a:lnTo>
                      <a:pt x="1" y="17"/>
                    </a:lnTo>
                    <a:lnTo>
                      <a:pt x="1" y="7836"/>
                    </a:lnTo>
                    <a:lnTo>
                      <a:pt x="1117" y="7836"/>
                    </a:lnTo>
                    <a:lnTo>
                      <a:pt x="1117" y="3370"/>
                    </a:lnTo>
                    <a:cubicBezTo>
                      <a:pt x="1117" y="2137"/>
                      <a:pt x="2120" y="1135"/>
                      <a:pt x="3351" y="1135"/>
                    </a:cubicBezTo>
                    <a:cubicBezTo>
                      <a:pt x="4584" y="1135"/>
                      <a:pt x="5585" y="2137"/>
                      <a:pt x="5585" y="3370"/>
                    </a:cubicBezTo>
                    <a:lnTo>
                      <a:pt x="5585" y="7836"/>
                    </a:lnTo>
                    <a:lnTo>
                      <a:pt x="6703" y="7836"/>
                    </a:lnTo>
                    <a:lnTo>
                      <a:pt x="6703" y="2384"/>
                    </a:lnTo>
                    <a:cubicBezTo>
                      <a:pt x="6703" y="1266"/>
                      <a:pt x="5932" y="245"/>
                      <a:pt x="4648" y="38"/>
                    </a:cubicBezTo>
                    <a:cubicBezTo>
                      <a:pt x="4493" y="13"/>
                      <a:pt x="4337" y="0"/>
                      <a:pt x="418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7320" bIns="673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59" name="Google Shape;1060;p55"/>
              <p:cNvSpPr/>
              <p:nvPr/>
            </p:nvSpPr>
            <p:spPr>
              <a:xfrm>
                <a:off x="1040040" y="3288600"/>
                <a:ext cx="19080" cy="134640"/>
              </a:xfrm>
              <a:custGeom>
                <a:avLst/>
                <a:gdLst>
                  <a:gd name="textAreaLeft" fmla="*/ 0 w 19080"/>
                  <a:gd name="textAreaRight" fmla="*/ 19440 w 19080"/>
                  <a:gd name="textAreaTop" fmla="*/ 0 h 134640"/>
                  <a:gd name="textAreaBottom" fmla="*/ 135000 h 134640"/>
                </a:gdLst>
                <a:ahLst/>
                <a:cxnLst/>
                <a:rect l="textAreaLeft" t="textAreaTop" r="textAreaRight" b="textAreaBottom"/>
                <a:pathLst>
                  <a:path w="1119" h="7820">
                    <a:moveTo>
                      <a:pt x="0" y="0"/>
                    </a:moveTo>
                    <a:lnTo>
                      <a:pt x="0" y="7819"/>
                    </a:lnTo>
                    <a:lnTo>
                      <a:pt x="1118" y="7819"/>
                    </a:lnTo>
                    <a:lnTo>
                      <a:pt x="1118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7320" bIns="6732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  <p:grpSp>
        <p:nvGrpSpPr>
          <p:cNvPr id="460" name="Google Shape;1061;p55"/>
          <p:cNvGrpSpPr/>
          <p:nvPr/>
        </p:nvGrpSpPr>
        <p:grpSpPr>
          <a:xfrm>
            <a:off x="1621080" y="3060720"/>
            <a:ext cx="709920" cy="513720"/>
            <a:chOff x="1621080" y="3060720"/>
            <a:chExt cx="709920" cy="513720"/>
          </a:xfrm>
        </p:grpSpPr>
        <p:sp>
          <p:nvSpPr>
            <p:cNvPr id="461" name="Google Shape;1062;p55"/>
            <p:cNvSpPr/>
            <p:nvPr/>
          </p:nvSpPr>
          <p:spPr>
            <a:xfrm>
              <a:off x="1621080" y="3060720"/>
              <a:ext cx="709920" cy="51372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462" name="Google Shape;1063;p55"/>
            <p:cNvGrpSpPr/>
            <p:nvPr/>
          </p:nvGrpSpPr>
          <p:grpSpPr>
            <a:xfrm>
              <a:off x="1811880" y="3153240"/>
              <a:ext cx="328320" cy="328320"/>
              <a:chOff x="1811880" y="3153240"/>
              <a:chExt cx="328320" cy="328320"/>
            </a:xfrm>
          </p:grpSpPr>
          <p:sp>
            <p:nvSpPr>
              <p:cNvPr id="463" name="Google Shape;1064;p55"/>
              <p:cNvSpPr/>
              <p:nvPr/>
            </p:nvSpPr>
            <p:spPr>
              <a:xfrm>
                <a:off x="1870200" y="3211560"/>
                <a:ext cx="211680" cy="211680"/>
              </a:xfrm>
              <a:custGeom>
                <a:avLst/>
                <a:gdLst>
                  <a:gd name="textAreaLeft" fmla="*/ 0 w 211680"/>
                  <a:gd name="textAreaRight" fmla="*/ 212040 w 211680"/>
                  <a:gd name="textAreaTop" fmla="*/ 0 h 211680"/>
                  <a:gd name="textAreaBottom" fmla="*/ 212040 h 211680"/>
                </a:gdLst>
                <a:ahLst/>
                <a:cxnLst/>
                <a:rect l="textAreaLeft" t="textAreaTop" r="textAreaRight" b="textAreaBottom"/>
                <a:pathLst>
                  <a:path w="12288" h="12287">
                    <a:moveTo>
                      <a:pt x="10053" y="1117"/>
                    </a:moveTo>
                    <a:cubicBezTo>
                      <a:pt x="10669" y="1117"/>
                      <a:pt x="11171" y="1617"/>
                      <a:pt x="11171" y="2233"/>
                    </a:cubicBezTo>
                    <a:cubicBezTo>
                      <a:pt x="11170" y="2850"/>
                      <a:pt x="10669" y="3351"/>
                      <a:pt x="10053" y="3351"/>
                    </a:cubicBezTo>
                    <a:cubicBezTo>
                      <a:pt x="9438" y="3351"/>
                      <a:pt x="8937" y="2850"/>
                      <a:pt x="8937" y="2233"/>
                    </a:cubicBezTo>
                    <a:cubicBezTo>
                      <a:pt x="8937" y="1617"/>
                      <a:pt x="9438" y="1117"/>
                      <a:pt x="10053" y="1117"/>
                    </a:cubicBezTo>
                    <a:close/>
                    <a:moveTo>
                      <a:pt x="6144" y="2233"/>
                    </a:moveTo>
                    <a:cubicBezTo>
                      <a:pt x="8300" y="2233"/>
                      <a:pt x="10053" y="3988"/>
                      <a:pt x="10053" y="6144"/>
                    </a:cubicBezTo>
                    <a:cubicBezTo>
                      <a:pt x="10053" y="8299"/>
                      <a:pt x="8300" y="10054"/>
                      <a:pt x="6144" y="10054"/>
                    </a:cubicBezTo>
                    <a:cubicBezTo>
                      <a:pt x="3989" y="10054"/>
                      <a:pt x="2234" y="8299"/>
                      <a:pt x="2234" y="6144"/>
                    </a:cubicBezTo>
                    <a:cubicBezTo>
                      <a:pt x="2234" y="3988"/>
                      <a:pt x="3987" y="2233"/>
                      <a:pt x="6144" y="2233"/>
                    </a:cubicBezTo>
                    <a:close/>
                    <a:moveTo>
                      <a:pt x="1675" y="1"/>
                    </a:moveTo>
                    <a:cubicBezTo>
                      <a:pt x="752" y="1"/>
                      <a:pt x="0" y="751"/>
                      <a:pt x="0" y="1676"/>
                    </a:cubicBezTo>
                    <a:lnTo>
                      <a:pt x="0" y="10611"/>
                    </a:lnTo>
                    <a:cubicBezTo>
                      <a:pt x="0" y="11536"/>
                      <a:pt x="752" y="12286"/>
                      <a:pt x="1675" y="12286"/>
                    </a:cubicBezTo>
                    <a:lnTo>
                      <a:pt x="10612" y="12286"/>
                    </a:lnTo>
                    <a:cubicBezTo>
                      <a:pt x="11536" y="12286"/>
                      <a:pt x="12288" y="11536"/>
                      <a:pt x="12288" y="10611"/>
                    </a:cubicBezTo>
                    <a:lnTo>
                      <a:pt x="12288" y="1676"/>
                    </a:lnTo>
                    <a:cubicBezTo>
                      <a:pt x="12288" y="752"/>
                      <a:pt x="11536" y="1"/>
                      <a:pt x="1061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64" name="Google Shape;1065;p55"/>
              <p:cNvSpPr/>
              <p:nvPr/>
            </p:nvSpPr>
            <p:spPr>
              <a:xfrm>
                <a:off x="1927800" y="3269520"/>
                <a:ext cx="96120" cy="96120"/>
              </a:xfrm>
              <a:custGeom>
                <a:avLst/>
                <a:gdLst>
                  <a:gd name="textAreaLeft" fmla="*/ 0 w 96120"/>
                  <a:gd name="textAreaRight" fmla="*/ 96480 w 96120"/>
                  <a:gd name="textAreaTop" fmla="*/ 0 h 96120"/>
                  <a:gd name="textAreaBottom" fmla="*/ 96480 h 96120"/>
                </a:gdLst>
                <a:ahLst/>
                <a:cxnLst/>
                <a:rect l="textAreaLeft" t="textAreaTop" r="textAreaRight" b="textAreaBottom"/>
                <a:pathLst>
                  <a:path w="5588" h="5585">
                    <a:moveTo>
                      <a:pt x="2794" y="0"/>
                    </a:moveTo>
                    <a:cubicBezTo>
                      <a:pt x="1255" y="0"/>
                      <a:pt x="1" y="1252"/>
                      <a:pt x="1" y="2793"/>
                    </a:cubicBezTo>
                    <a:cubicBezTo>
                      <a:pt x="1" y="4332"/>
                      <a:pt x="1255" y="5585"/>
                      <a:pt x="2794" y="5585"/>
                    </a:cubicBezTo>
                    <a:cubicBezTo>
                      <a:pt x="4333" y="5585"/>
                      <a:pt x="5587" y="4332"/>
                      <a:pt x="5587" y="2793"/>
                    </a:cubicBezTo>
                    <a:cubicBezTo>
                      <a:pt x="5587" y="1252"/>
                      <a:pt x="4333" y="0"/>
                      <a:pt x="279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8240" bIns="482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65" name="Google Shape;1066;p55"/>
              <p:cNvSpPr/>
              <p:nvPr/>
            </p:nvSpPr>
            <p:spPr>
              <a:xfrm>
                <a:off x="1811880" y="3153240"/>
                <a:ext cx="328320" cy="328320"/>
              </a:xfrm>
              <a:custGeom>
                <a:avLst/>
                <a:gdLst>
                  <a:gd name="textAreaLeft" fmla="*/ 0 w 328320"/>
                  <a:gd name="textAreaRight" fmla="*/ 328680 w 328320"/>
                  <a:gd name="textAreaTop" fmla="*/ 0 h 328320"/>
                  <a:gd name="textAreaBottom" fmla="*/ 328680 h 328320"/>
                </a:gdLst>
                <a:ahLst/>
                <a:cxnLst/>
                <a:rect l="textAreaLeft" t="textAreaTop" r="textAreaRight" b="textAreaBottom"/>
                <a:pathLst>
                  <a:path w="19064" h="19065">
                    <a:moveTo>
                      <a:pt x="14000" y="2271"/>
                    </a:moveTo>
                    <a:cubicBezTo>
                      <a:pt x="15539" y="2271"/>
                      <a:pt x="16794" y="3524"/>
                      <a:pt x="16794" y="5065"/>
                    </a:cubicBezTo>
                    <a:lnTo>
                      <a:pt x="16794" y="14000"/>
                    </a:lnTo>
                    <a:cubicBezTo>
                      <a:pt x="16794" y="15541"/>
                      <a:pt x="15539" y="16793"/>
                      <a:pt x="14000" y="16793"/>
                    </a:cubicBezTo>
                    <a:lnTo>
                      <a:pt x="5063" y="16793"/>
                    </a:lnTo>
                    <a:cubicBezTo>
                      <a:pt x="3524" y="16793"/>
                      <a:pt x="2272" y="15541"/>
                      <a:pt x="2272" y="14000"/>
                    </a:cubicBezTo>
                    <a:lnTo>
                      <a:pt x="2272" y="5065"/>
                    </a:lnTo>
                    <a:cubicBezTo>
                      <a:pt x="2272" y="3524"/>
                      <a:pt x="3524" y="2271"/>
                      <a:pt x="5063" y="2271"/>
                    </a:cubicBezTo>
                    <a:close/>
                    <a:moveTo>
                      <a:pt x="2829" y="0"/>
                    </a:moveTo>
                    <a:cubicBezTo>
                      <a:pt x="1290" y="0"/>
                      <a:pt x="0" y="1290"/>
                      <a:pt x="0" y="2831"/>
                    </a:cubicBezTo>
                    <a:lnTo>
                      <a:pt x="0" y="16234"/>
                    </a:lnTo>
                    <a:cubicBezTo>
                      <a:pt x="0" y="17775"/>
                      <a:pt x="1290" y="19065"/>
                      <a:pt x="2829" y="19065"/>
                    </a:cubicBezTo>
                    <a:lnTo>
                      <a:pt x="16235" y="19065"/>
                    </a:lnTo>
                    <a:cubicBezTo>
                      <a:pt x="17774" y="19065"/>
                      <a:pt x="19063" y="17775"/>
                      <a:pt x="19063" y="16234"/>
                    </a:cubicBezTo>
                    <a:lnTo>
                      <a:pt x="19063" y="2831"/>
                    </a:lnTo>
                    <a:cubicBezTo>
                      <a:pt x="19063" y="1290"/>
                      <a:pt x="17774" y="0"/>
                      <a:pt x="162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  <p:grpSp>
        <p:nvGrpSpPr>
          <p:cNvPr id="466" name="Google Shape;1067;p55"/>
          <p:cNvGrpSpPr/>
          <p:nvPr/>
        </p:nvGrpSpPr>
        <p:grpSpPr>
          <a:xfrm>
            <a:off x="3300480" y="3060720"/>
            <a:ext cx="709920" cy="513720"/>
            <a:chOff x="3300480" y="3060720"/>
            <a:chExt cx="709920" cy="513720"/>
          </a:xfrm>
        </p:grpSpPr>
        <p:sp>
          <p:nvSpPr>
            <p:cNvPr id="467" name="Google Shape;1068;p55"/>
            <p:cNvSpPr/>
            <p:nvPr/>
          </p:nvSpPr>
          <p:spPr>
            <a:xfrm>
              <a:off x="3300480" y="3060720"/>
              <a:ext cx="709920" cy="51372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8" name="Google Shape;1069;p55"/>
            <p:cNvSpPr/>
            <p:nvPr/>
          </p:nvSpPr>
          <p:spPr>
            <a:xfrm>
              <a:off x="3490920" y="3183120"/>
              <a:ext cx="329400" cy="268560"/>
            </a:xfrm>
            <a:custGeom>
              <a:avLst/>
              <a:gdLst>
                <a:gd name="textAreaLeft" fmla="*/ 0 w 329400"/>
                <a:gd name="textAreaRight" fmla="*/ 329760 w 329400"/>
                <a:gd name="textAreaTop" fmla="*/ 0 h 268560"/>
                <a:gd name="textAreaBottom" fmla="*/ 268920 h 268560"/>
              </a:gdLst>
              <a:ahLst/>
              <a:cxnLst/>
              <a:rect l="textAreaLeft" t="textAreaTop" r="textAreaRight" b="textAreaBottom"/>
              <a:pathLst>
                <a:path w="19122" h="15596">
                  <a:moveTo>
                    <a:pt x="12981" y="0"/>
                  </a:moveTo>
                  <a:cubicBezTo>
                    <a:pt x="12091" y="0"/>
                    <a:pt x="10821" y="352"/>
                    <a:pt x="9915" y="1352"/>
                  </a:cubicBezTo>
                  <a:cubicBezTo>
                    <a:pt x="9203" y="2141"/>
                    <a:pt x="8847" y="3174"/>
                    <a:pt x="8856" y="4430"/>
                  </a:cubicBezTo>
                  <a:cubicBezTo>
                    <a:pt x="6243" y="4110"/>
                    <a:pt x="4101" y="2933"/>
                    <a:pt x="2323" y="846"/>
                  </a:cubicBezTo>
                  <a:cubicBezTo>
                    <a:pt x="2216" y="723"/>
                    <a:pt x="2064" y="650"/>
                    <a:pt x="1902" y="650"/>
                  </a:cubicBezTo>
                  <a:cubicBezTo>
                    <a:pt x="1875" y="650"/>
                    <a:pt x="1848" y="652"/>
                    <a:pt x="1820" y="656"/>
                  </a:cubicBezTo>
                  <a:cubicBezTo>
                    <a:pt x="1631" y="683"/>
                    <a:pt x="1468" y="805"/>
                    <a:pt x="1391" y="977"/>
                  </a:cubicBezTo>
                  <a:cubicBezTo>
                    <a:pt x="695" y="2512"/>
                    <a:pt x="701" y="3895"/>
                    <a:pt x="1403" y="5113"/>
                  </a:cubicBezTo>
                  <a:cubicBezTo>
                    <a:pt x="1389" y="5111"/>
                    <a:pt x="1374" y="5111"/>
                    <a:pt x="1360" y="5111"/>
                  </a:cubicBezTo>
                  <a:cubicBezTo>
                    <a:pt x="1076" y="5111"/>
                    <a:pt x="803" y="5375"/>
                    <a:pt x="824" y="5707"/>
                  </a:cubicBezTo>
                  <a:cubicBezTo>
                    <a:pt x="916" y="7101"/>
                    <a:pt x="1428" y="8182"/>
                    <a:pt x="2351" y="8934"/>
                  </a:cubicBezTo>
                  <a:cubicBezTo>
                    <a:pt x="2176" y="9073"/>
                    <a:pt x="2102" y="9307"/>
                    <a:pt x="2164" y="9524"/>
                  </a:cubicBezTo>
                  <a:cubicBezTo>
                    <a:pt x="2456" y="10535"/>
                    <a:pt x="3310" y="11633"/>
                    <a:pt x="4615" y="12155"/>
                  </a:cubicBezTo>
                  <a:cubicBezTo>
                    <a:pt x="3657" y="12655"/>
                    <a:pt x="2516" y="12903"/>
                    <a:pt x="1345" y="12903"/>
                  </a:cubicBezTo>
                  <a:cubicBezTo>
                    <a:pt x="1111" y="12903"/>
                    <a:pt x="876" y="12893"/>
                    <a:pt x="641" y="12873"/>
                  </a:cubicBezTo>
                  <a:cubicBezTo>
                    <a:pt x="628" y="12872"/>
                    <a:pt x="615" y="12872"/>
                    <a:pt x="603" y="12872"/>
                  </a:cubicBezTo>
                  <a:cubicBezTo>
                    <a:pt x="362" y="12872"/>
                    <a:pt x="155" y="13031"/>
                    <a:pt x="78" y="13266"/>
                  </a:cubicBezTo>
                  <a:cubicBezTo>
                    <a:pt x="0" y="13512"/>
                    <a:pt x="113" y="13788"/>
                    <a:pt x="334" y="13922"/>
                  </a:cubicBezTo>
                  <a:cubicBezTo>
                    <a:pt x="1162" y="14423"/>
                    <a:pt x="3243" y="15596"/>
                    <a:pt x="6294" y="15596"/>
                  </a:cubicBezTo>
                  <a:cubicBezTo>
                    <a:pt x="14568" y="15596"/>
                    <a:pt x="17244" y="8279"/>
                    <a:pt x="17244" y="4736"/>
                  </a:cubicBezTo>
                  <a:cubicBezTo>
                    <a:pt x="17241" y="4515"/>
                    <a:pt x="17243" y="4541"/>
                    <a:pt x="17230" y="4426"/>
                  </a:cubicBezTo>
                  <a:cubicBezTo>
                    <a:pt x="17250" y="4403"/>
                    <a:pt x="17326" y="4347"/>
                    <a:pt x="17386" y="4301"/>
                  </a:cubicBezTo>
                  <a:cubicBezTo>
                    <a:pt x="17696" y="4067"/>
                    <a:pt x="18237" y="3680"/>
                    <a:pt x="18983" y="2590"/>
                  </a:cubicBezTo>
                  <a:cubicBezTo>
                    <a:pt x="19121" y="2386"/>
                    <a:pt x="19111" y="2118"/>
                    <a:pt x="18957" y="1925"/>
                  </a:cubicBezTo>
                  <a:cubicBezTo>
                    <a:pt x="18840" y="1779"/>
                    <a:pt x="18708" y="1722"/>
                    <a:pt x="18558" y="1722"/>
                  </a:cubicBezTo>
                  <a:cubicBezTo>
                    <a:pt x="18451" y="1722"/>
                    <a:pt x="18336" y="1751"/>
                    <a:pt x="18212" y="1799"/>
                  </a:cubicBezTo>
                  <a:cubicBezTo>
                    <a:pt x="18352" y="1553"/>
                    <a:pt x="18467" y="1291"/>
                    <a:pt x="18559" y="1014"/>
                  </a:cubicBezTo>
                  <a:cubicBezTo>
                    <a:pt x="18631" y="800"/>
                    <a:pt x="18553" y="614"/>
                    <a:pt x="18382" y="465"/>
                  </a:cubicBezTo>
                  <a:cubicBezTo>
                    <a:pt x="18282" y="379"/>
                    <a:pt x="18151" y="335"/>
                    <a:pt x="18020" y="335"/>
                  </a:cubicBezTo>
                  <a:cubicBezTo>
                    <a:pt x="17928" y="335"/>
                    <a:pt x="17837" y="356"/>
                    <a:pt x="17754" y="398"/>
                  </a:cubicBezTo>
                  <a:cubicBezTo>
                    <a:pt x="16848" y="856"/>
                    <a:pt x="16172" y="1054"/>
                    <a:pt x="15873" y="1113"/>
                  </a:cubicBezTo>
                  <a:cubicBezTo>
                    <a:pt x="15090" y="395"/>
                    <a:pt x="14251" y="0"/>
                    <a:pt x="12981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469" name="Google Shape;1070;p55"/>
          <p:cNvGrpSpPr/>
          <p:nvPr/>
        </p:nvGrpSpPr>
        <p:grpSpPr>
          <a:xfrm>
            <a:off x="5405400" y="1044360"/>
            <a:ext cx="3282840" cy="3290760"/>
            <a:chOff x="5405400" y="1044360"/>
            <a:chExt cx="3282840" cy="3290760"/>
          </a:xfrm>
        </p:grpSpPr>
        <p:sp>
          <p:nvSpPr>
            <p:cNvPr id="470" name="Google Shape;1071;p55"/>
            <p:cNvSpPr/>
            <p:nvPr/>
          </p:nvSpPr>
          <p:spPr>
            <a:xfrm rot="18900000">
              <a:off x="7797600" y="1379520"/>
              <a:ext cx="995760" cy="11448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40680" bIns="4068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1" name="Google Shape;1072;p55"/>
            <p:cNvSpPr/>
            <p:nvPr/>
          </p:nvSpPr>
          <p:spPr>
            <a:xfrm rot="18900000">
              <a:off x="5299920" y="3885120"/>
              <a:ext cx="995760" cy="11448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40680" bIns="4068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Business Administration School Center by Slidesgo">
  <a:themeElements>
    <a:clrScheme name="Simple Light">
      <a:dk1>
        <a:srgbClr val="092241"/>
      </a:dk1>
      <a:lt1>
        <a:srgbClr val="f8f8f8"/>
      </a:lt1>
      <a:dk2>
        <a:srgbClr val="b7b7b7"/>
      </a:dk2>
      <a:lt2>
        <a:srgbClr val="6194e6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92241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LibreOffice/25.8.1.1$Linux_X86_64 LibreOffice_project/580$Build-1</Application>
  <AppVersion>15.0000</AppVersion>
  <Company>Microsoft Corporation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2026-03-21T19:14:26Z</dcterms:created>
  <dc:creator>Unknown Creator</dc:creator>
  <dc:description/>
  <dc:language>en-US</dc:language>
  <cp:lastModifiedBy>Unknown Creator</cp:lastModifiedBy>
  <dcterms:modified xsi:type="dcterms:W3CDTF">2026-03-21T19:14:26Z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12</vt:r8>
  </property>
</Properties>
</file>