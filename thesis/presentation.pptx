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70" r:id="rId3"/>
    <p:sldId id="273" r:id="rId4"/>
    <p:sldId id="276" r:id="rId5"/>
    <p:sldId id="277" r:id="rId6"/>
    <p:sldId id="278" r:id="rId7"/>
    <p:sldId id="274" r:id="rId8"/>
    <p:sldId id="271" r:id="rId9"/>
    <p:sldId id="280" r:id="rId10"/>
    <p:sldId id="275" r:id="rId11"/>
    <p:sldId id="269" r:id="rId12"/>
  </p:sldIdLst>
  <p:sldSz cx="9144000" cy="5143500" type="screen16x9"/>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FCDA9A2-867F-514A-8A60-9F0671933454}">
          <p14:sldIdLst>
            <p14:sldId id="256"/>
            <p14:sldId id="270"/>
            <p14:sldId id="273"/>
            <p14:sldId id="276"/>
            <p14:sldId id="277"/>
            <p14:sldId id="278"/>
            <p14:sldId id="274"/>
            <p14:sldId id="271"/>
            <p14:sldId id="280"/>
            <p14:sldId id="275"/>
            <p14:sldId id="26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67"/>
    <p:restoredTop sz="88051"/>
  </p:normalViewPr>
  <p:slideViewPr>
    <p:cSldViewPr snapToGrid="0">
      <p:cViewPr>
        <p:scale>
          <a:sx n="180" d="100"/>
          <a:sy n="180" d="100"/>
        </p:scale>
        <p:origin x="704" y="2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B9163-04AD-BE49-9751-21A0AC653812}" type="datetimeFigureOut">
              <a:rPr lang="en-IT" smtClean="0"/>
              <a:t>22/03/26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FD4C87-9CAF-0C4E-93E7-020DE1465132}" type="slidenum">
              <a:rPr lang="en-IT" smtClean="0"/>
              <a:t>‹#›</a:t>
            </a:fld>
            <a:endParaRPr lang="en-IT"/>
          </a:p>
        </p:txBody>
      </p:sp>
    </p:spTree>
    <p:extLst>
      <p:ext uri="{BB962C8B-B14F-4D97-AF65-F5344CB8AC3E}">
        <p14:creationId xmlns:p14="http://schemas.microsoft.com/office/powerpoint/2010/main" val="791018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Good morning to the commission and to my supervisor, Professor Malnati.</a:t>
            </a:r>
          </a:p>
          <a:p>
            <a:endParaRPr lang="en-GB" dirty="0"/>
          </a:p>
          <a:p>
            <a:r>
              <a:rPr lang="en-GB" dirty="0"/>
              <a:t>Today I will present my thesis work: the </a:t>
            </a:r>
            <a:r>
              <a:rPr lang="en-GB" b="1" dirty="0"/>
              <a:t>Design and Implementation of a Cloud-Native Reactive Architecture</a:t>
            </a:r>
            <a:r>
              <a:rPr lang="en-GB" dirty="0"/>
              <a:t>.</a:t>
            </a:r>
          </a:p>
          <a:p>
            <a:r>
              <a:rPr lang="en-GB" dirty="0"/>
              <a:t>To test how these architectural patterns behave in practice, I developed a concrete case study: the </a:t>
            </a:r>
            <a:r>
              <a:rPr lang="en-GB" b="1" dirty="0"/>
              <a:t>Smart Travel Platform</a:t>
            </a:r>
            <a:r>
              <a:rPr lang="en-GB" dirty="0"/>
              <a:t>, a microservice-based e-commerce application.</a:t>
            </a:r>
          </a:p>
          <a:p>
            <a:r>
              <a:rPr lang="en-GB" dirty="0"/>
              <a:t>Over the next few minutes, I will walk you through the technical choices behind this platform and show how this approach can help to solve the scalability and data consistency problems typical of traditional travel booking systems.</a:t>
            </a:r>
          </a:p>
          <a:p>
            <a:endParaRPr lang="en-IT" dirty="0"/>
          </a:p>
        </p:txBody>
      </p:sp>
      <p:sp>
        <p:nvSpPr>
          <p:cNvPr id="4" name="Slide Number Placeholder 3"/>
          <p:cNvSpPr>
            <a:spLocks noGrp="1"/>
          </p:cNvSpPr>
          <p:nvPr>
            <p:ph type="sldNum" sz="quarter" idx="5"/>
          </p:nvPr>
        </p:nvSpPr>
        <p:spPr/>
        <p:txBody>
          <a:bodyPr/>
          <a:lstStyle/>
          <a:p>
            <a:fld id="{A1FD4C87-9CAF-0C4E-93E7-020DE1465132}" type="slidenum">
              <a:rPr lang="en-IT" smtClean="0"/>
              <a:t>1</a:t>
            </a:fld>
            <a:endParaRPr lang="en-IT"/>
          </a:p>
        </p:txBody>
      </p:sp>
    </p:spTree>
    <p:extLst>
      <p:ext uri="{BB962C8B-B14F-4D97-AF65-F5344CB8AC3E}">
        <p14:creationId xmlns:p14="http://schemas.microsoft.com/office/powerpoint/2010/main" val="10502710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C29F4-FD1D-0D0B-AAD1-D47CA0C1D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8789B-8E0C-6FE2-737F-9961051AE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20990-BE5E-2CC3-9C3D-3B4F336259F3}"/>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DB9F2F12-B31B-A585-28C8-2AF6B70DE66F}"/>
              </a:ext>
            </a:extLst>
          </p:cNvPr>
          <p:cNvSpPr>
            <a:spLocks noGrp="1"/>
          </p:cNvSpPr>
          <p:nvPr>
            <p:ph type="sldNum" sz="quarter" idx="5"/>
          </p:nvPr>
        </p:nvSpPr>
        <p:spPr/>
        <p:txBody>
          <a:bodyPr/>
          <a:lstStyle/>
          <a:p>
            <a:fld id="{A1FD4C87-9CAF-0C4E-93E7-020DE1465132}" type="slidenum">
              <a:rPr lang="en-IT" smtClean="0"/>
              <a:t>2</a:t>
            </a:fld>
            <a:endParaRPr lang="en-IT"/>
          </a:p>
        </p:txBody>
      </p:sp>
    </p:spTree>
    <p:extLst>
      <p:ext uri="{BB962C8B-B14F-4D97-AF65-F5344CB8AC3E}">
        <p14:creationId xmlns:p14="http://schemas.microsoft.com/office/powerpoint/2010/main" val="1723885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719DB-9665-3148-BD6B-860AB3D719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372964-627A-AE03-A9BD-BAFB316B9F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31B90-2FA4-BB3B-CB64-D5D041430D2C}"/>
              </a:ext>
            </a:extLst>
          </p:cNvPr>
          <p:cNvSpPr>
            <a:spLocks noGrp="1"/>
          </p:cNvSpPr>
          <p:nvPr>
            <p:ph type="body" idx="1"/>
          </p:nvPr>
        </p:nvSpPr>
        <p:spPr/>
        <p:txBody>
          <a:bodyPr/>
          <a:lstStyle/>
          <a:p>
            <a:r>
              <a:rPr lang="en-GB" dirty="0"/>
              <a:t>The system was designed around three distinct users types:</a:t>
            </a:r>
          </a:p>
          <a:p>
            <a:pPr marL="171450" indent="-171450">
              <a:buFont typeface="Arial" panose="020B0604020202020204" pitchFamily="34" charset="0"/>
              <a:buChar char="•"/>
            </a:pPr>
            <a:r>
              <a:rPr lang="en-GB" dirty="0"/>
              <a:t>First, we have the </a:t>
            </a:r>
            <a:r>
              <a:rPr lang="en-GB" b="1" dirty="0"/>
              <a:t>Customer</a:t>
            </a:r>
            <a:r>
              <a:rPr lang="en-GB" dirty="0"/>
              <a:t>. This is the standard end-user who search for trips, make purchases, and track their order history.</a:t>
            </a:r>
          </a:p>
          <a:p>
            <a:pPr marL="171450" indent="-171450">
              <a:buFont typeface="Arial" panose="020B0604020202020204" pitchFamily="34" charset="0"/>
              <a:buChar char="•"/>
            </a:pPr>
            <a:r>
              <a:rPr lang="en-GB" dirty="0"/>
              <a:t>Then we have the </a:t>
            </a:r>
            <a:r>
              <a:rPr lang="en-GB" b="1" dirty="0"/>
              <a:t>Travel Agent</a:t>
            </a:r>
            <a:r>
              <a:rPr lang="en-GB" dirty="0"/>
              <a:t>. Agents access a dedicated dashboard where they can create new travel packages, publish or archive them, and monitor incoming orders and payments.</a:t>
            </a:r>
          </a:p>
          <a:p>
            <a:pPr marL="171450" indent="-171450">
              <a:buFont typeface="Arial" panose="020B0604020202020204" pitchFamily="34" charset="0"/>
              <a:buChar char="•"/>
            </a:pPr>
            <a:r>
              <a:rPr lang="en-GB" dirty="0"/>
              <a:t>Finally, the </a:t>
            </a:r>
            <a:r>
              <a:rPr lang="en-GB" b="1" dirty="0"/>
              <a:t>Administrator</a:t>
            </a:r>
            <a:r>
              <a:rPr lang="en-GB" dirty="0"/>
              <a:t> inherit all the operational capabilities of the Travel Agent, but with the added authority to manage the system's users, such as creating new accounts or removing obsolete ones.</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It’s not mentioned here, but also an unlogged guest user can visualize all the travel products without the possibility of buying them.</a:t>
            </a:r>
          </a:p>
          <a:p>
            <a:endParaRPr lang="en-IT" dirty="0"/>
          </a:p>
        </p:txBody>
      </p:sp>
      <p:sp>
        <p:nvSpPr>
          <p:cNvPr id="4" name="Slide Number Placeholder 3">
            <a:extLst>
              <a:ext uri="{FF2B5EF4-FFF2-40B4-BE49-F238E27FC236}">
                <a16:creationId xmlns:a16="http://schemas.microsoft.com/office/drawing/2014/main" id="{13A908DB-582D-7FC3-5D3D-62F7C0B066A1}"/>
              </a:ext>
            </a:extLst>
          </p:cNvPr>
          <p:cNvSpPr>
            <a:spLocks noGrp="1"/>
          </p:cNvSpPr>
          <p:nvPr>
            <p:ph type="sldNum" sz="quarter" idx="5"/>
          </p:nvPr>
        </p:nvSpPr>
        <p:spPr/>
        <p:txBody>
          <a:bodyPr/>
          <a:lstStyle/>
          <a:p>
            <a:fld id="{A1FD4C87-9CAF-0C4E-93E7-020DE1465132}" type="slidenum">
              <a:rPr lang="en-IT" smtClean="0"/>
              <a:t>3</a:t>
            </a:fld>
            <a:endParaRPr lang="en-IT"/>
          </a:p>
        </p:txBody>
      </p:sp>
    </p:spTree>
    <p:extLst>
      <p:ext uri="{BB962C8B-B14F-4D97-AF65-F5344CB8AC3E}">
        <p14:creationId xmlns:p14="http://schemas.microsoft.com/office/powerpoint/2010/main" val="25205988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CE810-256F-2792-75E9-472DCCAB9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9A4EF-2DD0-DDAA-0394-07D2F03002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699AA-8C9F-E7B5-419F-943285758A13}"/>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7D3A6C2-0E5A-42D6-4F65-DBCC4D43ED98}"/>
              </a:ext>
            </a:extLst>
          </p:cNvPr>
          <p:cNvSpPr>
            <a:spLocks noGrp="1"/>
          </p:cNvSpPr>
          <p:nvPr>
            <p:ph type="sldNum" sz="quarter" idx="5"/>
          </p:nvPr>
        </p:nvSpPr>
        <p:spPr/>
        <p:txBody>
          <a:bodyPr/>
          <a:lstStyle/>
          <a:p>
            <a:fld id="{A1FD4C87-9CAF-0C4E-93E7-020DE1465132}" type="slidenum">
              <a:rPr lang="en-IT" smtClean="0"/>
              <a:t>4</a:t>
            </a:fld>
            <a:endParaRPr lang="en-IT"/>
          </a:p>
        </p:txBody>
      </p:sp>
    </p:spTree>
    <p:extLst>
      <p:ext uri="{BB962C8B-B14F-4D97-AF65-F5344CB8AC3E}">
        <p14:creationId xmlns:p14="http://schemas.microsoft.com/office/powerpoint/2010/main" val="1908778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34478-D0B3-B15A-CFF1-F5D363CB5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4A034-2455-91AD-969F-C470EF49C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DA350E-5926-071A-57E1-7333DD6C1D9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16C02A5-3A26-4A1F-1B45-05A59F320142}"/>
              </a:ext>
            </a:extLst>
          </p:cNvPr>
          <p:cNvSpPr>
            <a:spLocks noGrp="1"/>
          </p:cNvSpPr>
          <p:nvPr>
            <p:ph type="sldNum" sz="quarter" idx="5"/>
          </p:nvPr>
        </p:nvSpPr>
        <p:spPr/>
        <p:txBody>
          <a:bodyPr/>
          <a:lstStyle/>
          <a:p>
            <a:fld id="{A1FD4C87-9CAF-0C4E-93E7-020DE1465132}" type="slidenum">
              <a:rPr lang="en-IT" smtClean="0"/>
              <a:t>5</a:t>
            </a:fld>
            <a:endParaRPr lang="en-IT"/>
          </a:p>
        </p:txBody>
      </p:sp>
    </p:spTree>
    <p:extLst>
      <p:ext uri="{BB962C8B-B14F-4D97-AF65-F5344CB8AC3E}">
        <p14:creationId xmlns:p14="http://schemas.microsoft.com/office/powerpoint/2010/main" val="2369379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4521-AB50-14A4-E20D-8E9E2E01F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262E8-1B92-FDD8-3853-1808D07BA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3C3E1-9705-A899-EC10-A4E4B03D392A}"/>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358AC34-B21D-8B75-FF1D-3A508F7C000D}"/>
              </a:ext>
            </a:extLst>
          </p:cNvPr>
          <p:cNvSpPr>
            <a:spLocks noGrp="1"/>
          </p:cNvSpPr>
          <p:nvPr>
            <p:ph type="sldNum" sz="quarter" idx="5"/>
          </p:nvPr>
        </p:nvSpPr>
        <p:spPr/>
        <p:txBody>
          <a:bodyPr/>
          <a:lstStyle/>
          <a:p>
            <a:fld id="{A1FD4C87-9CAF-0C4E-93E7-020DE1465132}" type="slidenum">
              <a:rPr lang="en-IT" smtClean="0"/>
              <a:t>6</a:t>
            </a:fld>
            <a:endParaRPr lang="en-IT"/>
          </a:p>
        </p:txBody>
      </p:sp>
    </p:spTree>
    <p:extLst>
      <p:ext uri="{BB962C8B-B14F-4D97-AF65-F5344CB8AC3E}">
        <p14:creationId xmlns:p14="http://schemas.microsoft.com/office/powerpoint/2010/main" val="36762946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C870-CCC2-8042-5705-A35AE093F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8542E-4482-3463-86CB-BECD934C6C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9B00D2-5BCC-9A21-8C65-0A9C6423F43B}"/>
              </a:ext>
            </a:extLst>
          </p:cNvPr>
          <p:cNvSpPr>
            <a:spLocks noGrp="1"/>
          </p:cNvSpPr>
          <p:nvPr>
            <p:ph type="body" idx="1"/>
          </p:nvPr>
        </p:nvSpPr>
        <p:spPr/>
        <p:txBody>
          <a:bodyPr/>
          <a:lstStyle/>
          <a:p>
            <a:r>
              <a:rPr lang="en-IT" dirty="0"/>
              <a:t>Here a quick overview about the technologies used to create Smart Travel.</a:t>
            </a:r>
            <a:br>
              <a:rPr lang="en-IT" dirty="0"/>
            </a:br>
            <a:r>
              <a:rPr lang="en-IT" dirty="0"/>
              <a:t>The frontend is made with the Angular frameowork and PrimeNG as UI components library.</a:t>
            </a:r>
          </a:p>
          <a:p>
            <a:r>
              <a:rPr lang="en-GB" dirty="0"/>
              <a:t>For the backend, I used a combination of Spring Boot and </a:t>
            </a:r>
            <a:r>
              <a:rPr lang="en-GB" dirty="0" err="1"/>
              <a:t>Quarkus</a:t>
            </a:r>
            <a:r>
              <a:rPr lang="en-GB" dirty="0"/>
              <a:t> Java frameworks to build the microservices, with each service relying on its own isolated MongoDB instance for data persistence.</a:t>
            </a:r>
          </a:p>
          <a:p>
            <a:r>
              <a:rPr lang="en-GB" dirty="0"/>
              <a:t>A key part of the system is the </a:t>
            </a:r>
            <a:r>
              <a:rPr lang="en-GB" b="1" dirty="0"/>
              <a:t>Event Handling</a:t>
            </a:r>
            <a:r>
              <a:rPr lang="en-GB" dirty="0"/>
              <a:t> layer, where I leveraged </a:t>
            </a:r>
            <a:r>
              <a:rPr lang="en-GB" dirty="0" err="1"/>
              <a:t>Debezium</a:t>
            </a:r>
            <a:r>
              <a:rPr lang="en-GB" dirty="0"/>
              <a:t> and RabbitMQ to manage asynchronous communication and guarantee data consistency across the distributed services.</a:t>
            </a:r>
          </a:p>
          <a:p>
            <a:r>
              <a:rPr lang="en-GB" dirty="0"/>
              <a:t>Finally, the entire application lifecycle – from code to production - was fully automated using </a:t>
            </a:r>
            <a:r>
              <a:rPr lang="en-GB" b="1" dirty="0"/>
              <a:t>DevOps</a:t>
            </a:r>
            <a:r>
              <a:rPr lang="en-GB" dirty="0"/>
              <a:t> tools like Jenkins to create CI/CD pipelines and OKD as cluster to orchestrate running containers.</a:t>
            </a:r>
            <a:endParaRPr lang="en-IT" dirty="0"/>
          </a:p>
        </p:txBody>
      </p:sp>
      <p:sp>
        <p:nvSpPr>
          <p:cNvPr id="4" name="Slide Number Placeholder 3">
            <a:extLst>
              <a:ext uri="{FF2B5EF4-FFF2-40B4-BE49-F238E27FC236}">
                <a16:creationId xmlns:a16="http://schemas.microsoft.com/office/drawing/2014/main" id="{D8227DD4-1996-A242-88AD-759176E23A35}"/>
              </a:ext>
            </a:extLst>
          </p:cNvPr>
          <p:cNvSpPr>
            <a:spLocks noGrp="1"/>
          </p:cNvSpPr>
          <p:nvPr>
            <p:ph type="sldNum" sz="quarter" idx="5"/>
          </p:nvPr>
        </p:nvSpPr>
        <p:spPr/>
        <p:txBody>
          <a:bodyPr/>
          <a:lstStyle/>
          <a:p>
            <a:fld id="{A1FD4C87-9CAF-0C4E-93E7-020DE1465132}" type="slidenum">
              <a:rPr lang="en-IT" smtClean="0"/>
              <a:t>7</a:t>
            </a:fld>
            <a:endParaRPr lang="en-IT"/>
          </a:p>
        </p:txBody>
      </p:sp>
    </p:spTree>
    <p:extLst>
      <p:ext uri="{BB962C8B-B14F-4D97-AF65-F5344CB8AC3E}">
        <p14:creationId xmlns:p14="http://schemas.microsoft.com/office/powerpoint/2010/main" val="8809043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600" dirty="0"/>
              <a:t>Before diving into the architecture of the platform, it is important to understand why I chose a cloud-native approach over a monolithic architecture.</a:t>
            </a:r>
          </a:p>
          <a:p>
            <a:r>
              <a:rPr lang="en-GB" sz="1600" dirty="0"/>
              <a:t>Cloud-native means designing the application specifically to leverage cloud infrastructure. </a:t>
            </a:r>
          </a:p>
          <a:p>
            <a:endParaRPr lang="en-GB" sz="1600" dirty="0"/>
          </a:p>
          <a:p>
            <a:r>
              <a:rPr lang="en-GB" sz="1600" dirty="0"/>
              <a:t>Traditionally, enterprise applications were built as Monoliths — meaning the user interface, the business logic, and the data access were all bundled into one massive application, sharing a single database. </a:t>
            </a:r>
          </a:p>
          <a:p>
            <a:r>
              <a:rPr lang="en-GB" sz="1600" dirty="0"/>
              <a:t>While this is easy to build initially, it creates severe problems. For example, if we catch a bug in a particular module of the application, it can crash or affect the entire system.</a:t>
            </a:r>
          </a:p>
          <a:p>
            <a:r>
              <a:rPr lang="en-GB" sz="1600" dirty="0"/>
              <a:t>If there is a massive spike in web traffic, we have to duplicate the </a:t>
            </a:r>
            <a:r>
              <a:rPr lang="en-GB" sz="1600" i="1" dirty="0"/>
              <a:t>entire</a:t>
            </a:r>
            <a:r>
              <a:rPr lang="en-GB" sz="1600" dirty="0"/>
              <a:t> heavy application just to handle the load.</a:t>
            </a:r>
          </a:p>
          <a:p>
            <a:endParaRPr lang="en-GB" sz="1600" dirty="0"/>
          </a:p>
          <a:p>
            <a:r>
              <a:rPr lang="en-GB" sz="1600" dirty="0"/>
              <a:t>To solve this, the industry has shifted to Microservices. By breaking the system down into small, independent domains we gain three advantages: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600" b="1" dirty="0"/>
              <a:t>Fault Tolerance</a:t>
            </a:r>
            <a:r>
              <a:rPr lang="en-GB" sz="1600" dirty="0"/>
              <a:t>. If one microservice crashes, the functionalities provided by the other ones can still be accessed by users. </a:t>
            </a:r>
          </a:p>
          <a:p>
            <a:pPr marL="171450" indent="-171450">
              <a:buFont typeface="Arial" panose="020B0604020202020204" pitchFamily="34" charset="0"/>
              <a:buChar char="•"/>
            </a:pPr>
            <a:r>
              <a:rPr lang="en-GB" sz="1600" b="1" dirty="0"/>
              <a:t>Scalability</a:t>
            </a:r>
            <a:r>
              <a:rPr lang="en-GB" sz="1600" dirty="0"/>
              <a:t>. If one microservice gets heavy traffic, we can scale it without touching the other services.</a:t>
            </a:r>
          </a:p>
          <a:p>
            <a:pPr marL="171450" indent="-171450">
              <a:buFont typeface="Arial" panose="020B0604020202020204" pitchFamily="34" charset="0"/>
              <a:buChar char="•"/>
            </a:pPr>
            <a:r>
              <a:rPr lang="en-GB" sz="1600" b="1" dirty="0"/>
              <a:t>Agility</a:t>
            </a:r>
            <a:r>
              <a:rPr lang="en-GB" sz="1600" dirty="0"/>
              <a:t>. We can deploy new features multiple times a day without taking the system offline.</a:t>
            </a:r>
          </a:p>
          <a:p>
            <a:pPr marL="0" indent="0">
              <a:buFont typeface="Arial" panose="020B0604020202020204" pitchFamily="34" charset="0"/>
              <a:buNone/>
            </a:pPr>
            <a:endParaRPr lang="en-GB" sz="1600" dirty="0"/>
          </a:p>
          <a:p>
            <a:pPr marL="0" indent="0">
              <a:buFont typeface="Arial" panose="020B0604020202020204" pitchFamily="34" charset="0"/>
              <a:buNone/>
            </a:pPr>
            <a:endParaRPr lang="en-GB" sz="1600" dirty="0"/>
          </a:p>
          <a:p>
            <a:pPr marL="0" indent="0">
              <a:buFont typeface="Arial" panose="020B0604020202020204" pitchFamily="34" charset="0"/>
              <a:buNone/>
            </a:pPr>
            <a:r>
              <a:rPr lang="en-GB" sz="4800" b="1" dirty="0"/>
              <a:t>Cloud-Native</a:t>
            </a:r>
          </a:p>
          <a:p>
            <a:endParaRPr lang="en-GB" sz="3600" b="1" dirty="0"/>
          </a:p>
          <a:p>
            <a:r>
              <a:rPr lang="en-GB" dirty="0"/>
              <a:t>To achieve it I did the following:</a:t>
            </a:r>
            <a:endParaRPr lang="en-GB" b="1" dirty="0"/>
          </a:p>
          <a:p>
            <a:pPr marL="171450" indent="-171450">
              <a:buFont typeface="Arial" panose="020B0604020202020204" pitchFamily="34" charset="0"/>
              <a:buChar char="•"/>
            </a:pPr>
            <a:r>
              <a:rPr lang="en-GB" b="1" dirty="0"/>
              <a:t>Containerization &amp; Immutability:</a:t>
            </a:r>
            <a:r>
              <a:rPr lang="en-GB" dirty="0"/>
              <a:t> I packaged every microservice into a Docker image. This guarantees that the code runs the same on any kind of execution environment.</a:t>
            </a:r>
          </a:p>
          <a:p>
            <a:pPr marL="171450" indent="-171450">
              <a:buFont typeface="Arial" panose="020B0604020202020204" pitchFamily="34" charset="0"/>
              <a:buChar char="•"/>
            </a:pPr>
            <a:r>
              <a:rPr lang="en-GB" b="1" dirty="0"/>
              <a:t>Statelessness via JWT:</a:t>
            </a:r>
            <a:r>
              <a:rPr lang="en-GB" dirty="0"/>
              <a:t> The microservices do not store user sessions in memory, instead they use stateless JSON Web Tokens validated by the BFF. By doing this, we can safely destroy or duplicate any Pod/container at any time without losing data.</a:t>
            </a:r>
          </a:p>
          <a:p>
            <a:pPr marL="171450" indent="-171450">
              <a:buFont typeface="Arial" panose="020B0604020202020204" pitchFamily="34" charset="0"/>
              <a:buChar char="•"/>
            </a:pPr>
            <a:r>
              <a:rPr lang="en-GB" b="1" dirty="0"/>
              <a:t>Declarative Orchestration:</a:t>
            </a:r>
            <a:r>
              <a:rPr lang="en-GB" dirty="0"/>
              <a:t> Instead of manually starting servers, I wrote OKD </a:t>
            </a:r>
            <a:r>
              <a:rPr lang="en-GB" sz="1200" kern="1200" dirty="0">
                <a:solidFill>
                  <a:schemeClr val="tx1"/>
                </a:solidFill>
                <a:latin typeface="+mn-lt"/>
                <a:ea typeface="+mn-ea"/>
                <a:cs typeface="+mn-cs"/>
              </a:rPr>
              <a:t>Deployment</a:t>
            </a:r>
            <a:r>
              <a:rPr lang="en-GB" dirty="0"/>
              <a:t> manifests to tell OKD, for example, "I want 2 replicas of the Order API running," and the cluster's control plane constantly monitors and adjusts the system to maintain that state.</a:t>
            </a:r>
          </a:p>
          <a:p>
            <a:endParaRPr lang="en-IT" dirty="0"/>
          </a:p>
          <a:p>
            <a:endParaRPr lang="en-IT" dirty="0"/>
          </a:p>
          <a:p>
            <a:endParaRPr lang="en-IT" dirty="0"/>
          </a:p>
        </p:txBody>
      </p:sp>
      <p:sp>
        <p:nvSpPr>
          <p:cNvPr id="4" name="Slide Number Placeholder 3"/>
          <p:cNvSpPr>
            <a:spLocks noGrp="1"/>
          </p:cNvSpPr>
          <p:nvPr>
            <p:ph type="sldNum" sz="quarter" idx="5"/>
          </p:nvPr>
        </p:nvSpPr>
        <p:spPr/>
        <p:txBody>
          <a:bodyPr/>
          <a:lstStyle/>
          <a:p>
            <a:fld id="{A1FD4C87-9CAF-0C4E-93E7-020DE1465132}" type="slidenum">
              <a:rPr lang="en-IT" smtClean="0"/>
              <a:t>8</a:t>
            </a:fld>
            <a:endParaRPr lang="en-IT"/>
          </a:p>
        </p:txBody>
      </p:sp>
    </p:spTree>
    <p:extLst>
      <p:ext uri="{BB962C8B-B14F-4D97-AF65-F5344CB8AC3E}">
        <p14:creationId xmlns:p14="http://schemas.microsoft.com/office/powerpoint/2010/main" val="41589929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32C36-C06D-746B-D9B1-89A5D179E7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B58AF9-3557-A5DF-7F25-208EB130F1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7B57C0-D69D-2415-DA33-432D5E505448}"/>
              </a:ext>
            </a:extLst>
          </p:cNvPr>
          <p:cNvSpPr>
            <a:spLocks noGrp="1"/>
          </p:cNvSpPr>
          <p:nvPr>
            <p:ph type="body" idx="1"/>
          </p:nvPr>
        </p:nvSpPr>
        <p:spPr/>
        <p:txBody>
          <a:bodyPr/>
          <a:lstStyle/>
          <a:p>
            <a:pPr defTabSz="914400">
              <a:lnSpc>
                <a:spcPct val="150000"/>
              </a:lnSpc>
              <a:tabLst>
                <a:tab pos="0" algn="l"/>
              </a:tabLst>
            </a:pPr>
            <a:r>
              <a:rPr lang="en-US" sz="1400" b="1" dirty="0">
                <a:solidFill>
                  <a:schemeClr val="dk1"/>
                </a:solidFill>
                <a:latin typeface="Manrope"/>
              </a:rPr>
              <a:t>Imperative model</a:t>
            </a:r>
            <a:endParaRPr lang="en-US" sz="1400" dirty="0">
              <a:solidFill>
                <a:schemeClr val="dk1"/>
              </a:solidFill>
              <a:latin typeface="Manrope"/>
            </a:endParaRP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Each request is handled by a dedicated thread, which remains occupied until processing is complete (</a:t>
            </a:r>
            <a:r>
              <a:rPr lang="en-US" sz="1200" b="1" dirty="0">
                <a:solidFill>
                  <a:schemeClr val="dk1"/>
                </a:solidFill>
                <a:latin typeface="Manrope"/>
              </a:rPr>
              <a:t>worker thread</a:t>
            </a:r>
            <a:r>
              <a:rPr lang="en-US" sz="1200" dirty="0">
                <a:solidFill>
                  <a:schemeClr val="dk1"/>
                </a:solidFill>
                <a:latin typeface="Manrope"/>
              </a:rPr>
              <a:t>).</a:t>
            </a:r>
          </a:p>
          <a:p>
            <a:pPr marL="285750" indent="-285750">
              <a:lnSpc>
                <a:spcPct val="150000"/>
              </a:lnSpc>
              <a:buFont typeface="Arial" panose="020B0604020202020204" pitchFamily="34" charset="0"/>
              <a:buChar char="•"/>
              <a:tabLst>
                <a:tab pos="0" algn="l"/>
              </a:tabLst>
            </a:pPr>
            <a:r>
              <a:rPr lang="en-US" sz="1200" u="sng" dirty="0">
                <a:solidFill>
                  <a:schemeClr val="dk1"/>
                </a:solidFill>
                <a:latin typeface="Manrope"/>
              </a:rPr>
              <a:t>Blocking I/O operations</a:t>
            </a:r>
            <a:r>
              <a:rPr lang="en-US" sz="1200" dirty="0">
                <a:solidFill>
                  <a:schemeClr val="dk1"/>
                </a:solidFill>
                <a:latin typeface="Manrope"/>
              </a:rPr>
              <a:t>: the thread remains idle while waiting for a response from a database or external service.</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Limited scalability: more requests = more threads = high memory and CPU consumption.</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Simpler programming model and sequential code.</a:t>
            </a:r>
          </a:p>
          <a:p>
            <a:pPr marL="0" indent="0">
              <a:lnSpc>
                <a:spcPct val="150000"/>
              </a:lnSpc>
              <a:buFont typeface="Arial" panose="020B0604020202020204" pitchFamily="34" charset="0"/>
              <a:buNone/>
              <a:tabLst>
                <a:tab pos="0" algn="l"/>
              </a:tabLst>
            </a:pPr>
            <a:endParaRPr lang="en-US" sz="1200" dirty="0">
              <a:solidFill>
                <a:schemeClr val="dk1"/>
              </a:solidFill>
              <a:latin typeface="Manrope"/>
            </a:endParaRPr>
          </a:p>
          <a:p>
            <a:pPr>
              <a:lnSpc>
                <a:spcPct val="150000"/>
              </a:lnSpc>
              <a:tabLst>
                <a:tab pos="0" algn="l"/>
              </a:tabLst>
            </a:pPr>
            <a:r>
              <a:rPr lang="en-US" sz="1400" b="1" dirty="0">
                <a:solidFill>
                  <a:schemeClr val="dk1"/>
                </a:solidFill>
                <a:latin typeface="Manrope"/>
              </a:rPr>
              <a:t>Reactive model</a:t>
            </a:r>
            <a:endParaRPr lang="en-US" sz="1400" dirty="0">
              <a:solidFill>
                <a:schemeClr val="dk1"/>
              </a:solidFill>
              <a:latin typeface="Manrope"/>
            </a:endParaRP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A small number of threads can handle multiple concurrent requests (</a:t>
            </a:r>
            <a:r>
              <a:rPr lang="en-US" sz="1200" b="1" dirty="0">
                <a:solidFill>
                  <a:schemeClr val="dk1"/>
                </a:solidFill>
                <a:latin typeface="Manrope"/>
              </a:rPr>
              <a:t>I/O thread</a:t>
            </a:r>
            <a:r>
              <a:rPr lang="en-US" sz="1200" dirty="0">
                <a:solidFill>
                  <a:schemeClr val="dk1"/>
                </a:solidFill>
                <a:latin typeface="Manrope"/>
              </a:rPr>
              <a:t>).</a:t>
            </a:r>
          </a:p>
          <a:p>
            <a:pPr marL="285750" indent="-285750">
              <a:lnSpc>
                <a:spcPct val="150000"/>
              </a:lnSpc>
              <a:buFont typeface="Arial" panose="020B0604020202020204" pitchFamily="34" charset="0"/>
              <a:buChar char="•"/>
              <a:tabLst>
                <a:tab pos="0" algn="l"/>
              </a:tabLst>
            </a:pPr>
            <a:r>
              <a:rPr lang="en-US" sz="1200" u="sng" dirty="0">
                <a:solidFill>
                  <a:schemeClr val="dk1"/>
                </a:solidFill>
                <a:latin typeface="Manrope"/>
              </a:rPr>
              <a:t>Non-blocking I/O operations</a:t>
            </a:r>
            <a:r>
              <a:rPr lang="en-US" sz="1200" dirty="0">
                <a:solidFill>
                  <a:schemeClr val="dk1"/>
                </a:solidFill>
                <a:latin typeface="Manrope"/>
              </a:rPr>
              <a:t>: the thread is released while waiting for the response, allowing it to process other tasks.</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High concurrency: the same thread can handle multiple requests in parallel, drastically reducing memory and CPU impact.</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Programming is based on continuations (callbacks, reactive streams, reactive libraries).</a:t>
            </a:r>
          </a:p>
          <a:p>
            <a:endParaRPr lang="en-IT" dirty="0"/>
          </a:p>
          <a:p>
            <a:endParaRPr lang="en-IT" dirty="0"/>
          </a:p>
        </p:txBody>
      </p:sp>
      <p:sp>
        <p:nvSpPr>
          <p:cNvPr id="4" name="Slide Number Placeholder 3">
            <a:extLst>
              <a:ext uri="{FF2B5EF4-FFF2-40B4-BE49-F238E27FC236}">
                <a16:creationId xmlns:a16="http://schemas.microsoft.com/office/drawing/2014/main" id="{85EC93F4-9CC5-4366-3DB6-299F90BE3DA6}"/>
              </a:ext>
            </a:extLst>
          </p:cNvPr>
          <p:cNvSpPr>
            <a:spLocks noGrp="1"/>
          </p:cNvSpPr>
          <p:nvPr>
            <p:ph type="sldNum" sz="quarter" idx="5"/>
          </p:nvPr>
        </p:nvSpPr>
        <p:spPr/>
        <p:txBody>
          <a:bodyPr/>
          <a:lstStyle/>
          <a:p>
            <a:fld id="{A1FD4C87-9CAF-0C4E-93E7-020DE1465132}" type="slidenum">
              <a:rPr lang="en-IT" smtClean="0"/>
              <a:t>9</a:t>
            </a:fld>
            <a:endParaRPr lang="en-IT"/>
          </a:p>
        </p:txBody>
      </p:sp>
    </p:spTree>
    <p:extLst>
      <p:ext uri="{BB962C8B-B14F-4D97-AF65-F5344CB8AC3E}">
        <p14:creationId xmlns:p14="http://schemas.microsoft.com/office/powerpoint/2010/main" val="2659229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DB3DC-B4BF-EA17-6AD6-91D30E8721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0F7D5-E622-0859-7B59-EB6CEAD26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561704-D80D-BE1A-D2AB-55B82C031F06}"/>
              </a:ext>
            </a:extLst>
          </p:cNvPr>
          <p:cNvSpPr>
            <a:spLocks noGrp="1"/>
          </p:cNvSpPr>
          <p:nvPr>
            <p:ph type="body" idx="1"/>
          </p:nvPr>
        </p:nvSpPr>
        <p:spPr/>
        <p:txBody>
          <a:bodyPr/>
          <a:lstStyle/>
          <a:p>
            <a:r>
              <a:rPr lang="en-GB" dirty="0"/>
              <a:t>This diagram represents the complete topology of the Smart Travel platform. Let’s break it down into its core components.</a:t>
            </a:r>
          </a:p>
          <a:p>
            <a:endParaRPr lang="en-GB" dirty="0"/>
          </a:p>
          <a:p>
            <a:r>
              <a:rPr lang="en-GB" b="1" dirty="0"/>
              <a:t>[1. Core Microservices]</a:t>
            </a:r>
            <a:r>
              <a:rPr lang="en-GB" dirty="0"/>
              <a:t> </a:t>
            </a:r>
          </a:p>
          <a:p>
            <a:r>
              <a:rPr lang="en-GB" dirty="0"/>
              <a:t>At the </a:t>
            </a:r>
            <a:r>
              <a:rPr lang="en-GB" dirty="0" err="1"/>
              <a:t>center</a:t>
            </a:r>
            <a:r>
              <a:rPr lang="en-GB" dirty="0"/>
              <a:t> of the architecture, we have the core business logic decomposed into four distinct microservices:</a:t>
            </a:r>
          </a:p>
          <a:p>
            <a:pPr marL="228600" indent="-228600">
              <a:buFont typeface="+mj-lt"/>
              <a:buAutoNum type="arabicPeriod"/>
            </a:pPr>
            <a:r>
              <a:rPr lang="en-GB" dirty="0"/>
              <a:t>the </a:t>
            </a:r>
            <a:r>
              <a:rPr lang="en-GB" b="1" dirty="0"/>
              <a:t>Travel </a:t>
            </a:r>
            <a:r>
              <a:rPr lang="en-GB" b="1" dirty="0" err="1"/>
              <a:t>Catalog</a:t>
            </a:r>
            <a:r>
              <a:rPr lang="en-GB" b="1" dirty="0"/>
              <a:t> API</a:t>
            </a:r>
            <a:r>
              <a:rPr lang="en-GB" dirty="0"/>
              <a:t> built with </a:t>
            </a:r>
            <a:r>
              <a:rPr lang="en-GB" dirty="0" err="1"/>
              <a:t>Quarkus</a:t>
            </a:r>
            <a:r>
              <a:rPr lang="en-GB" dirty="0"/>
              <a:t>, </a:t>
            </a:r>
          </a:p>
          <a:p>
            <a:pPr marL="228600" indent="-228600">
              <a:buFont typeface="+mj-lt"/>
              <a:buAutoNum type="arabicPeriod"/>
            </a:pPr>
            <a:r>
              <a:rPr lang="en-GB" dirty="0"/>
              <a:t>the </a:t>
            </a:r>
            <a:r>
              <a:rPr lang="en-GB" b="1" dirty="0"/>
              <a:t>User API and Order APIs</a:t>
            </a:r>
            <a:r>
              <a:rPr lang="en-GB" dirty="0"/>
              <a:t> built with Spring Boot. </a:t>
            </a:r>
          </a:p>
          <a:p>
            <a:pPr marL="228600" indent="-228600">
              <a:buFont typeface="+mj-lt"/>
              <a:buAutoNum type="arabicPeriod"/>
            </a:pPr>
            <a:r>
              <a:rPr lang="en-GB" dirty="0"/>
              <a:t>The Order API</a:t>
            </a:r>
          </a:p>
          <a:p>
            <a:pPr marL="228600" indent="-228600">
              <a:buFont typeface="+mj-lt"/>
              <a:buAutoNum type="arabicPeriod"/>
            </a:pPr>
            <a:endParaRPr lang="en-GB" dirty="0"/>
          </a:p>
          <a:p>
            <a:pPr marL="0" indent="0">
              <a:buFont typeface="+mj-lt"/>
              <a:buNone/>
            </a:pPr>
            <a:r>
              <a:rPr lang="en-GB" dirty="0"/>
              <a:t>To guarantee strict isolation and fault tolerance, each of these services manages its own dedicated MongoDB database. This ensures that a heavy load on the </a:t>
            </a:r>
            <a:r>
              <a:rPr lang="en-GB" dirty="0" err="1"/>
              <a:t>catalog</a:t>
            </a:r>
            <a:r>
              <a:rPr lang="en-GB" dirty="0"/>
              <a:t> doesn't impact our ability to process orders.</a:t>
            </a:r>
          </a:p>
          <a:p>
            <a:pPr marL="0" indent="0">
              <a:buFont typeface="+mj-lt"/>
              <a:buNone/>
            </a:pPr>
            <a:endParaRPr lang="en-GB" dirty="0"/>
          </a:p>
          <a:p>
            <a:r>
              <a:rPr lang="en-GB" b="1" dirty="0"/>
              <a:t>[2. BFF, </a:t>
            </a:r>
            <a:r>
              <a:rPr lang="en-GB" b="1" dirty="0" err="1"/>
              <a:t>GraphQL</a:t>
            </a:r>
            <a:r>
              <a:rPr lang="en-GB" b="1" dirty="0"/>
              <a:t>, and Frontend]</a:t>
            </a:r>
            <a:r>
              <a:rPr lang="en-GB" dirty="0"/>
              <a:t> </a:t>
            </a:r>
          </a:p>
          <a:p>
            <a:r>
              <a:rPr lang="en-GB" dirty="0"/>
              <a:t>Moving to the left, we have the client side. To connect our Angular frontend to these distributed backend services, I implemented a </a:t>
            </a:r>
            <a:r>
              <a:rPr lang="en-GB" b="1" dirty="0"/>
              <a:t>Backend-For-Frontend (BFF)</a:t>
            </a:r>
            <a:r>
              <a:rPr lang="en-GB" dirty="0"/>
              <a:t>. Instead of the client making dozens of REST requests to different services, it simply sends a single </a:t>
            </a:r>
            <a:r>
              <a:rPr lang="en-GB" b="1" dirty="0" err="1"/>
              <a:t>GraphQL</a:t>
            </a:r>
            <a:r>
              <a:rPr lang="en-GB" dirty="0"/>
              <a:t> query to the BFF. The BFF acts as an API Gateway, dynamically fetching and aggregating only the requested data from the downstream microservices. This effectively eliminates network latency and frontend over-fetching.</a:t>
            </a:r>
          </a:p>
          <a:p>
            <a:endParaRPr lang="en-GB" b="1" dirty="0"/>
          </a:p>
          <a:p>
            <a:r>
              <a:rPr lang="en-GB" b="1" dirty="0"/>
              <a:t>[3. JWT Authentication]</a:t>
            </a:r>
          </a:p>
          <a:p>
            <a:r>
              <a:rPr lang="en-GB" dirty="0"/>
              <a:t>Furthermore, this BFF serves as the system’s primary security perimeter. All incoming traffic is intercepted here and authenticated using stateless </a:t>
            </a:r>
            <a:r>
              <a:rPr lang="en-GB" b="1" dirty="0"/>
              <a:t>JSON Web Tokens (JWT)</a:t>
            </a:r>
            <a:r>
              <a:rPr lang="en-GB" dirty="0"/>
              <a:t>. The BFF verifies the cryptographic signature and enforces strict Role-Based Access Control before any request is allowed inside the internal network. This keeps the downstream microservices secure and strictly focused on their business logic.</a:t>
            </a:r>
          </a:p>
          <a:p>
            <a:endParaRPr lang="en-GB" b="1" dirty="0"/>
          </a:p>
          <a:p>
            <a:r>
              <a:rPr lang="en-GB" b="1" dirty="0"/>
              <a:t>[4. Payment Flow, </a:t>
            </a:r>
            <a:r>
              <a:rPr lang="en-GB" b="1" dirty="0" err="1"/>
              <a:t>Debezium</a:t>
            </a:r>
            <a:r>
              <a:rPr lang="en-GB" b="1" dirty="0"/>
              <a:t>, and RabbitMQ]</a:t>
            </a:r>
          </a:p>
          <a:p>
            <a:r>
              <a:rPr lang="en-GB" dirty="0"/>
              <a:t>Finally, at the bottom of the diagram, we have the event-driven layer. The most complex challenge I faced here was the famous </a:t>
            </a:r>
            <a:r>
              <a:rPr lang="en-GB" b="1" dirty="0"/>
              <a:t>dual-write problem</a:t>
            </a:r>
            <a:r>
              <a:rPr lang="en-GB" dirty="0"/>
              <a:t> during the checkout phase.</a:t>
            </a:r>
          </a:p>
          <a:p>
            <a:r>
              <a:rPr lang="en-GB" dirty="0"/>
              <a:t>When a user completes a payment, the Order API needs to do two things: save the updated order to MongoDB and publish a notification event to RabbitMQ. Because these are two separate systems, they cannot share a single transaction.</a:t>
            </a:r>
          </a:p>
          <a:p>
            <a:r>
              <a:rPr lang="en-GB" dirty="0"/>
              <a:t>If we simply execute them sequentially, we risk data inconsistency. If the MongoDB transaction succeeds but a network glitch prevents the message from reaching the broker, the message is lost forever. </a:t>
            </a:r>
          </a:p>
          <a:p>
            <a:r>
              <a:rPr lang="en-GB" dirty="0"/>
              <a:t>Conversely, if we publish to the broker first, but the database transaction rolls back, the system sends a confirmation email for an order that doesn't exist.</a:t>
            </a:r>
          </a:p>
          <a:p>
            <a:r>
              <a:rPr lang="en-GB" dirty="0"/>
              <a:t>To guarantee absolute data consistency, I implemented the </a:t>
            </a:r>
            <a:r>
              <a:rPr lang="en-GB" b="1" dirty="0"/>
              <a:t>Transactional Outbox Pattern</a:t>
            </a:r>
            <a:r>
              <a:rPr lang="en-GB" dirty="0"/>
              <a:t>. The Order API atomically saves the order and an 'event record' into MongoDB in a single, local transaction. </a:t>
            </a:r>
          </a:p>
          <a:p>
            <a:r>
              <a:rPr lang="en-GB" dirty="0"/>
              <a:t>Then, a standalone </a:t>
            </a:r>
            <a:r>
              <a:rPr lang="en-GB" b="1" dirty="0" err="1"/>
              <a:t>Debezium</a:t>
            </a:r>
            <a:r>
              <a:rPr lang="en-GB" dirty="0"/>
              <a:t> service continuously tails the database logs, detects this atomic insertion, and securely publishes the payload to </a:t>
            </a:r>
            <a:r>
              <a:rPr lang="en-GB" b="1" dirty="0"/>
              <a:t>RabbitMQ</a:t>
            </a:r>
            <a:r>
              <a:rPr lang="en-GB" dirty="0"/>
              <a:t>. </a:t>
            </a:r>
          </a:p>
          <a:p>
            <a:r>
              <a:rPr lang="en-GB" dirty="0"/>
              <a:t>This decoupled architecture guarantees at-least-once message delivery, ensuring that temporary broker failures never compromise the integrity of the financial transaction.</a:t>
            </a:r>
          </a:p>
          <a:p>
            <a:endParaRPr lang="en-IT" dirty="0"/>
          </a:p>
        </p:txBody>
      </p:sp>
      <p:sp>
        <p:nvSpPr>
          <p:cNvPr id="4" name="Slide Number Placeholder 3">
            <a:extLst>
              <a:ext uri="{FF2B5EF4-FFF2-40B4-BE49-F238E27FC236}">
                <a16:creationId xmlns:a16="http://schemas.microsoft.com/office/drawing/2014/main" id="{7D4860AA-AD9A-1246-A9A9-EB906ECFDD27}"/>
              </a:ext>
            </a:extLst>
          </p:cNvPr>
          <p:cNvSpPr>
            <a:spLocks noGrp="1"/>
          </p:cNvSpPr>
          <p:nvPr>
            <p:ph type="sldNum" sz="quarter" idx="5"/>
          </p:nvPr>
        </p:nvSpPr>
        <p:spPr/>
        <p:txBody>
          <a:bodyPr/>
          <a:lstStyle/>
          <a:p>
            <a:fld id="{A1FD4C87-9CAF-0C4E-93E7-020DE1465132}" type="slidenum">
              <a:rPr lang="en-IT" smtClean="0"/>
              <a:t>10</a:t>
            </a:fld>
            <a:endParaRPr lang="en-IT"/>
          </a:p>
        </p:txBody>
      </p:sp>
    </p:spTree>
    <p:extLst>
      <p:ext uri="{BB962C8B-B14F-4D97-AF65-F5344CB8AC3E}">
        <p14:creationId xmlns:p14="http://schemas.microsoft.com/office/powerpoint/2010/main" val="10541087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713160" y="539640"/>
            <a:ext cx="4807080" cy="2003760"/>
          </a:xfrm>
          <a:prstGeom prst="rect">
            <a:avLst/>
          </a:prstGeom>
          <a:noFill/>
          <a:ln w="0">
            <a:noFill/>
          </a:ln>
        </p:spPr>
        <p:txBody>
          <a:bodyPr lIns="91440" tIns="91440" rIns="91440" bIns="91440" anchor="ctr">
            <a:noAutofit/>
          </a:bodyPr>
          <a:lstStyle/>
          <a:p>
            <a:pPr indent="0">
              <a:buNone/>
            </a:pPr>
            <a:r>
              <a:rPr lang="fr-FR" sz="3800" b="0" u="none" strike="noStrike">
                <a:solidFill>
                  <a:schemeClr val="dk1"/>
                </a:solidFill>
                <a:effectLst/>
                <a:uFillTx/>
                <a:latin typeface="Arial"/>
              </a:rPr>
              <a:t>Click to edit the title text format</a:t>
            </a:r>
          </a:p>
        </p:txBody>
      </p:sp>
      <p:sp>
        <p:nvSpPr>
          <p:cNvPr id="3" name="PlaceHolder 2"/>
          <p:cNvSpPr>
            <a:spLocks noGrp="1"/>
          </p:cNvSpPr>
          <p:nvPr>
            <p:ph type="body"/>
          </p:nvPr>
        </p:nvSpPr>
        <p:spPr>
          <a:xfrm>
            <a:off x="5654880" y="1312560"/>
            <a:ext cx="2851920" cy="2851920"/>
          </a:xfrm>
          <a:prstGeom prst="rect">
            <a:avLst/>
          </a:prstGeom>
          <a:noFill/>
          <a:ln w="76320">
            <a:solidFill>
              <a:schemeClr val="lt1"/>
            </a:solidFill>
            <a:round/>
          </a:ln>
        </p:spPr>
        <p:txBody>
          <a:bodyPr lIns="90000" tIns="45000" rIns="90000" bIns="45000" anchor="t">
            <a:normAutofit fontScale="400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13160" y="1440000"/>
            <a:ext cx="4032720" cy="1080360"/>
          </a:xfrm>
          <a:prstGeom prst="rect">
            <a:avLst/>
          </a:prstGeom>
          <a:solidFill>
            <a:schemeClr val="lt2"/>
          </a:solidFill>
          <a:ln w="0">
            <a:noFill/>
          </a:ln>
        </p:spPr>
        <p:txBody>
          <a:bodyPr lIns="91440" tIns="91440" rIns="91440" bIns="91440" anchor="ctr">
            <a:noAutofit/>
          </a:bodyPr>
          <a:lstStyle/>
          <a:p>
            <a:pPr indent="0">
              <a:lnSpc>
                <a:spcPct val="100000"/>
              </a:lnSpc>
              <a:buNone/>
            </a:pPr>
            <a:r>
              <a:rPr lang="fr-FR" sz="5000" b="0" u="none" strike="noStrike">
                <a:solidFill>
                  <a:schemeClr val="dk1"/>
                </a:solidFill>
                <a:effectLst/>
                <a:uFillTx/>
                <a:latin typeface="Archivo Black"/>
                <a:ea typeface="Archivo Black"/>
              </a:rPr>
              <a:t>xx%</a:t>
            </a:r>
            <a:endParaRPr lang="fr-FR" sz="5000" b="0" u="none" strike="noStrike">
              <a:solidFill>
                <a:schemeClr val="dk1"/>
              </a:solidFill>
              <a:effectLst/>
              <a:uFillTx/>
              <a:latin typeface="Arial"/>
            </a:endParaRPr>
          </a:p>
        </p:txBody>
      </p:sp>
      <p:sp>
        <p:nvSpPr>
          <p:cNvPr id="5"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6" name="Google Shape;146;p11"/>
          <p:cNvGrpSpPr/>
          <p:nvPr/>
        </p:nvGrpSpPr>
        <p:grpSpPr>
          <a:xfrm>
            <a:off x="3333960" y="4349160"/>
            <a:ext cx="1309320" cy="257400"/>
            <a:chOff x="3333960" y="4349160"/>
            <a:chExt cx="1309320" cy="257400"/>
          </a:xfrm>
        </p:grpSpPr>
        <p:sp>
          <p:nvSpPr>
            <p:cNvPr id="7" name="Google Shape;147;p11"/>
            <p:cNvSpPr/>
            <p:nvPr/>
          </p:nvSpPr>
          <p:spPr>
            <a:xfrm flipV="1">
              <a:off x="375336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 name="Google Shape;148;p11"/>
            <p:cNvSpPr/>
            <p:nvPr/>
          </p:nvSpPr>
          <p:spPr>
            <a:xfrm flipV="1">
              <a:off x="395748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 name="Google Shape;149;p11"/>
            <p:cNvSpPr/>
            <p:nvPr/>
          </p:nvSpPr>
          <p:spPr>
            <a:xfrm flipV="1">
              <a:off x="416160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0" name="Google Shape;150;p11"/>
            <p:cNvSpPr/>
            <p:nvPr/>
          </p:nvSpPr>
          <p:spPr>
            <a:xfrm flipV="1">
              <a:off x="436572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 name="Google Shape;151;p11"/>
            <p:cNvSpPr/>
            <p:nvPr/>
          </p:nvSpPr>
          <p:spPr>
            <a:xfrm flipV="1">
              <a:off x="456984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 name="Google Shape;152;p11"/>
            <p:cNvSpPr/>
            <p:nvPr/>
          </p:nvSpPr>
          <p:spPr>
            <a:xfrm flipV="1">
              <a:off x="333396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 name="Google Shape;153;p11"/>
            <p:cNvSpPr/>
            <p:nvPr/>
          </p:nvSpPr>
          <p:spPr>
            <a:xfrm flipV="1">
              <a:off x="353808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 name="Google Shape;154;p11"/>
            <p:cNvSpPr/>
            <p:nvPr/>
          </p:nvSpPr>
          <p:spPr>
            <a:xfrm flipV="1">
              <a:off x="374220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 name="Google Shape;155;p11"/>
            <p:cNvSpPr/>
            <p:nvPr/>
          </p:nvSpPr>
          <p:spPr>
            <a:xfrm flipV="1">
              <a:off x="394632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 name="Google Shape;156;p11"/>
            <p:cNvSpPr/>
            <p:nvPr/>
          </p:nvSpPr>
          <p:spPr>
            <a:xfrm flipV="1">
              <a:off x="415044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_1_1_1_1_1_1">
    <p:bg>
      <p:bgPr>
        <a:solidFill>
          <a:schemeClr val="lt1"/>
        </a:solidFill>
        <a:effectLst/>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18" name="PlaceHolder 2"/>
          <p:cNvSpPr>
            <a:spLocks noGrp="1"/>
          </p:cNvSpPr>
          <p:nvPr>
            <p:ph type="title"/>
          </p:nvPr>
        </p:nvSpPr>
        <p:spPr>
          <a:xfrm>
            <a:off x="796320" y="1633680"/>
            <a:ext cx="707040" cy="123552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19" name="PlaceHolder 3"/>
          <p:cNvSpPr>
            <a:spLocks noGrp="1"/>
          </p:cNvSpPr>
          <p:nvPr>
            <p:ph type="title"/>
          </p:nvPr>
        </p:nvSpPr>
        <p:spPr>
          <a:xfrm>
            <a:off x="4750920" y="329076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20" name="PlaceHolder 4"/>
          <p:cNvSpPr>
            <a:spLocks noGrp="1"/>
          </p:cNvSpPr>
          <p:nvPr>
            <p:ph type="title"/>
          </p:nvPr>
        </p:nvSpPr>
        <p:spPr>
          <a:xfrm>
            <a:off x="796320" y="329076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21" name="PlaceHolder 5"/>
          <p:cNvSpPr>
            <a:spLocks noGrp="1"/>
          </p:cNvSpPr>
          <p:nvPr>
            <p:ph type="title"/>
          </p:nvPr>
        </p:nvSpPr>
        <p:spPr>
          <a:xfrm>
            <a:off x="4750920" y="163368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grpSp>
        <p:nvGrpSpPr>
          <p:cNvPr id="22" name="Google Shape;172;p13"/>
          <p:cNvGrpSpPr/>
          <p:nvPr/>
        </p:nvGrpSpPr>
        <p:grpSpPr>
          <a:xfrm>
            <a:off x="7527600" y="-437040"/>
            <a:ext cx="2303280" cy="2075400"/>
            <a:chOff x="7527600" y="-437040"/>
            <a:chExt cx="2303280" cy="2075400"/>
          </a:xfrm>
        </p:grpSpPr>
        <p:sp>
          <p:nvSpPr>
            <p:cNvPr id="23" name="Google Shape;173;p13"/>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4" name="Google Shape;174;p13"/>
            <p:cNvGrpSpPr/>
            <p:nvPr/>
          </p:nvGrpSpPr>
          <p:grpSpPr>
            <a:xfrm>
              <a:off x="7527600" y="-190440"/>
              <a:ext cx="2303280" cy="1828800"/>
              <a:chOff x="7527600" y="-190440"/>
              <a:chExt cx="2303280" cy="1828800"/>
            </a:xfrm>
          </p:grpSpPr>
          <p:sp>
            <p:nvSpPr>
              <p:cNvPr id="25" name="Google Shape;175;p13"/>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 name="Google Shape;176;p13"/>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7" name="Google Shape;177;p13"/>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8" name="Google Shape;178;p13"/>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_1_1">
    <p:bg>
      <p:bgPr>
        <a:solidFill>
          <a:schemeClr val="lt1"/>
        </a:solidFill>
        <a:effectLst/>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713160" y="4091040"/>
            <a:ext cx="4620600" cy="531720"/>
          </a:xfrm>
          <a:prstGeom prst="rect">
            <a:avLst/>
          </a:prstGeom>
          <a:noFill/>
          <a:ln w="0">
            <a:noFill/>
          </a:ln>
        </p:spPr>
        <p:txBody>
          <a:bodyPr lIns="91440" tIns="91440" rIns="91440" bIns="91440" anchor="t">
            <a:noAutofit/>
          </a:bodyPr>
          <a:lstStyle/>
          <a:p>
            <a:pPr indent="0">
              <a:buNone/>
            </a:pPr>
            <a:r>
              <a:rPr lang="fr-FR" sz="2000" b="0" u="none" strike="noStrike">
                <a:solidFill>
                  <a:schemeClr val="dk1"/>
                </a:solidFill>
                <a:effectLst/>
                <a:uFillTx/>
                <a:latin typeface="Arial"/>
              </a:rPr>
              <a:t>Click to edit the title text format</a:t>
            </a:r>
          </a:p>
        </p:txBody>
      </p:sp>
      <p:grpSp>
        <p:nvGrpSpPr>
          <p:cNvPr id="30" name="Google Shape;182;p14"/>
          <p:cNvGrpSpPr/>
          <p:nvPr/>
        </p:nvGrpSpPr>
        <p:grpSpPr>
          <a:xfrm>
            <a:off x="6011280" y="4511160"/>
            <a:ext cx="1309320" cy="257400"/>
            <a:chOff x="6011280" y="4511160"/>
            <a:chExt cx="1309320" cy="257400"/>
          </a:xfrm>
        </p:grpSpPr>
        <p:sp>
          <p:nvSpPr>
            <p:cNvPr id="31" name="Google Shape;183;p14"/>
            <p:cNvSpPr/>
            <p:nvPr/>
          </p:nvSpPr>
          <p:spPr>
            <a:xfrm>
              <a:off x="643068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 name="Google Shape;184;p14"/>
            <p:cNvSpPr/>
            <p:nvPr/>
          </p:nvSpPr>
          <p:spPr>
            <a:xfrm>
              <a:off x="663480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 name="Google Shape;185;p14"/>
            <p:cNvSpPr/>
            <p:nvPr/>
          </p:nvSpPr>
          <p:spPr>
            <a:xfrm>
              <a:off x="683892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 name="Google Shape;186;p14"/>
            <p:cNvSpPr/>
            <p:nvPr/>
          </p:nvSpPr>
          <p:spPr>
            <a:xfrm>
              <a:off x="704304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5" name="Google Shape;187;p14"/>
            <p:cNvSpPr/>
            <p:nvPr/>
          </p:nvSpPr>
          <p:spPr>
            <a:xfrm>
              <a:off x="724716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 name="Google Shape;188;p14"/>
            <p:cNvSpPr/>
            <p:nvPr/>
          </p:nvSpPr>
          <p:spPr>
            <a:xfrm>
              <a:off x="601128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 name="Google Shape;189;p14"/>
            <p:cNvSpPr/>
            <p:nvPr/>
          </p:nvSpPr>
          <p:spPr>
            <a:xfrm>
              <a:off x="621540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8" name="Google Shape;190;p14"/>
            <p:cNvSpPr/>
            <p:nvPr/>
          </p:nvSpPr>
          <p:spPr>
            <a:xfrm>
              <a:off x="641952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9" name="Google Shape;191;p14"/>
            <p:cNvSpPr/>
            <p:nvPr/>
          </p:nvSpPr>
          <p:spPr>
            <a:xfrm>
              <a:off x="662364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40" name="Google Shape;192;p14"/>
            <p:cNvSpPr/>
            <p:nvPr/>
          </p:nvSpPr>
          <p:spPr>
            <a:xfrm>
              <a:off x="682776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l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42" name="PlaceHolder 2"/>
          <p:cNvSpPr>
            <a:spLocks noGrp="1"/>
          </p:cNvSpPr>
          <p:nvPr>
            <p:ph type="title"/>
          </p:nvPr>
        </p:nvSpPr>
        <p:spPr>
          <a:xfrm>
            <a:off x="141156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sp>
        <p:nvSpPr>
          <p:cNvPr id="43" name="PlaceHolder 3"/>
          <p:cNvSpPr>
            <a:spLocks noGrp="1"/>
          </p:cNvSpPr>
          <p:nvPr>
            <p:ph type="title"/>
          </p:nvPr>
        </p:nvSpPr>
        <p:spPr>
          <a:xfrm>
            <a:off x="395820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sp>
        <p:nvSpPr>
          <p:cNvPr id="44" name="PlaceHolder 4"/>
          <p:cNvSpPr>
            <a:spLocks noGrp="1"/>
          </p:cNvSpPr>
          <p:nvPr>
            <p:ph type="title"/>
          </p:nvPr>
        </p:nvSpPr>
        <p:spPr>
          <a:xfrm>
            <a:off x="650484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grpSp>
        <p:nvGrpSpPr>
          <p:cNvPr id="45" name="Google Shape;204;p15"/>
          <p:cNvGrpSpPr/>
          <p:nvPr/>
        </p:nvGrpSpPr>
        <p:grpSpPr>
          <a:xfrm>
            <a:off x="7286760" y="387360"/>
            <a:ext cx="2472480" cy="5140080"/>
            <a:chOff x="7286760" y="387360"/>
            <a:chExt cx="2472480" cy="5140080"/>
          </a:xfrm>
        </p:grpSpPr>
        <p:grpSp>
          <p:nvGrpSpPr>
            <p:cNvPr id="46" name="Google Shape;205;p15"/>
            <p:cNvGrpSpPr/>
            <p:nvPr/>
          </p:nvGrpSpPr>
          <p:grpSpPr>
            <a:xfrm>
              <a:off x="7286760" y="3448080"/>
              <a:ext cx="2472480" cy="2079360"/>
              <a:chOff x="7286760" y="3448080"/>
              <a:chExt cx="2472480" cy="2079360"/>
            </a:xfrm>
          </p:grpSpPr>
          <p:sp>
            <p:nvSpPr>
              <p:cNvPr id="47" name="Google Shape;206;p15"/>
              <p:cNvSpPr/>
              <p:nvPr/>
            </p:nvSpPr>
            <p:spPr>
              <a:xfrm rot="5400000" flipH="1" flipV="1">
                <a:off x="7653240" y="359604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48" name="Google Shape;207;p15"/>
              <p:cNvGrpSpPr/>
              <p:nvPr/>
            </p:nvGrpSpPr>
            <p:grpSpPr>
              <a:xfrm>
                <a:off x="7286760" y="3448080"/>
                <a:ext cx="2472480" cy="2079360"/>
                <a:chOff x="7286760" y="3448080"/>
                <a:chExt cx="2472480" cy="2079360"/>
              </a:xfrm>
            </p:grpSpPr>
            <p:sp>
              <p:nvSpPr>
                <p:cNvPr id="49" name="Google Shape;208;p15"/>
                <p:cNvSpPr/>
                <p:nvPr/>
              </p:nvSpPr>
              <p:spPr>
                <a:xfrm rot="18900600" flipH="1" flipV="1">
                  <a:off x="8684640" y="38167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0" name="Google Shape;209;p15"/>
                <p:cNvSpPr/>
                <p:nvPr/>
              </p:nvSpPr>
              <p:spPr>
                <a:xfrm flipV="1">
                  <a:off x="7979760" y="34477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1" name="Google Shape;210;p15"/>
                <p:cNvSpPr/>
                <p:nvPr/>
              </p:nvSpPr>
              <p:spPr>
                <a:xfrm rot="18900600" flipH="1" flipV="1">
                  <a:off x="7197120" y="49665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52" name="Google Shape;211;p15"/>
              <p:cNvSpPr/>
              <p:nvPr/>
            </p:nvSpPr>
            <p:spPr>
              <a:xfrm rot="18900000" flipV="1">
                <a:off x="7775640" y="5142240"/>
                <a:ext cx="77040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53" name="Google Shape;212;p15"/>
            <p:cNvGrpSpPr/>
            <p:nvPr/>
          </p:nvGrpSpPr>
          <p:grpSpPr>
            <a:xfrm>
              <a:off x="7432920" y="387360"/>
              <a:ext cx="1309320" cy="257400"/>
              <a:chOff x="7432920" y="387360"/>
              <a:chExt cx="1309320" cy="257400"/>
            </a:xfrm>
          </p:grpSpPr>
          <p:sp>
            <p:nvSpPr>
              <p:cNvPr id="54" name="Google Shape;213;p15"/>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5" name="Google Shape;214;p15"/>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6" name="Google Shape;215;p15"/>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7" name="Google Shape;216;p15"/>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8" name="Google Shape;217;p15"/>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9" name="Google Shape;218;p15"/>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0" name="Google Shape;219;p15"/>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1" name="Google Shape;220;p15"/>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2" name="Google Shape;221;p15"/>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3" name="Google Shape;222;p15"/>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ITLE_AND_TWO_COLUMNS_1">
    <p:bg>
      <p:bgPr>
        <a:solidFill>
          <a:schemeClr val="l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65" name="Google Shape;229;p16"/>
          <p:cNvGrpSpPr/>
          <p:nvPr/>
        </p:nvGrpSpPr>
        <p:grpSpPr>
          <a:xfrm>
            <a:off x="7432920" y="387360"/>
            <a:ext cx="2397960" cy="5136480"/>
            <a:chOff x="7432920" y="387360"/>
            <a:chExt cx="2397960" cy="5136480"/>
          </a:xfrm>
        </p:grpSpPr>
        <p:grpSp>
          <p:nvGrpSpPr>
            <p:cNvPr id="66" name="Google Shape;230;p16"/>
            <p:cNvGrpSpPr/>
            <p:nvPr/>
          </p:nvGrpSpPr>
          <p:grpSpPr>
            <a:xfrm>
              <a:off x="7527600" y="3448080"/>
              <a:ext cx="2303280" cy="2075760"/>
              <a:chOff x="7527600" y="3448080"/>
              <a:chExt cx="2303280" cy="2075760"/>
            </a:xfrm>
          </p:grpSpPr>
          <p:sp>
            <p:nvSpPr>
              <p:cNvPr id="67" name="Google Shape;231;p16"/>
              <p:cNvSpPr/>
              <p:nvPr/>
            </p:nvSpPr>
            <p:spPr>
              <a:xfrm rot="5400000" flipH="1" flipV="1">
                <a:off x="7653240" y="359604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68" name="Google Shape;232;p16"/>
              <p:cNvGrpSpPr/>
              <p:nvPr/>
            </p:nvGrpSpPr>
            <p:grpSpPr>
              <a:xfrm>
                <a:off x="7527600" y="3448080"/>
                <a:ext cx="2303280" cy="1829160"/>
                <a:chOff x="7527600" y="3448080"/>
                <a:chExt cx="2303280" cy="1829160"/>
              </a:xfrm>
            </p:grpSpPr>
            <p:sp>
              <p:nvSpPr>
                <p:cNvPr id="69" name="Google Shape;233;p16"/>
                <p:cNvSpPr/>
                <p:nvPr/>
              </p:nvSpPr>
              <p:spPr>
                <a:xfrm rot="18900600" flipH="1" flipV="1">
                  <a:off x="8756280" y="415908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0" name="Google Shape;234;p16"/>
                <p:cNvSpPr/>
                <p:nvPr/>
              </p:nvSpPr>
              <p:spPr>
                <a:xfrm flipV="1">
                  <a:off x="7979760" y="34477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1" name="Google Shape;235;p16"/>
                <p:cNvSpPr/>
                <p:nvPr/>
              </p:nvSpPr>
              <p:spPr>
                <a:xfrm rot="18900600" flipH="1" flipV="1">
                  <a:off x="7437960" y="47163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72" name="Google Shape;236;p16"/>
              <p:cNvSpPr/>
              <p:nvPr/>
            </p:nvSpPr>
            <p:spPr>
              <a:xfrm rot="18900000" flipV="1">
                <a:off x="7775640" y="5142240"/>
                <a:ext cx="77040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73" name="Google Shape;237;p16"/>
            <p:cNvGrpSpPr/>
            <p:nvPr/>
          </p:nvGrpSpPr>
          <p:grpSpPr>
            <a:xfrm>
              <a:off x="7432920" y="387360"/>
              <a:ext cx="1309320" cy="257400"/>
              <a:chOff x="7432920" y="387360"/>
              <a:chExt cx="1309320" cy="257400"/>
            </a:xfrm>
          </p:grpSpPr>
          <p:sp>
            <p:nvSpPr>
              <p:cNvPr id="74" name="Google Shape;238;p1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5" name="Google Shape;239;p1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6" name="Google Shape;240;p1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7" name="Google Shape;241;p1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8" name="Google Shape;242;p1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9" name="Google Shape;243;p1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0" name="Google Shape;244;p1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1" name="Google Shape;245;p1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2" name="Google Shape;246;p1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3" name="Google Shape;247;p1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ITLE_AND_TWO_COLUMNS_1_1">
    <p:bg>
      <p:bgPr>
        <a:solidFill>
          <a:schemeClr val="lt1"/>
        </a:solidFill>
        <a:effectLst/>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720000" y="444960"/>
            <a:ext cx="771048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85" name="PlaceHolder 2"/>
          <p:cNvSpPr>
            <a:spLocks noGrp="1"/>
          </p:cNvSpPr>
          <p:nvPr>
            <p:ph type="body"/>
          </p:nvPr>
        </p:nvSpPr>
        <p:spPr>
          <a:xfrm>
            <a:off x="720000" y="1326240"/>
            <a:ext cx="3811680" cy="32821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sp>
        <p:nvSpPr>
          <p:cNvPr id="86" name="PlaceHolder 3"/>
          <p:cNvSpPr>
            <a:spLocks noGrp="1"/>
          </p:cNvSpPr>
          <p:nvPr>
            <p:ph type="body"/>
          </p:nvPr>
        </p:nvSpPr>
        <p:spPr>
          <a:xfrm>
            <a:off x="4618800" y="1326240"/>
            <a:ext cx="3811680" cy="32821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grpSp>
        <p:nvGrpSpPr>
          <p:cNvPr id="87" name="Google Shape;252;p17"/>
          <p:cNvGrpSpPr/>
          <p:nvPr/>
        </p:nvGrpSpPr>
        <p:grpSpPr>
          <a:xfrm>
            <a:off x="7267320" y="387360"/>
            <a:ext cx="2455920" cy="5138280"/>
            <a:chOff x="7267320" y="387360"/>
            <a:chExt cx="2455920" cy="5138280"/>
          </a:xfrm>
        </p:grpSpPr>
        <p:grpSp>
          <p:nvGrpSpPr>
            <p:cNvPr id="88" name="Google Shape;253;p17"/>
            <p:cNvGrpSpPr/>
            <p:nvPr/>
          </p:nvGrpSpPr>
          <p:grpSpPr>
            <a:xfrm>
              <a:off x="7432920" y="387360"/>
              <a:ext cx="1309320" cy="257400"/>
              <a:chOff x="7432920" y="387360"/>
              <a:chExt cx="1309320" cy="257400"/>
            </a:xfrm>
          </p:grpSpPr>
          <p:sp>
            <p:nvSpPr>
              <p:cNvPr id="89" name="Google Shape;254;p17"/>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0" name="Google Shape;255;p17"/>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1" name="Google Shape;256;p17"/>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2" name="Google Shape;257;p17"/>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3" name="Google Shape;258;p17"/>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4" name="Google Shape;259;p17"/>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5" name="Google Shape;260;p17"/>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6" name="Google Shape;261;p17"/>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7" name="Google Shape;262;p17"/>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8" name="Google Shape;263;p17"/>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99" name="Google Shape;264;p17"/>
            <p:cNvGrpSpPr/>
            <p:nvPr/>
          </p:nvGrpSpPr>
          <p:grpSpPr>
            <a:xfrm>
              <a:off x="7267320" y="3608280"/>
              <a:ext cx="2455920" cy="1917360"/>
              <a:chOff x="7267320" y="3608280"/>
              <a:chExt cx="2455920" cy="1917360"/>
            </a:xfrm>
          </p:grpSpPr>
          <p:sp>
            <p:nvSpPr>
              <p:cNvPr id="100" name="Google Shape;265;p17"/>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01" name="Google Shape;266;p17"/>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2" name="Google Shape;267;p17"/>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3" name="Google Shape;268;p17"/>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USTOM_6_1">
    <p:bg>
      <p:bgPr>
        <a:solidFill>
          <a:schemeClr val="lt1"/>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05" name="Google Shape;277;p18"/>
          <p:cNvGrpSpPr/>
          <p:nvPr/>
        </p:nvGrpSpPr>
        <p:grpSpPr>
          <a:xfrm>
            <a:off x="7527600" y="-437040"/>
            <a:ext cx="2303280" cy="2075400"/>
            <a:chOff x="7527600" y="-437040"/>
            <a:chExt cx="2303280" cy="2075400"/>
          </a:xfrm>
        </p:grpSpPr>
        <p:sp>
          <p:nvSpPr>
            <p:cNvPr id="106" name="Google Shape;278;p18"/>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07" name="Google Shape;279;p18"/>
            <p:cNvGrpSpPr/>
            <p:nvPr/>
          </p:nvGrpSpPr>
          <p:grpSpPr>
            <a:xfrm>
              <a:off x="7527600" y="-190440"/>
              <a:ext cx="2303280" cy="1828800"/>
              <a:chOff x="7527600" y="-190440"/>
              <a:chExt cx="2303280" cy="1828800"/>
            </a:xfrm>
          </p:grpSpPr>
          <p:sp>
            <p:nvSpPr>
              <p:cNvPr id="108" name="Google Shape;280;p18"/>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9" name="Google Shape;281;p18"/>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10" name="Google Shape;282;p18"/>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11" name="Google Shape;283;p18"/>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112" name="Google Shape;284;p18"/>
          <p:cNvGrpSpPr/>
          <p:nvPr/>
        </p:nvGrpSpPr>
        <p:grpSpPr>
          <a:xfrm>
            <a:off x="3917160" y="4514760"/>
            <a:ext cx="1309320" cy="257400"/>
            <a:chOff x="3917160" y="4514760"/>
            <a:chExt cx="1309320" cy="257400"/>
          </a:xfrm>
        </p:grpSpPr>
        <p:sp>
          <p:nvSpPr>
            <p:cNvPr id="113" name="Google Shape;285;p18"/>
            <p:cNvSpPr/>
            <p:nvPr/>
          </p:nvSpPr>
          <p:spPr>
            <a:xfrm>
              <a:off x="4336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4" name="Google Shape;286;p18"/>
            <p:cNvSpPr/>
            <p:nvPr/>
          </p:nvSpPr>
          <p:spPr>
            <a:xfrm>
              <a:off x="45406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5" name="Google Shape;287;p18"/>
            <p:cNvSpPr/>
            <p:nvPr/>
          </p:nvSpPr>
          <p:spPr>
            <a:xfrm>
              <a:off x="47448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6" name="Google Shape;288;p18"/>
            <p:cNvSpPr/>
            <p:nvPr/>
          </p:nvSpPr>
          <p:spPr>
            <a:xfrm>
              <a:off x="49489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7" name="Google Shape;289;p18"/>
            <p:cNvSpPr/>
            <p:nvPr/>
          </p:nvSpPr>
          <p:spPr>
            <a:xfrm>
              <a:off x="51530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8" name="Google Shape;290;p18"/>
            <p:cNvSpPr/>
            <p:nvPr/>
          </p:nvSpPr>
          <p:spPr>
            <a:xfrm>
              <a:off x="3917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9" name="Google Shape;291;p18"/>
            <p:cNvSpPr/>
            <p:nvPr/>
          </p:nvSpPr>
          <p:spPr>
            <a:xfrm>
              <a:off x="41212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0" name="Google Shape;292;p18"/>
            <p:cNvSpPr/>
            <p:nvPr/>
          </p:nvSpPr>
          <p:spPr>
            <a:xfrm>
              <a:off x="43254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1" name="Google Shape;293;p18"/>
            <p:cNvSpPr/>
            <p:nvPr/>
          </p:nvSpPr>
          <p:spPr>
            <a:xfrm>
              <a:off x="45295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2" name="Google Shape;294;p18"/>
            <p:cNvSpPr/>
            <p:nvPr/>
          </p:nvSpPr>
          <p:spPr>
            <a:xfrm>
              <a:off x="47336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USTOM_5">
    <p:bg>
      <p:bgPr>
        <a:solidFill>
          <a:schemeClr val="lt1"/>
        </a:solidFill>
        <a:effectLst/>
      </p:bgPr>
    </p:bg>
    <p:spTree>
      <p:nvGrpSpPr>
        <p:cNvPr id="1" name=""/>
        <p:cNvGrpSpPr/>
        <p:nvPr/>
      </p:nvGrpSpPr>
      <p:grpSpPr>
        <a:xfrm>
          <a:off x="0" y="0"/>
          <a:ext cx="0" cy="0"/>
          <a:chOff x="0" y="0"/>
          <a:chExt cx="0" cy="0"/>
        </a:xfrm>
      </p:grpSpPr>
      <p:sp>
        <p:nvSpPr>
          <p:cNvPr id="12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24" name="Google Shape;305;p19"/>
          <p:cNvGrpSpPr/>
          <p:nvPr/>
        </p:nvGrpSpPr>
        <p:grpSpPr>
          <a:xfrm>
            <a:off x="7527600" y="-437040"/>
            <a:ext cx="2303280" cy="2075400"/>
            <a:chOff x="7527600" y="-437040"/>
            <a:chExt cx="2303280" cy="2075400"/>
          </a:xfrm>
        </p:grpSpPr>
        <p:sp>
          <p:nvSpPr>
            <p:cNvPr id="125" name="Google Shape;306;p19"/>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26" name="Google Shape;307;p19"/>
            <p:cNvGrpSpPr/>
            <p:nvPr/>
          </p:nvGrpSpPr>
          <p:grpSpPr>
            <a:xfrm>
              <a:off x="7527600" y="-190440"/>
              <a:ext cx="2303280" cy="1828800"/>
              <a:chOff x="7527600" y="-190440"/>
              <a:chExt cx="2303280" cy="1828800"/>
            </a:xfrm>
          </p:grpSpPr>
          <p:sp>
            <p:nvSpPr>
              <p:cNvPr id="127" name="Google Shape;308;p19"/>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8" name="Google Shape;309;p19"/>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9" name="Google Shape;310;p19"/>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30" name="Google Shape;311;p19"/>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131" name="Google Shape;312;p19"/>
          <p:cNvGrpSpPr/>
          <p:nvPr/>
        </p:nvGrpSpPr>
        <p:grpSpPr>
          <a:xfrm>
            <a:off x="3505680" y="4514760"/>
            <a:ext cx="1309320" cy="257400"/>
            <a:chOff x="3505680" y="4514760"/>
            <a:chExt cx="1309320" cy="257400"/>
          </a:xfrm>
        </p:grpSpPr>
        <p:sp>
          <p:nvSpPr>
            <p:cNvPr id="132" name="Google Shape;313;p19"/>
            <p:cNvSpPr/>
            <p:nvPr/>
          </p:nvSpPr>
          <p:spPr>
            <a:xfrm>
              <a:off x="39250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3" name="Google Shape;314;p19"/>
            <p:cNvSpPr/>
            <p:nvPr/>
          </p:nvSpPr>
          <p:spPr>
            <a:xfrm>
              <a:off x="41292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4" name="Google Shape;315;p19"/>
            <p:cNvSpPr/>
            <p:nvPr/>
          </p:nvSpPr>
          <p:spPr>
            <a:xfrm>
              <a:off x="43333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5" name="Google Shape;316;p19"/>
            <p:cNvSpPr/>
            <p:nvPr/>
          </p:nvSpPr>
          <p:spPr>
            <a:xfrm>
              <a:off x="4537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6" name="Google Shape;317;p19"/>
            <p:cNvSpPr/>
            <p:nvPr/>
          </p:nvSpPr>
          <p:spPr>
            <a:xfrm>
              <a:off x="4741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7" name="Google Shape;318;p19"/>
            <p:cNvSpPr/>
            <p:nvPr/>
          </p:nvSpPr>
          <p:spPr>
            <a:xfrm>
              <a:off x="35056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8" name="Google Shape;319;p19"/>
            <p:cNvSpPr/>
            <p:nvPr/>
          </p:nvSpPr>
          <p:spPr>
            <a:xfrm>
              <a:off x="37098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9" name="Google Shape;320;p19"/>
            <p:cNvSpPr/>
            <p:nvPr/>
          </p:nvSpPr>
          <p:spPr>
            <a:xfrm>
              <a:off x="39139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0" name="Google Shape;321;p19"/>
            <p:cNvSpPr/>
            <p:nvPr/>
          </p:nvSpPr>
          <p:spPr>
            <a:xfrm>
              <a:off x="4118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1" name="Google Shape;322;p19"/>
            <p:cNvSpPr/>
            <p:nvPr/>
          </p:nvSpPr>
          <p:spPr>
            <a:xfrm>
              <a:off x="4322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lt1"/>
        </a:solidFill>
        <a:effectLst/>
      </p:bgPr>
    </p:bg>
    <p:spTree>
      <p:nvGrpSpPr>
        <p:cNvPr id="1" name=""/>
        <p:cNvGrpSpPr/>
        <p:nvPr/>
      </p:nvGrpSpPr>
      <p:grpSpPr>
        <a:xfrm>
          <a:off x="0" y="0"/>
          <a:ext cx="0" cy="0"/>
          <a:chOff x="0" y="0"/>
          <a:chExt cx="0" cy="0"/>
        </a:xfrm>
      </p:grpSpPr>
      <p:sp>
        <p:nvSpPr>
          <p:cNvPr id="142"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43" name="Google Shape;337;p20"/>
          <p:cNvGrpSpPr/>
          <p:nvPr/>
        </p:nvGrpSpPr>
        <p:grpSpPr>
          <a:xfrm>
            <a:off x="7656480" y="-721440"/>
            <a:ext cx="1980000" cy="2320200"/>
            <a:chOff x="7656480" y="-721440"/>
            <a:chExt cx="1980000" cy="2320200"/>
          </a:xfrm>
        </p:grpSpPr>
        <p:sp>
          <p:nvSpPr>
            <p:cNvPr id="144" name="Google Shape;338;p20"/>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45" name="Google Shape;339;p20"/>
            <p:cNvGrpSpPr/>
            <p:nvPr/>
          </p:nvGrpSpPr>
          <p:grpSpPr>
            <a:xfrm>
              <a:off x="7776000" y="-721440"/>
              <a:ext cx="1860480" cy="2320200"/>
              <a:chOff x="7776000" y="-721440"/>
              <a:chExt cx="1860480" cy="2320200"/>
            </a:xfrm>
          </p:grpSpPr>
          <p:sp>
            <p:nvSpPr>
              <p:cNvPr id="146" name="Google Shape;340;p20"/>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47" name="Google Shape;341;p20"/>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48" name="Google Shape;342;p20"/>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49" name="Google Shape;343;p20"/>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ECTION_HEADER">
    <p:bg>
      <p:bgPr>
        <a:solidFill>
          <a:schemeClr val="lt1"/>
        </a:solidFill>
        <a:effectLst/>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733680" y="1967760"/>
            <a:ext cx="4410720" cy="13665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sp>
        <p:nvSpPr>
          <p:cNvPr id="151" name="PlaceHolder 2"/>
          <p:cNvSpPr>
            <a:spLocks noGrp="1"/>
          </p:cNvSpPr>
          <p:nvPr>
            <p:ph type="title"/>
          </p:nvPr>
        </p:nvSpPr>
        <p:spPr>
          <a:xfrm>
            <a:off x="789480" y="539640"/>
            <a:ext cx="1046520" cy="133488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4500" b="0" u="none" strike="noStrike">
                <a:solidFill>
                  <a:schemeClr val="dk1"/>
                </a:solidFill>
                <a:effectLst/>
                <a:uFillTx/>
                <a:latin typeface="Archivo Black"/>
                <a:ea typeface="Archivo Black"/>
              </a:rPr>
              <a:t>xx%</a:t>
            </a:r>
            <a:endParaRPr lang="fr-FR" sz="4500" b="0" u="none" strike="noStrike">
              <a:solidFill>
                <a:schemeClr val="dk1"/>
              </a:solidFill>
              <a:effectLst/>
              <a:uFillTx/>
              <a:latin typeface="Arial"/>
            </a:endParaRPr>
          </a:p>
        </p:txBody>
      </p:sp>
      <p:sp>
        <p:nvSpPr>
          <p:cNvPr id="152" name="PlaceHolder 3"/>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153" name="Google Shape;17;p3"/>
          <p:cNvGrpSpPr/>
          <p:nvPr/>
        </p:nvGrpSpPr>
        <p:grpSpPr>
          <a:xfrm>
            <a:off x="3660480" y="399960"/>
            <a:ext cx="1309320" cy="257400"/>
            <a:chOff x="3660480" y="399960"/>
            <a:chExt cx="1309320" cy="257400"/>
          </a:xfrm>
        </p:grpSpPr>
        <p:sp>
          <p:nvSpPr>
            <p:cNvPr id="154" name="Google Shape;18;p3"/>
            <p:cNvSpPr/>
            <p:nvPr/>
          </p:nvSpPr>
          <p:spPr>
            <a:xfrm>
              <a:off x="407988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5" name="Google Shape;19;p3"/>
            <p:cNvSpPr/>
            <p:nvPr/>
          </p:nvSpPr>
          <p:spPr>
            <a:xfrm>
              <a:off x="428400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6" name="Google Shape;20;p3"/>
            <p:cNvSpPr/>
            <p:nvPr/>
          </p:nvSpPr>
          <p:spPr>
            <a:xfrm>
              <a:off x="448812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7" name="Google Shape;21;p3"/>
            <p:cNvSpPr/>
            <p:nvPr/>
          </p:nvSpPr>
          <p:spPr>
            <a:xfrm>
              <a:off x="469224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8" name="Google Shape;22;p3"/>
            <p:cNvSpPr/>
            <p:nvPr/>
          </p:nvSpPr>
          <p:spPr>
            <a:xfrm>
              <a:off x="489636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9" name="Google Shape;23;p3"/>
            <p:cNvSpPr/>
            <p:nvPr/>
          </p:nvSpPr>
          <p:spPr>
            <a:xfrm>
              <a:off x="36604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0" name="Google Shape;24;p3"/>
            <p:cNvSpPr/>
            <p:nvPr/>
          </p:nvSpPr>
          <p:spPr>
            <a:xfrm>
              <a:off x="386424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1" name="Google Shape;25;p3"/>
            <p:cNvSpPr/>
            <p:nvPr/>
          </p:nvSpPr>
          <p:spPr>
            <a:xfrm>
              <a:off x="406836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2" name="Google Shape;26;p3"/>
            <p:cNvSpPr/>
            <p:nvPr/>
          </p:nvSpPr>
          <p:spPr>
            <a:xfrm>
              <a:off x="42724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3" name="Google Shape;27;p3"/>
            <p:cNvSpPr/>
            <p:nvPr/>
          </p:nvSpPr>
          <p:spPr>
            <a:xfrm>
              <a:off x="447660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11">
    <p:bg>
      <p:bgPr>
        <a:solidFill>
          <a:schemeClr val="lt1"/>
        </a:solidFill>
        <a:effectLst/>
      </p:bgPr>
    </p:bg>
    <p:spTree>
      <p:nvGrpSpPr>
        <p:cNvPr id="1" name=""/>
        <p:cNvGrpSpPr/>
        <p:nvPr/>
      </p:nvGrpSpPr>
      <p:grpSpPr>
        <a:xfrm>
          <a:off x="0" y="0"/>
          <a:ext cx="0" cy="0"/>
          <a:chOff x="0" y="0"/>
          <a:chExt cx="0" cy="0"/>
        </a:xfrm>
      </p:grpSpPr>
      <p:sp>
        <p:nvSpPr>
          <p:cNvPr id="16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65" name="Google Shape;346;p21"/>
          <p:cNvGrpSpPr/>
          <p:nvPr/>
        </p:nvGrpSpPr>
        <p:grpSpPr>
          <a:xfrm>
            <a:off x="7267320" y="-374400"/>
            <a:ext cx="2455920" cy="5138280"/>
            <a:chOff x="7267320" y="-374400"/>
            <a:chExt cx="2455920" cy="5138280"/>
          </a:xfrm>
        </p:grpSpPr>
        <p:grpSp>
          <p:nvGrpSpPr>
            <p:cNvPr id="166" name="Google Shape;347;p21"/>
            <p:cNvGrpSpPr/>
            <p:nvPr/>
          </p:nvGrpSpPr>
          <p:grpSpPr>
            <a:xfrm>
              <a:off x="7432920" y="4506480"/>
              <a:ext cx="1309320" cy="257400"/>
              <a:chOff x="7432920" y="4506480"/>
              <a:chExt cx="1309320" cy="257400"/>
            </a:xfrm>
          </p:grpSpPr>
          <p:sp>
            <p:nvSpPr>
              <p:cNvPr id="167" name="Google Shape;348;p21"/>
              <p:cNvSpPr/>
              <p:nvPr/>
            </p:nvSpPr>
            <p:spPr>
              <a:xfrm>
                <a:off x="785232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8" name="Google Shape;349;p21"/>
              <p:cNvSpPr/>
              <p:nvPr/>
            </p:nvSpPr>
            <p:spPr>
              <a:xfrm>
                <a:off x="805644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9" name="Google Shape;350;p21"/>
              <p:cNvSpPr/>
              <p:nvPr/>
            </p:nvSpPr>
            <p:spPr>
              <a:xfrm>
                <a:off x="826056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0" name="Google Shape;351;p21"/>
              <p:cNvSpPr/>
              <p:nvPr/>
            </p:nvSpPr>
            <p:spPr>
              <a:xfrm>
                <a:off x="846468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1" name="Google Shape;352;p21"/>
              <p:cNvSpPr/>
              <p:nvPr/>
            </p:nvSpPr>
            <p:spPr>
              <a:xfrm>
                <a:off x="866880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2" name="Google Shape;353;p21"/>
              <p:cNvSpPr/>
              <p:nvPr/>
            </p:nvSpPr>
            <p:spPr>
              <a:xfrm>
                <a:off x="743292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3" name="Google Shape;354;p21"/>
              <p:cNvSpPr/>
              <p:nvPr/>
            </p:nvSpPr>
            <p:spPr>
              <a:xfrm>
                <a:off x="763704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4" name="Google Shape;355;p21"/>
              <p:cNvSpPr/>
              <p:nvPr/>
            </p:nvSpPr>
            <p:spPr>
              <a:xfrm>
                <a:off x="784116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5" name="Google Shape;356;p21"/>
              <p:cNvSpPr/>
              <p:nvPr/>
            </p:nvSpPr>
            <p:spPr>
              <a:xfrm>
                <a:off x="804528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6" name="Google Shape;357;p21"/>
              <p:cNvSpPr/>
              <p:nvPr/>
            </p:nvSpPr>
            <p:spPr>
              <a:xfrm>
                <a:off x="824940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177" name="Google Shape;358;p21"/>
            <p:cNvGrpSpPr/>
            <p:nvPr/>
          </p:nvGrpSpPr>
          <p:grpSpPr>
            <a:xfrm>
              <a:off x="7267320" y="-374400"/>
              <a:ext cx="2455920" cy="1917000"/>
              <a:chOff x="7267320" y="-374400"/>
              <a:chExt cx="2455920" cy="1917000"/>
            </a:xfrm>
          </p:grpSpPr>
          <p:sp>
            <p:nvSpPr>
              <p:cNvPr id="178" name="Google Shape;359;p21"/>
              <p:cNvSpPr/>
              <p:nvPr/>
            </p:nvSpPr>
            <p:spPr>
              <a:xfrm rot="16200000" flipH="1">
                <a:off x="7653240" y="-828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9" name="Google Shape;360;p21"/>
              <p:cNvSpPr/>
              <p:nvPr/>
            </p:nvSpPr>
            <p:spPr>
              <a:xfrm rot="2699400" flipH="1">
                <a:off x="8647920" y="6343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0" name="Google Shape;361;p21"/>
              <p:cNvSpPr/>
              <p:nvPr/>
            </p:nvSpPr>
            <p:spPr>
              <a:xfrm>
                <a:off x="7719480" y="145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1" name="Google Shape;362;p21"/>
              <p:cNvSpPr/>
              <p:nvPr/>
            </p:nvSpPr>
            <p:spPr>
              <a:xfrm rot="2699400" flipH="1">
                <a:off x="7177680" y="-1548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2_1">
    <p:bg>
      <p:bgPr>
        <a:solidFill>
          <a:schemeClr val="lt1"/>
        </a:solidFill>
        <a:effectLst/>
      </p:bgPr>
    </p:bg>
    <p:spTree>
      <p:nvGrpSpPr>
        <p:cNvPr id="1" name=""/>
        <p:cNvGrpSpPr/>
        <p:nvPr/>
      </p:nvGrpSpPr>
      <p:grpSpPr>
        <a:xfrm>
          <a:off x="0" y="0"/>
          <a:ext cx="0" cy="0"/>
          <a:chOff x="0" y="0"/>
          <a:chExt cx="0" cy="0"/>
        </a:xfrm>
      </p:grpSpPr>
      <p:sp>
        <p:nvSpPr>
          <p:cNvPr id="182" name="PlaceHolder 1"/>
          <p:cNvSpPr>
            <a:spLocks noGrp="1"/>
          </p:cNvSpPr>
          <p:nvPr>
            <p:ph type="title"/>
          </p:nvPr>
        </p:nvSpPr>
        <p:spPr>
          <a:xfrm>
            <a:off x="720000" y="1222920"/>
            <a:ext cx="4275720" cy="17337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sp>
        <p:nvSpPr>
          <p:cNvPr id="183"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184" name="Google Shape;367;p22"/>
          <p:cNvGrpSpPr/>
          <p:nvPr/>
        </p:nvGrpSpPr>
        <p:grpSpPr>
          <a:xfrm>
            <a:off x="5362560" y="4349160"/>
            <a:ext cx="1309320" cy="257400"/>
            <a:chOff x="5362560" y="4349160"/>
            <a:chExt cx="1309320" cy="257400"/>
          </a:xfrm>
        </p:grpSpPr>
        <p:sp>
          <p:nvSpPr>
            <p:cNvPr id="185" name="Google Shape;368;p22"/>
            <p:cNvSpPr/>
            <p:nvPr/>
          </p:nvSpPr>
          <p:spPr>
            <a:xfrm flipV="1">
              <a:off x="578196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6" name="Google Shape;369;p22"/>
            <p:cNvSpPr/>
            <p:nvPr/>
          </p:nvSpPr>
          <p:spPr>
            <a:xfrm flipV="1">
              <a:off x="598608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7" name="Google Shape;370;p22"/>
            <p:cNvSpPr/>
            <p:nvPr/>
          </p:nvSpPr>
          <p:spPr>
            <a:xfrm flipV="1">
              <a:off x="619020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8" name="Google Shape;371;p22"/>
            <p:cNvSpPr/>
            <p:nvPr/>
          </p:nvSpPr>
          <p:spPr>
            <a:xfrm flipV="1">
              <a:off x="639432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9" name="Google Shape;372;p22"/>
            <p:cNvSpPr/>
            <p:nvPr/>
          </p:nvSpPr>
          <p:spPr>
            <a:xfrm flipV="1">
              <a:off x="659844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0" name="Google Shape;373;p22"/>
            <p:cNvSpPr/>
            <p:nvPr/>
          </p:nvSpPr>
          <p:spPr>
            <a:xfrm flipV="1">
              <a:off x="536256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1" name="Google Shape;374;p22"/>
            <p:cNvSpPr/>
            <p:nvPr/>
          </p:nvSpPr>
          <p:spPr>
            <a:xfrm flipV="1">
              <a:off x="556668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2" name="Google Shape;375;p22"/>
            <p:cNvSpPr/>
            <p:nvPr/>
          </p:nvSpPr>
          <p:spPr>
            <a:xfrm flipV="1">
              <a:off x="577080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3" name="Google Shape;376;p22"/>
            <p:cNvSpPr/>
            <p:nvPr/>
          </p:nvSpPr>
          <p:spPr>
            <a:xfrm flipV="1">
              <a:off x="597492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4" name="Google Shape;377;p22"/>
            <p:cNvSpPr/>
            <p:nvPr/>
          </p:nvSpPr>
          <p:spPr>
            <a:xfrm flipV="1">
              <a:off x="617904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CUSTOM_4_1">
    <p:bg>
      <p:bgPr>
        <a:solidFill>
          <a:schemeClr val="lt1"/>
        </a:solidFill>
        <a:effectLst/>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720000" y="1477080"/>
            <a:ext cx="3045600" cy="7059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grpSp>
        <p:nvGrpSpPr>
          <p:cNvPr id="196" name="Google Shape;381;p23"/>
          <p:cNvGrpSpPr/>
          <p:nvPr/>
        </p:nvGrpSpPr>
        <p:grpSpPr>
          <a:xfrm>
            <a:off x="5173200" y="268920"/>
            <a:ext cx="1309320" cy="257400"/>
            <a:chOff x="5173200" y="268920"/>
            <a:chExt cx="1309320" cy="257400"/>
          </a:xfrm>
        </p:grpSpPr>
        <p:sp>
          <p:nvSpPr>
            <p:cNvPr id="197" name="Google Shape;382;p23"/>
            <p:cNvSpPr/>
            <p:nvPr/>
          </p:nvSpPr>
          <p:spPr>
            <a:xfrm flipV="1">
              <a:off x="559260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8" name="Google Shape;383;p23"/>
            <p:cNvSpPr/>
            <p:nvPr/>
          </p:nvSpPr>
          <p:spPr>
            <a:xfrm flipV="1">
              <a:off x="579672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9" name="Google Shape;384;p23"/>
            <p:cNvSpPr/>
            <p:nvPr/>
          </p:nvSpPr>
          <p:spPr>
            <a:xfrm flipV="1">
              <a:off x="600084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0" name="Google Shape;385;p23"/>
            <p:cNvSpPr/>
            <p:nvPr/>
          </p:nvSpPr>
          <p:spPr>
            <a:xfrm flipV="1">
              <a:off x="620496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1" name="Google Shape;386;p23"/>
            <p:cNvSpPr/>
            <p:nvPr/>
          </p:nvSpPr>
          <p:spPr>
            <a:xfrm flipV="1">
              <a:off x="640908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2" name="Google Shape;387;p23"/>
            <p:cNvSpPr/>
            <p:nvPr/>
          </p:nvSpPr>
          <p:spPr>
            <a:xfrm flipV="1">
              <a:off x="517320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3" name="Google Shape;388;p23"/>
            <p:cNvSpPr/>
            <p:nvPr/>
          </p:nvSpPr>
          <p:spPr>
            <a:xfrm flipV="1">
              <a:off x="537732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4" name="Google Shape;389;p23"/>
            <p:cNvSpPr/>
            <p:nvPr/>
          </p:nvSpPr>
          <p:spPr>
            <a:xfrm flipV="1">
              <a:off x="558144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5" name="Google Shape;390;p23"/>
            <p:cNvSpPr/>
            <p:nvPr/>
          </p:nvSpPr>
          <p:spPr>
            <a:xfrm flipV="1">
              <a:off x="578556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6" name="Google Shape;391;p23"/>
            <p:cNvSpPr/>
            <p:nvPr/>
          </p:nvSpPr>
          <p:spPr>
            <a:xfrm flipV="1">
              <a:off x="598968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CUSTOM_3_1">
    <p:bg>
      <p:bgPr>
        <a:solidFill>
          <a:schemeClr val="lt1"/>
        </a:solidFill>
        <a:effectLst/>
      </p:bgPr>
    </p:bg>
    <p:spTree>
      <p:nvGrpSpPr>
        <p:cNvPr id="1" name=""/>
        <p:cNvGrpSpPr/>
        <p:nvPr/>
      </p:nvGrpSpPr>
      <p:grpSpPr>
        <a:xfrm>
          <a:off x="0" y="0"/>
          <a:ext cx="0" cy="0"/>
          <a:chOff x="0" y="0"/>
          <a:chExt cx="0" cy="0"/>
        </a:xfrm>
      </p:grpSpPr>
      <p:sp>
        <p:nvSpPr>
          <p:cNvPr id="207" name="PlaceHolder 1"/>
          <p:cNvSpPr>
            <a:spLocks noGrp="1"/>
          </p:cNvSpPr>
          <p:nvPr>
            <p:ph type="title"/>
          </p:nvPr>
        </p:nvSpPr>
        <p:spPr>
          <a:xfrm>
            <a:off x="713160" y="539640"/>
            <a:ext cx="4632120" cy="1058400"/>
          </a:xfrm>
          <a:prstGeom prst="rect">
            <a:avLst/>
          </a:prstGeom>
          <a:noFill/>
          <a:ln w="0">
            <a:noFill/>
          </a:ln>
        </p:spPr>
        <p:txBody>
          <a:bodyPr lIns="91440" tIns="91440" rIns="91440" bIns="91440" anchor="t">
            <a:noAutofit/>
          </a:bodyPr>
          <a:lstStyle/>
          <a:p>
            <a:pPr indent="0">
              <a:buNone/>
            </a:pPr>
            <a:r>
              <a:rPr lang="fr-FR" sz="5400" b="0" u="none" strike="noStrike">
                <a:solidFill>
                  <a:schemeClr val="dk1"/>
                </a:solidFill>
                <a:effectLst/>
                <a:uFillTx/>
                <a:latin typeface="Arial"/>
              </a:rPr>
              <a:t>Click to edit the title text format</a:t>
            </a:r>
          </a:p>
        </p:txBody>
      </p:sp>
      <p:sp>
        <p:nvSpPr>
          <p:cNvPr id="208"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209" name="Google Shape;396;p24"/>
          <p:cNvGrpSpPr/>
          <p:nvPr/>
        </p:nvGrpSpPr>
        <p:grpSpPr>
          <a:xfrm>
            <a:off x="5143320" y="399960"/>
            <a:ext cx="1309680" cy="257400"/>
            <a:chOff x="5143320" y="399960"/>
            <a:chExt cx="1309680" cy="257400"/>
          </a:xfrm>
        </p:grpSpPr>
        <p:sp>
          <p:nvSpPr>
            <p:cNvPr id="210" name="Google Shape;397;p24"/>
            <p:cNvSpPr/>
            <p:nvPr/>
          </p:nvSpPr>
          <p:spPr>
            <a:xfrm>
              <a:off x="556308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1" name="Google Shape;398;p24"/>
            <p:cNvSpPr/>
            <p:nvPr/>
          </p:nvSpPr>
          <p:spPr>
            <a:xfrm>
              <a:off x="576720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2" name="Google Shape;399;p24"/>
            <p:cNvSpPr/>
            <p:nvPr/>
          </p:nvSpPr>
          <p:spPr>
            <a:xfrm>
              <a:off x="597132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3" name="Google Shape;400;p24"/>
            <p:cNvSpPr/>
            <p:nvPr/>
          </p:nvSpPr>
          <p:spPr>
            <a:xfrm>
              <a:off x="617544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4" name="Google Shape;401;p24"/>
            <p:cNvSpPr/>
            <p:nvPr/>
          </p:nvSpPr>
          <p:spPr>
            <a:xfrm>
              <a:off x="637956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5" name="Google Shape;402;p24"/>
            <p:cNvSpPr/>
            <p:nvPr/>
          </p:nvSpPr>
          <p:spPr>
            <a:xfrm>
              <a:off x="514332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6" name="Google Shape;403;p24"/>
            <p:cNvSpPr/>
            <p:nvPr/>
          </p:nvSpPr>
          <p:spPr>
            <a:xfrm>
              <a:off x="534744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7" name="Google Shape;404;p24"/>
            <p:cNvSpPr/>
            <p:nvPr/>
          </p:nvSpPr>
          <p:spPr>
            <a:xfrm>
              <a:off x="555156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8" name="Google Shape;405;p24"/>
            <p:cNvSpPr/>
            <p:nvPr/>
          </p:nvSpPr>
          <p:spPr>
            <a:xfrm>
              <a:off x="57556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9" name="Google Shape;406;p24"/>
            <p:cNvSpPr/>
            <p:nvPr/>
          </p:nvSpPr>
          <p:spPr>
            <a:xfrm>
              <a:off x="595980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20" name="Google Shape;407;p24"/>
          <p:cNvSpPr/>
          <p:nvPr/>
        </p:nvSpPr>
        <p:spPr>
          <a:xfrm>
            <a:off x="713160" y="3643920"/>
            <a:ext cx="3604680" cy="69084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defTabSz="914400">
              <a:lnSpc>
                <a:spcPct val="115000"/>
              </a:lnSpc>
              <a:spcBef>
                <a:spcPts val="300"/>
              </a:spcBef>
              <a:tabLst>
                <a:tab pos="0" algn="l"/>
              </a:tabLst>
            </a:pPr>
            <a:r>
              <a:rPr lang="en" sz="1000" b="1" u="none" strike="noStrike">
                <a:solidFill>
                  <a:schemeClr val="dk1"/>
                </a:solidFill>
                <a:effectLst/>
                <a:uFillTx/>
                <a:latin typeface="Manrope"/>
                <a:ea typeface="Manrope"/>
              </a:rPr>
              <a:t>CREDITS:</a:t>
            </a:r>
            <a:r>
              <a:rPr lang="en" sz="1000" b="0" u="none" strike="noStrike">
                <a:solidFill>
                  <a:schemeClr val="dk1"/>
                </a:solidFill>
                <a:effectLst/>
                <a:uFillTx/>
                <a:latin typeface="Manrope"/>
                <a:ea typeface="Manrope"/>
              </a:rPr>
              <a:t> This presentation template was created by </a:t>
            </a:r>
            <a:r>
              <a:rPr lang="en" sz="1000" b="1" u="sng" strike="noStrike">
                <a:solidFill>
                  <a:schemeClr val="hlink"/>
                </a:solidFill>
                <a:effectLst/>
                <a:uFillTx/>
                <a:latin typeface="Manrope"/>
                <a:ea typeface="Manrope"/>
                <a:hlinkClick r:id="rId2"/>
              </a:rPr>
              <a:t>Slidesgo</a:t>
            </a:r>
            <a:r>
              <a:rPr lang="en" sz="1000" b="0" u="none" strike="noStrike">
                <a:solidFill>
                  <a:schemeClr val="dk1"/>
                </a:solidFill>
                <a:effectLst/>
                <a:uFillTx/>
                <a:latin typeface="Manrope"/>
                <a:ea typeface="Manrope"/>
              </a:rPr>
              <a:t>, and includes icons by </a:t>
            </a:r>
            <a:r>
              <a:rPr lang="en" sz="1000" b="1" u="sng" strike="noStrike">
                <a:solidFill>
                  <a:schemeClr val="dk1"/>
                </a:solidFill>
                <a:effectLst/>
                <a:uFillTx/>
                <a:latin typeface="Manrope"/>
                <a:ea typeface="Manrope"/>
                <a:hlinkClick r:id="rId3"/>
              </a:rPr>
              <a:t>Flaticon</a:t>
            </a:r>
            <a:r>
              <a:rPr lang="en" sz="1000" b="0" u="none" strike="noStrike">
                <a:solidFill>
                  <a:schemeClr val="dk1"/>
                </a:solidFill>
                <a:effectLst/>
                <a:uFillTx/>
                <a:latin typeface="Manrope"/>
                <a:ea typeface="Manrope"/>
              </a:rPr>
              <a:t>, and infographics &amp; images by </a:t>
            </a:r>
            <a:r>
              <a:rPr lang="en" sz="1000" b="1" u="sng" strike="noStrike">
                <a:solidFill>
                  <a:schemeClr val="dk1"/>
                </a:solidFill>
                <a:effectLst/>
                <a:uFillTx/>
                <a:latin typeface="Manrope"/>
                <a:ea typeface="Manrope"/>
                <a:hlinkClick r:id="rId4"/>
              </a:rPr>
              <a:t>Freepik</a:t>
            </a:r>
            <a:r>
              <a:rPr lang="en" sz="1000" b="0" u="sng" strike="noStrike">
                <a:solidFill>
                  <a:schemeClr val="dk1"/>
                </a:solidFill>
                <a:effectLst/>
                <a:uFillTx/>
                <a:latin typeface="Manrope"/>
                <a:ea typeface="Manrope"/>
              </a:rPr>
              <a:t> </a:t>
            </a:r>
            <a:endParaRPr lang="en-US" sz="1000" b="0" u="none" strike="noStrike">
              <a:solidFill>
                <a:srgbClr val="000000"/>
              </a:solidFill>
              <a:effectLst/>
              <a:uFillTx/>
              <a:latin typeface="OpenSymbo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lt1"/>
        </a:solidFill>
        <a:effectLst/>
      </p:bgPr>
    </p:bg>
    <p:spTree>
      <p:nvGrpSpPr>
        <p:cNvPr id="1" name=""/>
        <p:cNvGrpSpPr/>
        <p:nvPr/>
      </p:nvGrpSpPr>
      <p:grpSpPr>
        <a:xfrm>
          <a:off x="0" y="0"/>
          <a:ext cx="0" cy="0"/>
          <a:chOff x="0" y="0"/>
          <a:chExt cx="0" cy="0"/>
        </a:xfrm>
      </p:grpSpPr>
      <p:grpSp>
        <p:nvGrpSpPr>
          <p:cNvPr id="221" name="Google Shape;409;p25"/>
          <p:cNvGrpSpPr/>
          <p:nvPr/>
        </p:nvGrpSpPr>
        <p:grpSpPr>
          <a:xfrm>
            <a:off x="7267320" y="-374400"/>
            <a:ext cx="2455920" cy="5138280"/>
            <a:chOff x="7267320" y="-374400"/>
            <a:chExt cx="2455920" cy="5138280"/>
          </a:xfrm>
        </p:grpSpPr>
        <p:grpSp>
          <p:nvGrpSpPr>
            <p:cNvPr id="222" name="Google Shape;410;p25"/>
            <p:cNvGrpSpPr/>
            <p:nvPr/>
          </p:nvGrpSpPr>
          <p:grpSpPr>
            <a:xfrm>
              <a:off x="7432920" y="4506480"/>
              <a:ext cx="1309320" cy="257400"/>
              <a:chOff x="7432920" y="4506480"/>
              <a:chExt cx="1309320" cy="257400"/>
            </a:xfrm>
          </p:grpSpPr>
          <p:sp>
            <p:nvSpPr>
              <p:cNvPr id="223" name="Google Shape;411;p25"/>
              <p:cNvSpPr/>
              <p:nvPr/>
            </p:nvSpPr>
            <p:spPr>
              <a:xfrm>
                <a:off x="785232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4" name="Google Shape;412;p25"/>
              <p:cNvSpPr/>
              <p:nvPr/>
            </p:nvSpPr>
            <p:spPr>
              <a:xfrm>
                <a:off x="805644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5" name="Google Shape;413;p25"/>
              <p:cNvSpPr/>
              <p:nvPr/>
            </p:nvSpPr>
            <p:spPr>
              <a:xfrm>
                <a:off x="826056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6" name="Google Shape;414;p25"/>
              <p:cNvSpPr/>
              <p:nvPr/>
            </p:nvSpPr>
            <p:spPr>
              <a:xfrm>
                <a:off x="846468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7" name="Google Shape;415;p25"/>
              <p:cNvSpPr/>
              <p:nvPr/>
            </p:nvSpPr>
            <p:spPr>
              <a:xfrm>
                <a:off x="866880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8" name="Google Shape;416;p25"/>
              <p:cNvSpPr/>
              <p:nvPr/>
            </p:nvSpPr>
            <p:spPr>
              <a:xfrm>
                <a:off x="743292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9" name="Google Shape;417;p25"/>
              <p:cNvSpPr/>
              <p:nvPr/>
            </p:nvSpPr>
            <p:spPr>
              <a:xfrm>
                <a:off x="763704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0" name="Google Shape;418;p25"/>
              <p:cNvSpPr/>
              <p:nvPr/>
            </p:nvSpPr>
            <p:spPr>
              <a:xfrm>
                <a:off x="784116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1" name="Google Shape;419;p25"/>
              <p:cNvSpPr/>
              <p:nvPr/>
            </p:nvSpPr>
            <p:spPr>
              <a:xfrm>
                <a:off x="804528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2" name="Google Shape;420;p25"/>
              <p:cNvSpPr/>
              <p:nvPr/>
            </p:nvSpPr>
            <p:spPr>
              <a:xfrm>
                <a:off x="824940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33" name="Google Shape;421;p25"/>
            <p:cNvGrpSpPr/>
            <p:nvPr/>
          </p:nvGrpSpPr>
          <p:grpSpPr>
            <a:xfrm>
              <a:off x="7267320" y="-374400"/>
              <a:ext cx="2455920" cy="1917000"/>
              <a:chOff x="7267320" y="-374400"/>
              <a:chExt cx="2455920" cy="1917000"/>
            </a:xfrm>
          </p:grpSpPr>
          <p:sp>
            <p:nvSpPr>
              <p:cNvPr id="234" name="Google Shape;422;p25"/>
              <p:cNvSpPr/>
              <p:nvPr/>
            </p:nvSpPr>
            <p:spPr>
              <a:xfrm rot="16200000" flipH="1">
                <a:off x="7653240" y="-828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5" name="Google Shape;423;p25"/>
              <p:cNvSpPr/>
              <p:nvPr/>
            </p:nvSpPr>
            <p:spPr>
              <a:xfrm rot="2699400" flipH="1">
                <a:off x="8647920" y="6343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36" name="Google Shape;424;p25"/>
              <p:cNvSpPr/>
              <p:nvPr/>
            </p:nvSpPr>
            <p:spPr>
              <a:xfrm>
                <a:off x="7719480" y="145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37" name="Google Shape;425;p25"/>
              <p:cNvSpPr/>
              <p:nvPr/>
            </p:nvSpPr>
            <p:spPr>
              <a:xfrm rot="2699400" flipH="1">
                <a:off x="7177680" y="-1548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CUSTOM_9_1">
    <p:bg>
      <p:bgPr>
        <a:solidFill>
          <a:schemeClr val="lt1"/>
        </a:solidFill>
        <a:effectLst/>
      </p:bgPr>
    </p:bg>
    <p:spTree>
      <p:nvGrpSpPr>
        <p:cNvPr id="1" name=""/>
        <p:cNvGrpSpPr/>
        <p:nvPr/>
      </p:nvGrpSpPr>
      <p:grpSpPr>
        <a:xfrm>
          <a:off x="0" y="0"/>
          <a:ext cx="0" cy="0"/>
          <a:chOff x="0" y="0"/>
          <a:chExt cx="0" cy="0"/>
        </a:xfrm>
      </p:grpSpPr>
      <p:grpSp>
        <p:nvGrpSpPr>
          <p:cNvPr id="238" name="Google Shape;427;p26"/>
          <p:cNvGrpSpPr/>
          <p:nvPr/>
        </p:nvGrpSpPr>
        <p:grpSpPr>
          <a:xfrm>
            <a:off x="7267320" y="387360"/>
            <a:ext cx="2455920" cy="5138280"/>
            <a:chOff x="7267320" y="387360"/>
            <a:chExt cx="2455920" cy="5138280"/>
          </a:xfrm>
        </p:grpSpPr>
        <p:grpSp>
          <p:nvGrpSpPr>
            <p:cNvPr id="239" name="Google Shape;428;p26"/>
            <p:cNvGrpSpPr/>
            <p:nvPr/>
          </p:nvGrpSpPr>
          <p:grpSpPr>
            <a:xfrm>
              <a:off x="7432920" y="387360"/>
              <a:ext cx="1309320" cy="257400"/>
              <a:chOff x="7432920" y="387360"/>
              <a:chExt cx="1309320" cy="257400"/>
            </a:xfrm>
          </p:grpSpPr>
          <p:sp>
            <p:nvSpPr>
              <p:cNvPr id="240" name="Google Shape;429;p2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1" name="Google Shape;430;p2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2" name="Google Shape;431;p2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3" name="Google Shape;432;p2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4" name="Google Shape;433;p2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5" name="Google Shape;434;p2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6" name="Google Shape;435;p2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7" name="Google Shape;436;p2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8" name="Google Shape;437;p2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9" name="Google Shape;438;p2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50" name="Google Shape;439;p26"/>
            <p:cNvGrpSpPr/>
            <p:nvPr/>
          </p:nvGrpSpPr>
          <p:grpSpPr>
            <a:xfrm>
              <a:off x="7267320" y="3608280"/>
              <a:ext cx="2455920" cy="1917360"/>
              <a:chOff x="7267320" y="3608280"/>
              <a:chExt cx="2455920" cy="1917360"/>
            </a:xfrm>
          </p:grpSpPr>
          <p:sp>
            <p:nvSpPr>
              <p:cNvPr id="251" name="Google Shape;440;p26"/>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52" name="Google Shape;441;p26"/>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53" name="Google Shape;442;p26"/>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54" name="Google Shape;443;p26"/>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 preserve="1">
  <p:cSld name="TITLE_AND_BODY">
    <p:bg>
      <p:bgPr>
        <a:solidFill>
          <a:schemeClr val="lt1"/>
        </a:solidFill>
        <a:effectLst/>
      </p:bgPr>
    </p:bg>
    <p:spTree>
      <p:nvGrpSpPr>
        <p:cNvPr id="1" name=""/>
        <p:cNvGrpSpPr/>
        <p:nvPr/>
      </p:nvGrpSpPr>
      <p:grpSpPr>
        <a:xfrm>
          <a:off x="0" y="0"/>
          <a:ext cx="0" cy="0"/>
          <a:chOff x="0" y="0"/>
          <a:chExt cx="0" cy="0"/>
        </a:xfrm>
      </p:grpSpPr>
      <p:sp>
        <p:nvSpPr>
          <p:cNvPr id="255"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256" name="PlaceHolder 2"/>
          <p:cNvSpPr>
            <a:spLocks noGrp="1"/>
          </p:cNvSpPr>
          <p:nvPr>
            <p:ph type="body"/>
          </p:nvPr>
        </p:nvSpPr>
        <p:spPr>
          <a:xfrm>
            <a:off x="720000" y="1278000"/>
            <a:ext cx="4801680" cy="274140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grpSp>
        <p:nvGrpSpPr>
          <p:cNvPr id="257" name="Google Shape;31;p4"/>
          <p:cNvGrpSpPr/>
          <p:nvPr/>
        </p:nvGrpSpPr>
        <p:grpSpPr>
          <a:xfrm>
            <a:off x="6674040" y="-721440"/>
            <a:ext cx="2962440" cy="5493600"/>
            <a:chOff x="6674040" y="-721440"/>
            <a:chExt cx="2962440" cy="5493600"/>
          </a:xfrm>
        </p:grpSpPr>
        <p:grpSp>
          <p:nvGrpSpPr>
            <p:cNvPr id="258" name="Google Shape;32;p4"/>
            <p:cNvGrpSpPr/>
            <p:nvPr/>
          </p:nvGrpSpPr>
          <p:grpSpPr>
            <a:xfrm>
              <a:off x="7656480" y="-721440"/>
              <a:ext cx="1980000" cy="2320200"/>
              <a:chOff x="7656480" y="-721440"/>
              <a:chExt cx="1980000" cy="2320200"/>
            </a:xfrm>
          </p:grpSpPr>
          <p:sp>
            <p:nvSpPr>
              <p:cNvPr id="259" name="Google Shape;33;p4"/>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60" name="Google Shape;34;p4"/>
              <p:cNvGrpSpPr/>
              <p:nvPr/>
            </p:nvGrpSpPr>
            <p:grpSpPr>
              <a:xfrm>
                <a:off x="7776000" y="-721440"/>
                <a:ext cx="1860480" cy="2320200"/>
                <a:chOff x="7776000" y="-721440"/>
                <a:chExt cx="1860480" cy="2320200"/>
              </a:xfrm>
            </p:grpSpPr>
            <p:sp>
              <p:nvSpPr>
                <p:cNvPr id="261" name="Google Shape;35;p4"/>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2" name="Google Shape;36;p4"/>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3" name="Google Shape;37;p4"/>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64" name="Google Shape;38;p4"/>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265" name="Google Shape;39;p4"/>
            <p:cNvGrpSpPr/>
            <p:nvPr/>
          </p:nvGrpSpPr>
          <p:grpSpPr>
            <a:xfrm>
              <a:off x="6674040" y="4514760"/>
              <a:ext cx="1309320" cy="257400"/>
              <a:chOff x="6674040" y="4514760"/>
              <a:chExt cx="1309320" cy="257400"/>
            </a:xfrm>
          </p:grpSpPr>
          <p:sp>
            <p:nvSpPr>
              <p:cNvPr id="266" name="Google Shape;40;p4"/>
              <p:cNvSpPr/>
              <p:nvPr/>
            </p:nvSpPr>
            <p:spPr>
              <a:xfrm>
                <a:off x="7093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7" name="Google Shape;41;p4"/>
              <p:cNvSpPr/>
              <p:nvPr/>
            </p:nvSpPr>
            <p:spPr>
              <a:xfrm>
                <a:off x="7297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8" name="Google Shape;42;p4"/>
              <p:cNvSpPr/>
              <p:nvPr/>
            </p:nvSpPr>
            <p:spPr>
              <a:xfrm>
                <a:off x="75016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9" name="Google Shape;43;p4"/>
              <p:cNvSpPr/>
              <p:nvPr/>
            </p:nvSpPr>
            <p:spPr>
              <a:xfrm>
                <a:off x="77058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0" name="Google Shape;44;p4"/>
              <p:cNvSpPr/>
              <p:nvPr/>
            </p:nvSpPr>
            <p:spPr>
              <a:xfrm>
                <a:off x="79099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1" name="Google Shape;45;p4"/>
              <p:cNvSpPr/>
              <p:nvPr/>
            </p:nvSpPr>
            <p:spPr>
              <a:xfrm>
                <a:off x="6674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2" name="Google Shape;46;p4"/>
              <p:cNvSpPr/>
              <p:nvPr/>
            </p:nvSpPr>
            <p:spPr>
              <a:xfrm>
                <a:off x="6878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3" name="Google Shape;47;p4"/>
              <p:cNvSpPr/>
              <p:nvPr/>
            </p:nvSpPr>
            <p:spPr>
              <a:xfrm>
                <a:off x="70822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4" name="Google Shape;48;p4"/>
              <p:cNvSpPr/>
              <p:nvPr/>
            </p:nvSpPr>
            <p:spPr>
              <a:xfrm>
                <a:off x="72864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5" name="Google Shape;49;p4"/>
              <p:cNvSpPr/>
              <p:nvPr/>
            </p:nvSpPr>
            <p:spPr>
              <a:xfrm>
                <a:off x="74905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ITLE_AND_TWO_COLUMNS">
    <p:bg>
      <p:bgPr>
        <a:solidFill>
          <a:schemeClr val="lt1"/>
        </a:solidFill>
        <a:effectLst/>
      </p:bgPr>
    </p:bg>
    <p:spTree>
      <p:nvGrpSpPr>
        <p:cNvPr id="1" name=""/>
        <p:cNvGrpSpPr/>
        <p:nvPr/>
      </p:nvGrpSpPr>
      <p:grpSpPr>
        <a:xfrm>
          <a:off x="0" y="0"/>
          <a:ext cx="0" cy="0"/>
          <a:chOff x="0" y="0"/>
          <a:chExt cx="0" cy="0"/>
        </a:xfrm>
      </p:grpSpPr>
      <p:sp>
        <p:nvSpPr>
          <p:cNvPr id="276"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277" name="Google Shape;56;p5"/>
          <p:cNvGrpSpPr/>
          <p:nvPr/>
        </p:nvGrpSpPr>
        <p:grpSpPr>
          <a:xfrm>
            <a:off x="7656480" y="-721440"/>
            <a:ext cx="1980000" cy="2320200"/>
            <a:chOff x="7656480" y="-721440"/>
            <a:chExt cx="1980000" cy="2320200"/>
          </a:xfrm>
        </p:grpSpPr>
        <p:sp>
          <p:nvSpPr>
            <p:cNvPr id="278" name="Google Shape;57;p5"/>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79" name="Google Shape;58;p5"/>
            <p:cNvGrpSpPr/>
            <p:nvPr/>
          </p:nvGrpSpPr>
          <p:grpSpPr>
            <a:xfrm>
              <a:off x="7776000" y="-721440"/>
              <a:ext cx="1860480" cy="2320200"/>
              <a:chOff x="7776000" y="-721440"/>
              <a:chExt cx="1860480" cy="2320200"/>
            </a:xfrm>
          </p:grpSpPr>
          <p:sp>
            <p:nvSpPr>
              <p:cNvPr id="280" name="Google Shape;59;p5"/>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81" name="Google Shape;60;p5"/>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82" name="Google Shape;61;p5"/>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83" name="Google Shape;62;p5"/>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28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285" name="Google Shape;65;p6"/>
          <p:cNvGrpSpPr/>
          <p:nvPr/>
        </p:nvGrpSpPr>
        <p:grpSpPr>
          <a:xfrm>
            <a:off x="7267320" y="387360"/>
            <a:ext cx="2455920" cy="5138280"/>
            <a:chOff x="7267320" y="387360"/>
            <a:chExt cx="2455920" cy="5138280"/>
          </a:xfrm>
        </p:grpSpPr>
        <p:grpSp>
          <p:nvGrpSpPr>
            <p:cNvPr id="286" name="Google Shape;66;p6"/>
            <p:cNvGrpSpPr/>
            <p:nvPr/>
          </p:nvGrpSpPr>
          <p:grpSpPr>
            <a:xfrm>
              <a:off x="7432920" y="387360"/>
              <a:ext cx="1309320" cy="257400"/>
              <a:chOff x="7432920" y="387360"/>
              <a:chExt cx="1309320" cy="257400"/>
            </a:xfrm>
          </p:grpSpPr>
          <p:sp>
            <p:nvSpPr>
              <p:cNvPr id="287" name="Google Shape;67;p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88" name="Google Shape;68;p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89" name="Google Shape;69;p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0" name="Google Shape;70;p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1" name="Google Shape;71;p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2" name="Google Shape;72;p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3" name="Google Shape;73;p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4" name="Google Shape;74;p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5" name="Google Shape;75;p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6" name="Google Shape;76;p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97" name="Google Shape;77;p6"/>
            <p:cNvGrpSpPr/>
            <p:nvPr/>
          </p:nvGrpSpPr>
          <p:grpSpPr>
            <a:xfrm>
              <a:off x="7267320" y="3608280"/>
              <a:ext cx="2455920" cy="1917360"/>
              <a:chOff x="7267320" y="3608280"/>
              <a:chExt cx="2455920" cy="1917360"/>
            </a:xfrm>
          </p:grpSpPr>
          <p:sp>
            <p:nvSpPr>
              <p:cNvPr id="298" name="Google Shape;78;p6"/>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9" name="Google Shape;79;p6"/>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00" name="Google Shape;80;p6"/>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01" name="Google Shape;81;p6"/>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
        <p:nvSpPr>
          <p:cNvPr id="302"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lt1"/>
        </a:solidFill>
        <a:effectLst/>
      </p:bgPr>
    </p:bg>
    <p:spTree>
      <p:nvGrpSpPr>
        <p:cNvPr id="1" name=""/>
        <p:cNvGrpSpPr/>
        <p:nvPr/>
      </p:nvGrpSpPr>
      <p:grpSpPr>
        <a:xfrm>
          <a:off x="0" y="0"/>
          <a:ext cx="0" cy="0"/>
          <a:chOff x="0" y="0"/>
          <a:chExt cx="0" cy="0"/>
        </a:xfrm>
      </p:grpSpPr>
      <p:sp>
        <p:nvSpPr>
          <p:cNvPr id="30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304" name="Google Shape;86;p7"/>
          <p:cNvGrpSpPr/>
          <p:nvPr/>
        </p:nvGrpSpPr>
        <p:grpSpPr>
          <a:xfrm>
            <a:off x="2212560" y="2617920"/>
            <a:ext cx="7421760" cy="2775960"/>
            <a:chOff x="2212560" y="2617920"/>
            <a:chExt cx="7421760" cy="2775960"/>
          </a:xfrm>
        </p:grpSpPr>
        <p:grpSp>
          <p:nvGrpSpPr>
            <p:cNvPr id="305" name="Google Shape;87;p7"/>
            <p:cNvGrpSpPr/>
            <p:nvPr/>
          </p:nvGrpSpPr>
          <p:grpSpPr>
            <a:xfrm>
              <a:off x="2212560" y="4514760"/>
              <a:ext cx="1309320" cy="257400"/>
              <a:chOff x="2212560" y="4514760"/>
              <a:chExt cx="1309320" cy="257400"/>
            </a:xfrm>
          </p:grpSpPr>
          <p:sp>
            <p:nvSpPr>
              <p:cNvPr id="306" name="Google Shape;88;p7"/>
              <p:cNvSpPr/>
              <p:nvPr/>
            </p:nvSpPr>
            <p:spPr>
              <a:xfrm>
                <a:off x="26319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7" name="Google Shape;89;p7"/>
              <p:cNvSpPr/>
              <p:nvPr/>
            </p:nvSpPr>
            <p:spPr>
              <a:xfrm>
                <a:off x="28360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8" name="Google Shape;90;p7"/>
              <p:cNvSpPr/>
              <p:nvPr/>
            </p:nvSpPr>
            <p:spPr>
              <a:xfrm>
                <a:off x="30402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9" name="Google Shape;91;p7"/>
              <p:cNvSpPr/>
              <p:nvPr/>
            </p:nvSpPr>
            <p:spPr>
              <a:xfrm>
                <a:off x="32443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0" name="Google Shape;92;p7"/>
              <p:cNvSpPr/>
              <p:nvPr/>
            </p:nvSpPr>
            <p:spPr>
              <a:xfrm>
                <a:off x="3448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1" name="Google Shape;93;p7"/>
              <p:cNvSpPr/>
              <p:nvPr/>
            </p:nvSpPr>
            <p:spPr>
              <a:xfrm>
                <a:off x="22125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2" name="Google Shape;94;p7"/>
              <p:cNvSpPr/>
              <p:nvPr/>
            </p:nvSpPr>
            <p:spPr>
              <a:xfrm>
                <a:off x="24166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3" name="Google Shape;95;p7"/>
              <p:cNvSpPr/>
              <p:nvPr/>
            </p:nvSpPr>
            <p:spPr>
              <a:xfrm>
                <a:off x="26208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4" name="Google Shape;96;p7"/>
              <p:cNvSpPr/>
              <p:nvPr/>
            </p:nvSpPr>
            <p:spPr>
              <a:xfrm>
                <a:off x="28249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5" name="Google Shape;97;p7"/>
              <p:cNvSpPr/>
              <p:nvPr/>
            </p:nvSpPr>
            <p:spPr>
              <a:xfrm>
                <a:off x="3029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316" name="Google Shape;98;p7"/>
            <p:cNvGrpSpPr/>
            <p:nvPr/>
          </p:nvGrpSpPr>
          <p:grpSpPr>
            <a:xfrm>
              <a:off x="6687000" y="2617920"/>
              <a:ext cx="2947320" cy="2775960"/>
              <a:chOff x="6687000" y="2617920"/>
              <a:chExt cx="2947320" cy="2775960"/>
            </a:xfrm>
          </p:grpSpPr>
          <p:sp>
            <p:nvSpPr>
              <p:cNvPr id="317" name="Google Shape;99;p7"/>
              <p:cNvSpPr/>
              <p:nvPr/>
            </p:nvSpPr>
            <p:spPr>
              <a:xfrm flipH="1">
                <a:off x="6687000" y="2703600"/>
                <a:ext cx="2456640" cy="244692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8" name="Google Shape;100;p7"/>
              <p:cNvSpPr/>
              <p:nvPr/>
            </p:nvSpPr>
            <p:spPr>
              <a:xfrm rot="18900600">
                <a:off x="7946640" y="384948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19" name="Google Shape;101;p7"/>
              <p:cNvSpPr/>
              <p:nvPr/>
            </p:nvSpPr>
            <p:spPr>
              <a:xfrm rot="18900000">
                <a:off x="6856920" y="494388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20" name="Google Shape;102;p7"/>
              <p:cNvSpPr/>
              <p:nvPr/>
            </p:nvSpPr>
            <p:spPr>
              <a:xfrm>
                <a:off x="6962400" y="35539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21" name="Google Shape;103;p7"/>
              <p:cNvSpPr/>
              <p:nvPr/>
            </p:nvSpPr>
            <p:spPr>
              <a:xfrm rot="18900600">
                <a:off x="7651080" y="319932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lt1"/>
        </a:solidFill>
        <a:effectLst/>
      </p:bgPr>
    </p:bg>
    <p:spTree>
      <p:nvGrpSpPr>
        <p:cNvPr id="1" name=""/>
        <p:cNvGrpSpPr/>
        <p:nvPr/>
      </p:nvGrpSpPr>
      <p:grpSpPr>
        <a:xfrm>
          <a:off x="0" y="0"/>
          <a:ext cx="0" cy="0"/>
          <a:chOff x="0" y="0"/>
          <a:chExt cx="0" cy="0"/>
        </a:xfrm>
      </p:grpSpPr>
      <p:sp>
        <p:nvSpPr>
          <p:cNvPr id="322" name="PlaceHolder 1"/>
          <p:cNvSpPr>
            <a:spLocks noGrp="1"/>
          </p:cNvSpPr>
          <p:nvPr>
            <p:ph type="title"/>
          </p:nvPr>
        </p:nvSpPr>
        <p:spPr>
          <a:xfrm>
            <a:off x="713160" y="1488240"/>
            <a:ext cx="4683960" cy="2166480"/>
          </a:xfrm>
          <a:prstGeom prst="rect">
            <a:avLst/>
          </a:prstGeom>
          <a:noFill/>
          <a:ln w="0">
            <a:noFill/>
          </a:ln>
        </p:spPr>
        <p:txBody>
          <a:bodyPr lIns="91440" tIns="91440" rIns="91440" bIns="91440" anchor="ctr">
            <a:noAutofit/>
          </a:bodyPr>
          <a:lstStyle/>
          <a:p>
            <a:pPr indent="0">
              <a:buNone/>
            </a:pPr>
            <a:r>
              <a:rPr lang="fr-FR" sz="6000" b="0" u="none" strike="noStrike">
                <a:solidFill>
                  <a:schemeClr val="dk1"/>
                </a:solidFill>
                <a:effectLst/>
                <a:uFillTx/>
                <a:latin typeface="Arial"/>
              </a:rPr>
              <a:t>Click to edit the title text format</a:t>
            </a:r>
          </a:p>
        </p:txBody>
      </p:sp>
      <p:sp>
        <p:nvSpPr>
          <p:cNvPr id="323"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324" name="Google Shape;107;p8"/>
          <p:cNvGrpSpPr/>
          <p:nvPr/>
        </p:nvGrpSpPr>
        <p:grpSpPr>
          <a:xfrm>
            <a:off x="2669760" y="539640"/>
            <a:ext cx="1309320" cy="257400"/>
            <a:chOff x="2669760" y="539640"/>
            <a:chExt cx="1309320" cy="257400"/>
          </a:xfrm>
        </p:grpSpPr>
        <p:sp>
          <p:nvSpPr>
            <p:cNvPr id="325" name="Google Shape;108;p8"/>
            <p:cNvSpPr/>
            <p:nvPr/>
          </p:nvSpPr>
          <p:spPr>
            <a:xfrm>
              <a:off x="308916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6" name="Google Shape;109;p8"/>
            <p:cNvSpPr/>
            <p:nvPr/>
          </p:nvSpPr>
          <p:spPr>
            <a:xfrm>
              <a:off x="329328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7" name="Google Shape;110;p8"/>
            <p:cNvSpPr/>
            <p:nvPr/>
          </p:nvSpPr>
          <p:spPr>
            <a:xfrm>
              <a:off x="349740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8" name="Google Shape;111;p8"/>
            <p:cNvSpPr/>
            <p:nvPr/>
          </p:nvSpPr>
          <p:spPr>
            <a:xfrm>
              <a:off x="370152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9" name="Google Shape;112;p8"/>
            <p:cNvSpPr/>
            <p:nvPr/>
          </p:nvSpPr>
          <p:spPr>
            <a:xfrm>
              <a:off x="390564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0" name="Google Shape;113;p8"/>
            <p:cNvSpPr/>
            <p:nvPr/>
          </p:nvSpPr>
          <p:spPr>
            <a:xfrm>
              <a:off x="266976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1" name="Google Shape;114;p8"/>
            <p:cNvSpPr/>
            <p:nvPr/>
          </p:nvSpPr>
          <p:spPr>
            <a:xfrm>
              <a:off x="287388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2" name="Google Shape;115;p8"/>
            <p:cNvSpPr/>
            <p:nvPr/>
          </p:nvSpPr>
          <p:spPr>
            <a:xfrm>
              <a:off x="307800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3" name="Google Shape;116;p8"/>
            <p:cNvSpPr/>
            <p:nvPr/>
          </p:nvSpPr>
          <p:spPr>
            <a:xfrm>
              <a:off x="328212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4" name="Google Shape;117;p8"/>
            <p:cNvSpPr/>
            <p:nvPr/>
          </p:nvSpPr>
          <p:spPr>
            <a:xfrm>
              <a:off x="348624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ECTION_TITLE_AND_DESCRIPTION">
    <p:bg>
      <p:bgPr>
        <a:solidFill>
          <a:schemeClr val="lt1"/>
        </a:solidFill>
        <a:effectLst/>
      </p:bgPr>
    </p:bg>
    <p:spTree>
      <p:nvGrpSpPr>
        <p:cNvPr id="1" name=""/>
        <p:cNvGrpSpPr/>
        <p:nvPr/>
      </p:nvGrpSpPr>
      <p:grpSpPr>
        <a:xfrm>
          <a:off x="0" y="0"/>
          <a:ext cx="0" cy="0"/>
          <a:chOff x="0" y="0"/>
          <a:chExt cx="0" cy="0"/>
        </a:xfrm>
      </p:grpSpPr>
      <p:sp>
        <p:nvSpPr>
          <p:cNvPr id="335" name="PlaceHolder 1"/>
          <p:cNvSpPr>
            <a:spLocks noGrp="1"/>
          </p:cNvSpPr>
          <p:nvPr>
            <p:ph type="title"/>
          </p:nvPr>
        </p:nvSpPr>
        <p:spPr>
          <a:xfrm>
            <a:off x="713160" y="1013400"/>
            <a:ext cx="6993720" cy="81468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336" name="Google Shape;121;p9"/>
          <p:cNvGrpSpPr/>
          <p:nvPr/>
        </p:nvGrpSpPr>
        <p:grpSpPr>
          <a:xfrm>
            <a:off x="6687360" y="-258840"/>
            <a:ext cx="2947320" cy="5031720"/>
            <a:chOff x="6687360" y="-258840"/>
            <a:chExt cx="2947320" cy="5031720"/>
          </a:xfrm>
        </p:grpSpPr>
        <p:grpSp>
          <p:nvGrpSpPr>
            <p:cNvPr id="337" name="Google Shape;122;p9"/>
            <p:cNvGrpSpPr/>
            <p:nvPr/>
          </p:nvGrpSpPr>
          <p:grpSpPr>
            <a:xfrm>
              <a:off x="7260480" y="4515480"/>
              <a:ext cx="1309680" cy="257400"/>
              <a:chOff x="7260480" y="4515480"/>
              <a:chExt cx="1309680" cy="257400"/>
            </a:xfrm>
          </p:grpSpPr>
          <p:sp>
            <p:nvSpPr>
              <p:cNvPr id="338" name="Google Shape;123;p9"/>
              <p:cNvSpPr/>
              <p:nvPr/>
            </p:nvSpPr>
            <p:spPr>
              <a:xfrm flipV="1">
                <a:off x="768024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9" name="Google Shape;124;p9"/>
              <p:cNvSpPr/>
              <p:nvPr/>
            </p:nvSpPr>
            <p:spPr>
              <a:xfrm flipV="1">
                <a:off x="788436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0" name="Google Shape;125;p9"/>
              <p:cNvSpPr/>
              <p:nvPr/>
            </p:nvSpPr>
            <p:spPr>
              <a:xfrm flipV="1">
                <a:off x="808848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1" name="Google Shape;126;p9"/>
              <p:cNvSpPr/>
              <p:nvPr/>
            </p:nvSpPr>
            <p:spPr>
              <a:xfrm flipV="1">
                <a:off x="829260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2" name="Google Shape;127;p9"/>
              <p:cNvSpPr/>
              <p:nvPr/>
            </p:nvSpPr>
            <p:spPr>
              <a:xfrm flipV="1">
                <a:off x="849672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3" name="Google Shape;128;p9"/>
              <p:cNvSpPr/>
              <p:nvPr/>
            </p:nvSpPr>
            <p:spPr>
              <a:xfrm flipV="1">
                <a:off x="726048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4" name="Google Shape;129;p9"/>
              <p:cNvSpPr/>
              <p:nvPr/>
            </p:nvSpPr>
            <p:spPr>
              <a:xfrm flipV="1">
                <a:off x="746460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5" name="Google Shape;130;p9"/>
              <p:cNvSpPr/>
              <p:nvPr/>
            </p:nvSpPr>
            <p:spPr>
              <a:xfrm flipV="1">
                <a:off x="766872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6" name="Google Shape;131;p9"/>
              <p:cNvSpPr/>
              <p:nvPr/>
            </p:nvSpPr>
            <p:spPr>
              <a:xfrm flipV="1">
                <a:off x="787284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7" name="Google Shape;132;p9"/>
              <p:cNvSpPr/>
              <p:nvPr/>
            </p:nvSpPr>
            <p:spPr>
              <a:xfrm flipV="1">
                <a:off x="807696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348" name="Google Shape;133;p9"/>
            <p:cNvGrpSpPr/>
            <p:nvPr/>
          </p:nvGrpSpPr>
          <p:grpSpPr>
            <a:xfrm>
              <a:off x="6687360" y="-258840"/>
              <a:ext cx="2947320" cy="2776320"/>
              <a:chOff x="6687360" y="-258840"/>
              <a:chExt cx="2947320" cy="2776320"/>
            </a:xfrm>
          </p:grpSpPr>
          <p:sp>
            <p:nvSpPr>
              <p:cNvPr id="349" name="Google Shape;134;p9"/>
              <p:cNvSpPr/>
              <p:nvPr/>
            </p:nvSpPr>
            <p:spPr>
              <a:xfrm rot="10800000">
                <a:off x="6687360" y="-15120"/>
                <a:ext cx="2456640" cy="244692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50" name="Google Shape;135;p9"/>
              <p:cNvSpPr/>
              <p:nvPr/>
            </p:nvSpPr>
            <p:spPr>
              <a:xfrm rot="13499400" flipH="1">
                <a:off x="7946280" y="80784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1" name="Google Shape;136;p9"/>
              <p:cNvSpPr/>
              <p:nvPr/>
            </p:nvSpPr>
            <p:spPr>
              <a:xfrm rot="13500000" flipH="1">
                <a:off x="6856920" y="7632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2" name="Google Shape;137;p9"/>
              <p:cNvSpPr/>
              <p:nvPr/>
            </p:nvSpPr>
            <p:spPr>
              <a:xfrm rot="10800000" flipH="1">
                <a:off x="6962400" y="27216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3" name="Google Shape;138;p9"/>
              <p:cNvSpPr/>
              <p:nvPr/>
            </p:nvSpPr>
            <p:spPr>
              <a:xfrm rot="13499400" flipH="1">
                <a:off x="7652160" y="160956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lt1"/>
        </a:solidFill>
        <a:effectLst/>
      </p:bgPr>
    </p:bg>
    <p:spTree>
      <p:nvGrpSpPr>
        <p:cNvPr id="1" name=""/>
        <p:cNvGrpSpPr/>
        <p:nvPr/>
      </p:nvGrpSpPr>
      <p:grpSpPr>
        <a:xfrm>
          <a:off x="0" y="0"/>
          <a:ext cx="0" cy="0"/>
          <a:chOff x="0" y="0"/>
          <a:chExt cx="0" cy="0"/>
        </a:xfrm>
      </p:grpSpPr>
      <p:sp>
        <p:nvSpPr>
          <p:cNvPr id="354" name="PlaceHolder 1"/>
          <p:cNvSpPr>
            <a:spLocks noGrp="1"/>
          </p:cNvSpPr>
          <p:nvPr>
            <p:ph type="body"/>
          </p:nvPr>
        </p:nvSpPr>
        <p:spPr>
          <a:xfrm>
            <a:off x="0" y="0"/>
            <a:ext cx="9143640" cy="5143320"/>
          </a:xfrm>
          <a:prstGeom prst="rect">
            <a:avLst/>
          </a:prstGeom>
          <a:noFill/>
          <a:ln w="0">
            <a:noFill/>
          </a:ln>
        </p:spPr>
        <p:txBody>
          <a:bodyPr lIns="90000" tIns="45000" rIns="90000" bIns="45000" anchor="t">
            <a:normAutofit/>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
        <p:nvSpPr>
          <p:cNvPr id="355" name="PlaceHolder 2"/>
          <p:cNvSpPr>
            <a:spLocks noGrp="1"/>
          </p:cNvSpPr>
          <p:nvPr>
            <p:ph type="title"/>
          </p:nvPr>
        </p:nvSpPr>
        <p:spPr>
          <a:xfrm>
            <a:off x="720000" y="3862080"/>
            <a:ext cx="7703640" cy="572400"/>
          </a:xfrm>
          <a:prstGeom prst="rect">
            <a:avLst/>
          </a:prstGeom>
          <a:solidFill>
            <a:schemeClr val="lt1"/>
          </a:solidFill>
          <a:ln w="0">
            <a:noFill/>
          </a:ln>
        </p:spPr>
        <p:txBody>
          <a:bodyPr lIns="91440" tIns="91440" rIns="91440" bIns="91440" anchor="ctr">
            <a:noAutofit/>
          </a:bodyPr>
          <a:lstStyle/>
          <a:p>
            <a:pPr indent="0">
              <a:buNone/>
            </a:pPr>
            <a:r>
              <a:rPr lang="fr-FR" sz="3000" b="0" u="none" strike="noStrike">
                <a:solidFill>
                  <a:schemeClr val="dk1"/>
                </a:solidFill>
                <a:effectLst/>
                <a:uFillTx/>
                <a:latin typeface="Arial"/>
              </a:rPr>
              <a:t>Click to edit the title text format</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7.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0.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7.xml"/><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284797" y="1372962"/>
            <a:ext cx="6194038" cy="1077547"/>
          </a:xfrm>
          <a:prstGeom prst="rect">
            <a:avLst/>
          </a:prstGeom>
          <a:noFill/>
          <a:ln w="28575">
            <a:noFill/>
          </a:ln>
        </p:spPr>
        <p:txBody>
          <a:bodyPr lIns="91440" tIns="91440" rIns="91440" bIns="91440" anchor="ctr">
            <a:noAutofit/>
          </a:bodyPr>
          <a:lstStyle/>
          <a:p>
            <a:pPr indent="0" algn="ctr">
              <a:lnSpc>
                <a:spcPct val="100000"/>
              </a:lnSpc>
              <a:buNone/>
              <a:tabLst>
                <a:tab pos="0" algn="l"/>
              </a:tabLst>
            </a:pPr>
            <a:r>
              <a:rPr lang="en-US" sz="3200" b="1" dirty="0">
                <a:solidFill>
                  <a:schemeClr val="dk1"/>
                </a:solidFill>
                <a:latin typeface="Archivo Black"/>
              </a:rPr>
              <a:t>Design and Implementation of a</a:t>
            </a:r>
            <a:br>
              <a:rPr lang="en-US" sz="3200" b="1" dirty="0">
                <a:solidFill>
                  <a:schemeClr val="dk1"/>
                </a:solidFill>
                <a:latin typeface="Archivo Black"/>
              </a:rPr>
            </a:br>
            <a:r>
              <a:rPr lang="en-US" sz="3200" b="1" dirty="0">
                <a:solidFill>
                  <a:schemeClr val="dk1"/>
                </a:solidFill>
                <a:latin typeface="Archivo Black"/>
              </a:rPr>
              <a:t>Cloud-Native Reactive Architecture</a:t>
            </a:r>
            <a:endParaRPr lang="fr-FR" sz="3200" b="1" dirty="0">
              <a:solidFill>
                <a:schemeClr val="dk1"/>
              </a:solidFill>
              <a:latin typeface="Archivo Black"/>
            </a:endParaRPr>
          </a:p>
        </p:txBody>
      </p:sp>
      <p:sp>
        <p:nvSpPr>
          <p:cNvPr id="358" name="PlaceHolder 2"/>
          <p:cNvSpPr>
            <a:spLocks noGrp="1"/>
          </p:cNvSpPr>
          <p:nvPr>
            <p:ph type="subTitle"/>
          </p:nvPr>
        </p:nvSpPr>
        <p:spPr>
          <a:xfrm>
            <a:off x="288674" y="2419560"/>
            <a:ext cx="6194038" cy="637920"/>
          </a:xfrm>
          <a:prstGeom prst="rect">
            <a:avLst/>
          </a:prstGeom>
          <a:noFill/>
          <a:ln w="28575">
            <a:noFill/>
          </a:ln>
        </p:spPr>
        <p:txBody>
          <a:bodyPr lIns="91440" tIns="91440" rIns="91440" bIns="91440" anchor="ctr">
            <a:normAutofit/>
          </a:bodyPr>
          <a:lstStyle/>
          <a:p>
            <a:pPr indent="0" algn="ctr">
              <a:lnSpc>
                <a:spcPct val="100000"/>
              </a:lnSpc>
              <a:buNone/>
              <a:tabLst>
                <a:tab pos="0" algn="l"/>
              </a:tabLst>
            </a:pPr>
            <a:r>
              <a:rPr lang="en-US" sz="2400" b="0" i="1" u="none" strike="noStrike" dirty="0">
                <a:solidFill>
                  <a:schemeClr val="dk1"/>
                </a:solidFill>
                <a:effectLst/>
                <a:uFillTx/>
                <a:latin typeface="Manrope"/>
                <a:ea typeface="Manrope"/>
              </a:rPr>
              <a:t>The </a:t>
            </a:r>
            <a:r>
              <a:rPr lang="en-US" sz="2400" i="1" u="none" strike="noStrike" dirty="0">
                <a:solidFill>
                  <a:schemeClr val="dk1"/>
                </a:solidFill>
                <a:effectLst/>
                <a:uFillTx/>
                <a:latin typeface="Manrope"/>
                <a:ea typeface="Manrope"/>
              </a:rPr>
              <a:t>Smart Travel </a:t>
            </a:r>
            <a:r>
              <a:rPr lang="en-US" sz="2400" b="0" i="1" u="none" strike="noStrike" dirty="0">
                <a:solidFill>
                  <a:schemeClr val="dk1"/>
                </a:solidFill>
                <a:effectLst/>
                <a:uFillTx/>
                <a:latin typeface="Manrope"/>
                <a:ea typeface="Manrope"/>
              </a:rPr>
              <a:t>Platform Case Study</a:t>
            </a:r>
            <a:endParaRPr lang="en-US" sz="2400" b="0" i="1" u="none" strike="noStrike" dirty="0">
              <a:solidFill>
                <a:srgbClr val="000000"/>
              </a:solidFill>
              <a:effectLst/>
              <a:uFillTx/>
              <a:latin typeface="OpenSymbol"/>
            </a:endParaRPr>
          </a:p>
        </p:txBody>
      </p:sp>
      <p:grpSp>
        <p:nvGrpSpPr>
          <p:cNvPr id="359" name="Google Shape;456;p30"/>
          <p:cNvGrpSpPr/>
          <p:nvPr/>
        </p:nvGrpSpPr>
        <p:grpSpPr>
          <a:xfrm>
            <a:off x="4714200" y="684000"/>
            <a:ext cx="4429440" cy="4466160"/>
            <a:chOff x="4714200" y="684000"/>
            <a:chExt cx="4429440" cy="4466160"/>
          </a:xfrm>
        </p:grpSpPr>
        <p:sp>
          <p:nvSpPr>
            <p:cNvPr id="360" name="Google Shape;457;p30"/>
            <p:cNvSpPr/>
            <p:nvPr/>
          </p:nvSpPr>
          <p:spPr>
            <a:xfrm flipH="1">
              <a:off x="4714200" y="783360"/>
              <a:ext cx="4429440" cy="436680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1" name="Google Shape;458;p30"/>
            <p:cNvSpPr/>
            <p:nvPr/>
          </p:nvSpPr>
          <p:spPr>
            <a:xfrm rot="18900000">
              <a:off x="7674840" y="130356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62" name="Google Shape;459;p30"/>
            <p:cNvSpPr/>
            <p:nvPr/>
          </p:nvSpPr>
          <p:spPr>
            <a:xfrm rot="18900600">
              <a:off x="4984200" y="3275640"/>
              <a:ext cx="1779480" cy="326160"/>
            </a:xfrm>
            <a:prstGeom prst="roundRect">
              <a:avLst>
                <a:gd name="adj" fmla="val 50000"/>
              </a:avLst>
            </a:prstGeom>
            <a:solidFill>
              <a:schemeClr val="tx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3" name="Google Shape;460;p30"/>
            <p:cNvSpPr/>
            <p:nvPr/>
          </p:nvSpPr>
          <p:spPr>
            <a:xfrm rot="18900600">
              <a:off x="7107840" y="209304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4" name="Google Shape;461;p30"/>
            <p:cNvSpPr/>
            <p:nvPr/>
          </p:nvSpPr>
          <p:spPr>
            <a:xfrm rot="18900600">
              <a:off x="6792480" y="124308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65" name="Google Shape;462;p30"/>
            <p:cNvSpPr/>
            <p:nvPr/>
          </p:nvSpPr>
          <p:spPr>
            <a:xfrm rot="18900600">
              <a:off x="5127480" y="3849480"/>
              <a:ext cx="1779480" cy="47736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366" name="Google Shape;463;p30"/>
          <p:cNvGrpSpPr/>
          <p:nvPr/>
        </p:nvGrpSpPr>
        <p:grpSpPr>
          <a:xfrm>
            <a:off x="3262680" y="4662287"/>
            <a:ext cx="1309320" cy="257400"/>
            <a:chOff x="2669760" y="4362120"/>
            <a:chExt cx="1309320" cy="257400"/>
          </a:xfrm>
        </p:grpSpPr>
        <p:sp>
          <p:nvSpPr>
            <p:cNvPr id="367" name="Google Shape;464;p30"/>
            <p:cNvSpPr/>
            <p:nvPr/>
          </p:nvSpPr>
          <p:spPr>
            <a:xfrm>
              <a:off x="308916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8" name="Google Shape;465;p30"/>
            <p:cNvSpPr/>
            <p:nvPr/>
          </p:nvSpPr>
          <p:spPr>
            <a:xfrm>
              <a:off x="329328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9" name="Google Shape;466;p30"/>
            <p:cNvSpPr/>
            <p:nvPr/>
          </p:nvSpPr>
          <p:spPr>
            <a:xfrm>
              <a:off x="349740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0" name="Google Shape;467;p30"/>
            <p:cNvSpPr/>
            <p:nvPr/>
          </p:nvSpPr>
          <p:spPr>
            <a:xfrm>
              <a:off x="370152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1" name="Google Shape;468;p30"/>
            <p:cNvSpPr/>
            <p:nvPr/>
          </p:nvSpPr>
          <p:spPr>
            <a:xfrm>
              <a:off x="390564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2" name="Google Shape;469;p30"/>
            <p:cNvSpPr/>
            <p:nvPr/>
          </p:nvSpPr>
          <p:spPr>
            <a:xfrm>
              <a:off x="266976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3" name="Google Shape;470;p30"/>
            <p:cNvSpPr/>
            <p:nvPr/>
          </p:nvSpPr>
          <p:spPr>
            <a:xfrm>
              <a:off x="287388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4" name="Google Shape;471;p30"/>
            <p:cNvSpPr/>
            <p:nvPr/>
          </p:nvSpPr>
          <p:spPr>
            <a:xfrm>
              <a:off x="307800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5" name="Google Shape;472;p30"/>
            <p:cNvSpPr/>
            <p:nvPr/>
          </p:nvSpPr>
          <p:spPr>
            <a:xfrm>
              <a:off x="328212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6" name="Google Shape;473;p30"/>
            <p:cNvSpPr/>
            <p:nvPr/>
          </p:nvSpPr>
          <p:spPr>
            <a:xfrm>
              <a:off x="348624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4" name="PlaceHolder 2">
            <a:extLst>
              <a:ext uri="{FF2B5EF4-FFF2-40B4-BE49-F238E27FC236}">
                <a16:creationId xmlns:a16="http://schemas.microsoft.com/office/drawing/2014/main" id="{F0D6676C-AFA8-42C3-06CC-3A1818A33028}"/>
              </a:ext>
            </a:extLst>
          </p:cNvPr>
          <p:cNvSpPr txBox="1">
            <a:spLocks/>
          </p:cNvSpPr>
          <p:nvPr/>
        </p:nvSpPr>
        <p:spPr>
          <a:xfrm>
            <a:off x="91837" y="4398840"/>
            <a:ext cx="2997323" cy="637920"/>
          </a:xfrm>
          <a:prstGeom prst="rect">
            <a:avLst/>
          </a:prstGeom>
          <a:noFill/>
          <a:ln w="0">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tabLst>
                <a:tab pos="0" algn="l"/>
              </a:tabLst>
            </a:pPr>
            <a:r>
              <a:rPr lang="en-US" sz="1400" b="1" i="1" dirty="0">
                <a:solidFill>
                  <a:schemeClr val="dk1"/>
                </a:solidFill>
                <a:latin typeface="Manrope"/>
                <a:ea typeface="Manrope"/>
              </a:rPr>
              <a:t>Candidate</a:t>
            </a:r>
            <a:r>
              <a:rPr lang="en-US" sz="1400" dirty="0">
                <a:solidFill>
                  <a:schemeClr val="dk1"/>
                </a:solidFill>
                <a:latin typeface="Manrope"/>
                <a:ea typeface="Manrope"/>
              </a:rPr>
              <a:t>:  Federico Palazzi</a:t>
            </a:r>
          </a:p>
          <a:p>
            <a:pPr>
              <a:lnSpc>
                <a:spcPct val="100000"/>
              </a:lnSpc>
              <a:tabLst>
                <a:tab pos="0" algn="l"/>
              </a:tabLst>
            </a:pPr>
            <a:r>
              <a:rPr lang="en-US" sz="1400" b="1" i="1" dirty="0">
                <a:solidFill>
                  <a:schemeClr val="dk1"/>
                </a:solidFill>
                <a:latin typeface="Manrope"/>
              </a:rPr>
              <a:t>Supervisor</a:t>
            </a:r>
            <a:r>
              <a:rPr lang="en-US" sz="1400" dirty="0">
                <a:solidFill>
                  <a:schemeClr val="dk1"/>
                </a:solidFill>
                <a:latin typeface="Manrope"/>
              </a:rPr>
              <a:t>: </a:t>
            </a:r>
            <a:r>
              <a:rPr lang="en-US" sz="1400" i="1" dirty="0">
                <a:solidFill>
                  <a:schemeClr val="dk1"/>
                </a:solidFill>
                <a:latin typeface="Manrope"/>
              </a:rPr>
              <a:t>Prof</a:t>
            </a:r>
            <a:r>
              <a:rPr lang="en-US" sz="1400" dirty="0">
                <a:solidFill>
                  <a:schemeClr val="dk1"/>
                </a:solidFill>
                <a:latin typeface="Manrope"/>
              </a:rPr>
              <a:t>. Giovanni Malnati</a:t>
            </a:r>
            <a:endParaRPr lang="en-US" sz="1400" dirty="0">
              <a:solidFill>
                <a:srgbClr val="000000"/>
              </a:solidFill>
              <a:latin typeface="OpenSymbo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9AABB-1DA1-5A33-650C-7AEDB482F9B5}"/>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03EED282-86BD-1622-F476-91D54B125C77}"/>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Requirements and Features</a:t>
            </a:r>
            <a:endParaRPr lang="en-US" sz="2400" b="1" u="none" strike="noStrike" dirty="0">
              <a:solidFill>
                <a:srgbClr val="000000"/>
              </a:solidFill>
              <a:effectLst/>
              <a:uFillTx/>
              <a:latin typeface="OpenSymbol"/>
            </a:endParaRPr>
          </a:p>
        </p:txBody>
      </p:sp>
      <p:sp>
        <p:nvSpPr>
          <p:cNvPr id="408" name="Rectangle 407">
            <a:extLst>
              <a:ext uri="{FF2B5EF4-FFF2-40B4-BE49-F238E27FC236}">
                <a16:creationId xmlns:a16="http://schemas.microsoft.com/office/drawing/2014/main" id="{7FE4E862-BE86-9C07-2464-2045DBC3025E}"/>
              </a:ext>
            </a:extLst>
          </p:cNvPr>
          <p:cNvSpPr/>
          <p:nvPr/>
        </p:nvSpPr>
        <p:spPr>
          <a:xfrm>
            <a:off x="476279" y="942933"/>
            <a:ext cx="5811107" cy="3724107"/>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marL="285750" indent="-285750" defTabSz="914400">
              <a:lnSpc>
                <a:spcPct val="150000"/>
              </a:lnSpc>
              <a:buFont typeface="Arial" panose="020B0604020202020204" pitchFamily="34" charset="0"/>
              <a:buChar char="•"/>
              <a:tabLst>
                <a:tab pos="0" algn="l"/>
              </a:tabLst>
            </a:pPr>
            <a:r>
              <a:rPr lang="en-US" sz="1400" u="none" strike="noStrike" dirty="0">
                <a:solidFill>
                  <a:schemeClr val="dk1"/>
                </a:solidFill>
                <a:effectLst/>
                <a:uFillTx/>
                <a:latin typeface="Manrope"/>
              </a:rPr>
              <a:t>Full-stack</a:t>
            </a:r>
            <a:r>
              <a:rPr lang="en-US" sz="1400" b="1" u="none" strike="noStrike" dirty="0">
                <a:solidFill>
                  <a:schemeClr val="dk1"/>
                </a:solidFill>
                <a:effectLst/>
                <a:uFillTx/>
                <a:latin typeface="Manrope"/>
              </a:rPr>
              <a:t> e-commerce web application</a:t>
            </a:r>
            <a:r>
              <a:rPr lang="en-US" sz="1400" b="0" u="none" strike="noStrike" dirty="0">
                <a:solidFill>
                  <a:schemeClr val="dk1"/>
                </a:solidFill>
                <a:effectLst/>
                <a:uFillTx/>
                <a:latin typeface="Manrope"/>
              </a:rPr>
              <a:t> for purchasing </a:t>
            </a:r>
            <a:r>
              <a:rPr lang="en-US" sz="1400" b="1" u="none" strike="noStrike" dirty="0">
                <a:solidFill>
                  <a:schemeClr val="dk1"/>
                </a:solidFill>
                <a:effectLst/>
                <a:uFillTx/>
                <a:latin typeface="Manrope"/>
              </a:rPr>
              <a:t>travel packages</a:t>
            </a:r>
            <a:r>
              <a:rPr lang="en-US" sz="1400" b="0" u="none" strike="noStrike" dirty="0">
                <a:solidFill>
                  <a:schemeClr val="dk1"/>
                </a:solidFill>
                <a:effectLst/>
                <a:uFillTx/>
                <a:latin typeface="Manrope"/>
              </a:rPr>
              <a:t> (flights, hotels, activities).</a:t>
            </a:r>
          </a:p>
          <a:p>
            <a:pPr marL="285750" indent="-285750" defTabSz="914400">
              <a:lnSpc>
                <a:spcPct val="150000"/>
              </a:lnSpc>
              <a:buFont typeface="Arial" panose="020B0604020202020204" pitchFamily="34" charset="0"/>
              <a:buChar char="•"/>
              <a:tabLst>
                <a:tab pos="0" algn="l"/>
              </a:tabLst>
            </a:pPr>
            <a:r>
              <a:rPr lang="en-US" sz="1400" b="1" dirty="0">
                <a:solidFill>
                  <a:schemeClr val="dk1"/>
                </a:solidFill>
                <a:latin typeface="Manrope"/>
              </a:rPr>
              <a:t>Requirements</a:t>
            </a:r>
            <a:endParaRPr lang="en-US" sz="1400" dirty="0">
              <a:solidFill>
                <a:schemeClr val="dk1"/>
              </a:solidFill>
              <a:latin typeface="Manrope"/>
            </a:endParaRP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Public access to the travel catalog and search for individual components.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Purchase management and order visualization.</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Integration with external services (e.g., online payment gateways).</a:t>
            </a:r>
          </a:p>
          <a:p>
            <a:pPr marL="285750" indent="-285750" defTabSz="914400">
              <a:lnSpc>
                <a:spcPct val="150000"/>
              </a:lnSpc>
              <a:buFont typeface="Arial" panose="020B0604020202020204" pitchFamily="34" charset="0"/>
              <a:buChar char="•"/>
              <a:tabLst>
                <a:tab pos="0" algn="l"/>
              </a:tabLst>
            </a:pPr>
            <a:r>
              <a:rPr lang="en-US" sz="1400" b="1" dirty="0">
                <a:solidFill>
                  <a:schemeClr val="dk1"/>
                </a:solidFill>
                <a:latin typeface="Manrope"/>
              </a:rPr>
              <a:t>Features</a:t>
            </a:r>
            <a:endParaRPr lang="en-US" sz="1400" dirty="0">
              <a:solidFill>
                <a:schemeClr val="dk1"/>
              </a:solidFill>
              <a:latin typeface="Manrope"/>
            </a:endParaRP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Travel catalog exploration with search and filtering capabilities.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Flexible purchase of individual services or complete packages.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Ability to modify the cart before checkout.</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Order status tracking via a personal user area.</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Email notifications for purchase confirmations.</a:t>
            </a:r>
          </a:p>
        </p:txBody>
      </p:sp>
      <p:pic>
        <p:nvPicPr>
          <p:cNvPr id="2" name="Segnaposto contenuto 5" descr="Immagine che contiene aeromobile, creatività, aeroplano, pialla/aereo&#10;&#10;Il contenuto generato dall'IA potrebbe non essere corretto.">
            <a:extLst>
              <a:ext uri="{FF2B5EF4-FFF2-40B4-BE49-F238E27FC236}">
                <a16:creationId xmlns:a16="http://schemas.microsoft.com/office/drawing/2014/main" id="{DEC73B80-574A-A5DF-A835-F3C43779D53C}"/>
              </a:ext>
            </a:extLst>
          </p:cNvPr>
          <p:cNvPicPr>
            <a:picLocks noChangeAspect="1"/>
          </p:cNvPicPr>
          <p:nvPr/>
        </p:nvPicPr>
        <p:blipFill>
          <a:blip r:embed="rId3"/>
          <a:stretch>
            <a:fillRect/>
          </a:stretch>
        </p:blipFill>
        <p:spPr>
          <a:xfrm>
            <a:off x="7003728" y="1287328"/>
            <a:ext cx="1663632" cy="2568843"/>
          </a:xfrm>
          <a:prstGeom prst="rect">
            <a:avLst/>
          </a:prstGeom>
          <a:effectLst>
            <a:outerShdw blurRad="50800" dist="38100" dir="2700000" algn="tl" rotWithShape="0">
              <a:prstClr val="black">
                <a:alpha val="40000"/>
              </a:prstClr>
            </a:outerShdw>
            <a:reflection blurRad="25400" stA="50000" endPos="35000" dir="5400000" sy="-100000" algn="bl" rotWithShape="0"/>
            <a:softEdge rad="0"/>
          </a:effectLst>
        </p:spPr>
      </p:pic>
      <p:sp>
        <p:nvSpPr>
          <p:cNvPr id="3" name="Rectangle 2">
            <a:extLst>
              <a:ext uri="{FF2B5EF4-FFF2-40B4-BE49-F238E27FC236}">
                <a16:creationId xmlns:a16="http://schemas.microsoft.com/office/drawing/2014/main" id="{9AE091D9-B718-4250-C6A0-CC0AD9291DD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3215481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ABB27-F144-4E0D-8668-860AA70AF585}"/>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D50F4E53-1D34-9FC6-A6B3-3F09AC3A54C8}"/>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User Roles</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7B4F850B-995D-46E9-E475-77A185129541}"/>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grpSp>
        <p:nvGrpSpPr>
          <p:cNvPr id="19" name="Group 18">
            <a:extLst>
              <a:ext uri="{FF2B5EF4-FFF2-40B4-BE49-F238E27FC236}">
                <a16:creationId xmlns:a16="http://schemas.microsoft.com/office/drawing/2014/main" id="{C1D4392C-2FD6-C99B-BE18-ED6EBD2ACAC9}"/>
              </a:ext>
            </a:extLst>
          </p:cNvPr>
          <p:cNvGrpSpPr/>
          <p:nvPr/>
        </p:nvGrpSpPr>
        <p:grpSpPr>
          <a:xfrm>
            <a:off x="707671" y="1137536"/>
            <a:ext cx="1851582" cy="1884636"/>
            <a:chOff x="1422435" y="1324811"/>
            <a:chExt cx="1851582" cy="1884636"/>
          </a:xfrm>
          <a:solidFill>
            <a:schemeClr val="tx1"/>
          </a:solidFill>
        </p:grpSpPr>
        <p:grpSp>
          <p:nvGrpSpPr>
            <p:cNvPr id="7" name="Gruppo 8">
              <a:extLst>
                <a:ext uri="{FF2B5EF4-FFF2-40B4-BE49-F238E27FC236}">
                  <a16:creationId xmlns:a16="http://schemas.microsoft.com/office/drawing/2014/main" id="{21928360-D6A4-80AA-8CE5-76EA9495F701}"/>
                </a:ext>
              </a:extLst>
            </p:cNvPr>
            <p:cNvGrpSpPr/>
            <p:nvPr/>
          </p:nvGrpSpPr>
          <p:grpSpPr>
            <a:xfrm>
              <a:off x="1422435" y="1324811"/>
              <a:ext cx="1851582" cy="1884636"/>
              <a:chOff x="1176843" y="3364542"/>
              <a:chExt cx="2011680" cy="2011680"/>
            </a:xfrm>
            <a:grpFill/>
          </p:grpSpPr>
          <p:sp>
            <p:nvSpPr>
              <p:cNvPr id="8" name="Rectangle: Rounded Corners 59">
                <a:extLst>
                  <a:ext uri="{FF2B5EF4-FFF2-40B4-BE49-F238E27FC236}">
                    <a16:creationId xmlns:a16="http://schemas.microsoft.com/office/drawing/2014/main" id="{A7D17B4B-BC60-7C0E-6619-8A5B2DCBF73D}"/>
                  </a:ext>
                </a:extLst>
              </p:cNvPr>
              <p:cNvSpPr/>
              <p:nvPr/>
            </p:nvSpPr>
            <p:spPr>
              <a:xfrm>
                <a:off x="1176843" y="3364542"/>
                <a:ext cx="2011680" cy="2011680"/>
              </a:xfrm>
              <a:prstGeom prst="roundRect">
                <a:avLst>
                  <a:gd name="adj" fmla="val 17530"/>
                </a:avLst>
              </a:prstGeom>
              <a:grp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ln w="0"/>
                  <a:solidFill>
                    <a:schemeClr val="accent1"/>
                  </a:solidFill>
                  <a:effectLst>
                    <a:outerShdw blurRad="38100" dist="25400" dir="5400000" algn="ctr" rotWithShape="0">
                      <a:srgbClr val="6E747A">
                        <a:alpha val="43000"/>
                      </a:srgbClr>
                    </a:outerShdw>
                  </a:effectLst>
                </a:endParaRPr>
              </a:p>
            </p:txBody>
          </p:sp>
          <p:sp>
            <p:nvSpPr>
              <p:cNvPr id="9" name="Google Shape;340;p43">
                <a:extLst>
                  <a:ext uri="{FF2B5EF4-FFF2-40B4-BE49-F238E27FC236}">
                    <a16:creationId xmlns:a16="http://schemas.microsoft.com/office/drawing/2014/main" id="{D49C7530-A799-C2ED-88E1-EE527D01F986}"/>
                  </a:ext>
                </a:extLst>
              </p:cNvPr>
              <p:cNvSpPr txBox="1">
                <a:spLocks/>
              </p:cNvSpPr>
              <p:nvPr/>
            </p:nvSpPr>
            <p:spPr>
              <a:xfrm>
                <a:off x="1248683" y="4742418"/>
                <a:ext cx="1856007" cy="468639"/>
              </a:xfrm>
              <a:prstGeom prst="rect">
                <a:avLst/>
              </a:prstGeom>
              <a:grpFill/>
              <a:ln/>
            </p:spPr>
            <p:style>
              <a:lnRef idx="2">
                <a:schemeClr val="dk1">
                  <a:shade val="15000"/>
                </a:schemeClr>
              </a:lnRef>
              <a:fillRef idx="1">
                <a:schemeClr val="dk1"/>
              </a:fillRef>
              <a:effectRef idx="0">
                <a:schemeClr val="dk1"/>
              </a:effectRef>
              <a:fontRef idx="minor">
                <a:schemeClr val="lt1"/>
              </a:fontRef>
            </p:style>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it-IT" dirty="0">
                    <a:ln w="0"/>
                    <a:solidFill>
                      <a:schemeClr val="accent1"/>
                    </a:solidFill>
                    <a:effectLst>
                      <a:outerShdw blurRad="38100" dist="25400" dir="5400000" algn="ctr" rotWithShape="0">
                        <a:srgbClr val="6E747A">
                          <a:alpha val="43000"/>
                        </a:srgbClr>
                      </a:outerShdw>
                    </a:effectLst>
                  </a:rPr>
                  <a:t>Customer </a:t>
                </a:r>
              </a:p>
            </p:txBody>
          </p:sp>
        </p:grpSp>
        <p:pic>
          <p:nvPicPr>
            <p:cNvPr id="10" name="Immagine 18">
              <a:extLst>
                <a:ext uri="{FF2B5EF4-FFF2-40B4-BE49-F238E27FC236}">
                  <a16:creationId xmlns:a16="http://schemas.microsoft.com/office/drawing/2014/main" id="{87CBE538-AA93-A9A6-B565-A5EC2ED579EB}"/>
                </a:ext>
              </a:extLst>
            </p:cNvPr>
            <p:cNvPicPr>
              <a:picLocks noChangeAspect="1"/>
            </p:cNvPicPr>
            <p:nvPr/>
          </p:nvPicPr>
          <p:blipFill>
            <a:blip r:embed="rId3"/>
            <a:stretch>
              <a:fillRect/>
            </a:stretch>
          </p:blipFill>
          <p:spPr>
            <a:xfrm>
              <a:off x="1870012" y="1611143"/>
              <a:ext cx="952500" cy="952500"/>
            </a:xfrm>
            <a:prstGeom prst="rect">
              <a:avLst/>
            </a:prstGeom>
            <a:grpFill/>
          </p:spPr>
          <p:style>
            <a:lnRef idx="2">
              <a:schemeClr val="dk1">
                <a:shade val="15000"/>
              </a:schemeClr>
            </a:lnRef>
            <a:fillRef idx="1">
              <a:schemeClr val="dk1"/>
            </a:fillRef>
            <a:effectRef idx="0">
              <a:schemeClr val="dk1"/>
            </a:effectRef>
            <a:fontRef idx="minor">
              <a:schemeClr val="lt1"/>
            </a:fontRef>
          </p:style>
        </p:pic>
      </p:grpSp>
      <p:grpSp>
        <p:nvGrpSpPr>
          <p:cNvPr id="11" name="Gruppo 20">
            <a:extLst>
              <a:ext uri="{FF2B5EF4-FFF2-40B4-BE49-F238E27FC236}">
                <a16:creationId xmlns:a16="http://schemas.microsoft.com/office/drawing/2014/main" id="{9C7FFDD0-8592-340D-2A01-5EA3AFA06D8A}"/>
              </a:ext>
            </a:extLst>
          </p:cNvPr>
          <p:cNvGrpSpPr/>
          <p:nvPr/>
        </p:nvGrpSpPr>
        <p:grpSpPr>
          <a:xfrm>
            <a:off x="3402064" y="1137536"/>
            <a:ext cx="1851582" cy="1884636"/>
            <a:chOff x="5171191" y="1315058"/>
            <a:chExt cx="1851582" cy="1884636"/>
          </a:xfrm>
          <a:solidFill>
            <a:schemeClr val="tx2">
              <a:lumMod val="60000"/>
              <a:lumOff val="40000"/>
            </a:schemeClr>
          </a:solidFill>
        </p:grpSpPr>
        <p:sp>
          <p:nvSpPr>
            <p:cNvPr id="12" name="Rectangle: Rounded Corners 59">
              <a:extLst>
                <a:ext uri="{FF2B5EF4-FFF2-40B4-BE49-F238E27FC236}">
                  <a16:creationId xmlns:a16="http://schemas.microsoft.com/office/drawing/2014/main" id="{BE18F5AD-E523-BF31-7AD1-6D44173828F7}"/>
                </a:ext>
              </a:extLst>
            </p:cNvPr>
            <p:cNvSpPr/>
            <p:nvPr/>
          </p:nvSpPr>
          <p:spPr>
            <a:xfrm>
              <a:off x="5171191" y="1315058"/>
              <a:ext cx="1851582" cy="1884636"/>
            </a:xfrm>
            <a:prstGeom prst="roundRect">
              <a:avLst>
                <a:gd name="adj" fmla="val 17530"/>
              </a:avLst>
            </a:prstGeom>
            <a:grpFill/>
            <a:ln>
              <a:noFill/>
            </a:ln>
          </p:spPr>
          <p:style>
            <a:lnRef idx="0">
              <a:scrgbClr r="0" g="0" b="0"/>
            </a:lnRef>
            <a:fillRef idx="1002">
              <a:schemeClr val="dk2"/>
            </a:fillRef>
            <a:effectRef idx="0">
              <a:scrgbClr r="0" g="0" b="0"/>
            </a:effectRef>
            <a:fontRef idx="minor">
              <a:schemeClr val="lt1"/>
            </a:fontRef>
          </p:style>
          <p:txBody>
            <a:bodyPr rtlCol="0" anchor="ctr"/>
            <a:lstStyle/>
            <a:p>
              <a:pPr algn="ctr"/>
              <a:endParaRPr lang="en-US" dirty="0"/>
            </a:p>
          </p:txBody>
        </p:sp>
        <p:pic>
          <p:nvPicPr>
            <p:cNvPr id="13" name="Immagine 22">
              <a:extLst>
                <a:ext uri="{FF2B5EF4-FFF2-40B4-BE49-F238E27FC236}">
                  <a16:creationId xmlns:a16="http://schemas.microsoft.com/office/drawing/2014/main" id="{75E61FE1-4028-2FB2-51E9-04CE34865986}"/>
                </a:ext>
              </a:extLst>
            </p:cNvPr>
            <p:cNvPicPr>
              <a:picLocks noChangeAspect="1"/>
            </p:cNvPicPr>
            <p:nvPr/>
          </p:nvPicPr>
          <p:blipFill>
            <a:blip r:embed="rId4"/>
            <a:stretch>
              <a:fillRect/>
            </a:stretch>
          </p:blipFill>
          <p:spPr>
            <a:xfrm>
              <a:off x="5618768" y="1601390"/>
              <a:ext cx="952500" cy="952500"/>
            </a:xfrm>
            <a:prstGeom prst="rect">
              <a:avLst/>
            </a:prstGeom>
            <a:grpFill/>
            <a:ln>
              <a:noFill/>
            </a:ln>
          </p:spPr>
          <p:style>
            <a:lnRef idx="0">
              <a:scrgbClr r="0" g="0" b="0"/>
            </a:lnRef>
            <a:fillRef idx="1002">
              <a:schemeClr val="dk2"/>
            </a:fillRef>
            <a:effectRef idx="0">
              <a:scrgbClr r="0" g="0" b="0"/>
            </a:effectRef>
            <a:fontRef idx="minor">
              <a:schemeClr val="lt1"/>
            </a:fontRef>
          </p:style>
        </p:pic>
        <p:sp>
          <p:nvSpPr>
            <p:cNvPr id="14" name="Google Shape;340;p43">
              <a:extLst>
                <a:ext uri="{FF2B5EF4-FFF2-40B4-BE49-F238E27FC236}">
                  <a16:creationId xmlns:a16="http://schemas.microsoft.com/office/drawing/2014/main" id="{2E75FA19-4553-8520-F040-1F801492DCCD}"/>
                </a:ext>
              </a:extLst>
            </p:cNvPr>
            <p:cNvSpPr txBox="1">
              <a:spLocks/>
            </p:cNvSpPr>
            <p:nvPr/>
          </p:nvSpPr>
          <p:spPr>
            <a:xfrm>
              <a:off x="5233183" y="2602892"/>
              <a:ext cx="1736651" cy="439043"/>
            </a:xfrm>
            <a:prstGeom prst="rect">
              <a:avLst/>
            </a:prstGeom>
            <a:grpFill/>
            <a:ln>
              <a:noFill/>
            </a:ln>
          </p:spPr>
          <p:style>
            <a:lnRef idx="0">
              <a:scrgbClr r="0" g="0" b="0"/>
            </a:lnRef>
            <a:fillRef idx="1002">
              <a:schemeClr val="dk2"/>
            </a:fillRef>
            <a:effectRef idx="0">
              <a:scrgbClr r="0" g="0" b="0"/>
            </a:effectRef>
            <a:fontRef idx="minor">
              <a:schemeClr val="lt1"/>
            </a:fontRef>
          </p:style>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it-IT" dirty="0">
                  <a:ln w="0"/>
                  <a:solidFill>
                    <a:schemeClr val="accent1"/>
                  </a:solidFill>
                  <a:effectLst>
                    <a:outerShdw blurRad="38100" dist="25400" dir="5400000" algn="ctr" rotWithShape="0">
                      <a:srgbClr val="6E747A">
                        <a:alpha val="43000"/>
                      </a:srgbClr>
                    </a:outerShdw>
                  </a:effectLst>
                </a:rPr>
                <a:t>Travel Agent</a:t>
              </a:r>
            </a:p>
          </p:txBody>
        </p:sp>
      </p:grpSp>
      <p:grpSp>
        <p:nvGrpSpPr>
          <p:cNvPr id="15" name="Gruppo 11">
            <a:extLst>
              <a:ext uri="{FF2B5EF4-FFF2-40B4-BE49-F238E27FC236}">
                <a16:creationId xmlns:a16="http://schemas.microsoft.com/office/drawing/2014/main" id="{5082EFCD-3951-4578-285C-0BC2E75BF066}"/>
              </a:ext>
            </a:extLst>
          </p:cNvPr>
          <p:cNvGrpSpPr/>
          <p:nvPr/>
        </p:nvGrpSpPr>
        <p:grpSpPr>
          <a:xfrm>
            <a:off x="6096457" y="1137536"/>
            <a:ext cx="1851582" cy="1884636"/>
            <a:chOff x="8758042" y="1382014"/>
            <a:chExt cx="1851582" cy="1884636"/>
          </a:xfrm>
          <a:solidFill>
            <a:schemeClr val="accent1">
              <a:lumMod val="65000"/>
            </a:schemeClr>
          </a:solidFill>
        </p:grpSpPr>
        <p:sp>
          <p:nvSpPr>
            <p:cNvPr id="16" name="Rectangle: Rounded Corners 59">
              <a:extLst>
                <a:ext uri="{FF2B5EF4-FFF2-40B4-BE49-F238E27FC236}">
                  <a16:creationId xmlns:a16="http://schemas.microsoft.com/office/drawing/2014/main" id="{EE4340D2-1273-9BFF-7481-E0BFB049D82C}"/>
                </a:ext>
              </a:extLst>
            </p:cNvPr>
            <p:cNvSpPr/>
            <p:nvPr/>
          </p:nvSpPr>
          <p:spPr>
            <a:xfrm>
              <a:off x="8758042" y="1382014"/>
              <a:ext cx="1851582" cy="1884636"/>
            </a:xfrm>
            <a:prstGeom prst="roundRect">
              <a:avLst>
                <a:gd name="adj" fmla="val 17530"/>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solidFill>
                  <a:schemeClr val="bg1"/>
                </a:solidFill>
              </a:endParaRPr>
            </a:p>
          </p:txBody>
        </p:sp>
        <p:sp>
          <p:nvSpPr>
            <p:cNvPr id="17" name="Google Shape;340;p43">
              <a:extLst>
                <a:ext uri="{FF2B5EF4-FFF2-40B4-BE49-F238E27FC236}">
                  <a16:creationId xmlns:a16="http://schemas.microsoft.com/office/drawing/2014/main" id="{A4E446C9-D684-5D2E-5404-180A9F761605}"/>
                </a:ext>
              </a:extLst>
            </p:cNvPr>
            <p:cNvSpPr txBox="1">
              <a:spLocks/>
            </p:cNvSpPr>
            <p:nvPr/>
          </p:nvSpPr>
          <p:spPr>
            <a:xfrm>
              <a:off x="8810777" y="2647420"/>
              <a:ext cx="1743740" cy="439043"/>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it-IT" dirty="0">
                  <a:ln w="0"/>
                  <a:solidFill>
                    <a:schemeClr val="bg1"/>
                  </a:solidFill>
                  <a:effectLst>
                    <a:outerShdw blurRad="38100" dist="19050" dir="2700000" algn="tl" rotWithShape="0">
                      <a:schemeClr val="dk1">
                        <a:alpha val="40000"/>
                      </a:schemeClr>
                    </a:outerShdw>
                  </a:effectLst>
                </a:rPr>
                <a:t>Administrator</a:t>
              </a:r>
            </a:p>
          </p:txBody>
        </p:sp>
        <p:pic>
          <p:nvPicPr>
            <p:cNvPr id="18" name="Immagine 14">
              <a:extLst>
                <a:ext uri="{FF2B5EF4-FFF2-40B4-BE49-F238E27FC236}">
                  <a16:creationId xmlns:a16="http://schemas.microsoft.com/office/drawing/2014/main" id="{26F3FAF5-1117-5C2F-F6A0-51EF47560159}"/>
                </a:ext>
              </a:extLst>
            </p:cNvPr>
            <p:cNvPicPr>
              <a:picLocks noChangeAspect="1"/>
            </p:cNvPicPr>
            <p:nvPr/>
          </p:nvPicPr>
          <p:blipFill>
            <a:blip r:embed="rId5"/>
            <a:stretch>
              <a:fillRect/>
            </a:stretch>
          </p:blipFill>
          <p:spPr>
            <a:xfrm>
              <a:off x="9205619" y="1668346"/>
              <a:ext cx="952500" cy="952500"/>
            </a:xfrm>
            <a:prstGeom prst="rect">
              <a:avLst/>
            </a:prstGeom>
            <a:grpFill/>
            <a:ln>
              <a:noFill/>
            </a:ln>
          </p:spPr>
          <p:style>
            <a:lnRef idx="0">
              <a:scrgbClr r="0" g="0" b="0"/>
            </a:lnRef>
            <a:fillRef idx="0">
              <a:scrgbClr r="0" g="0" b="0"/>
            </a:fillRef>
            <a:effectRef idx="0">
              <a:scrgbClr r="0" g="0" b="0"/>
            </a:effectRef>
            <a:fontRef idx="minor">
              <a:schemeClr val="lt1"/>
            </a:fontRef>
          </p:style>
        </p:pic>
      </p:grpSp>
      <p:sp>
        <p:nvSpPr>
          <p:cNvPr id="20" name="Rectangle 19">
            <a:extLst>
              <a:ext uri="{FF2B5EF4-FFF2-40B4-BE49-F238E27FC236}">
                <a16:creationId xmlns:a16="http://schemas.microsoft.com/office/drawing/2014/main" id="{6E478252-B921-A2F6-A10A-D527B956824C}"/>
              </a:ext>
            </a:extLst>
          </p:cNvPr>
          <p:cNvSpPr/>
          <p:nvPr/>
        </p:nvSpPr>
        <p:spPr>
          <a:xfrm>
            <a:off x="476280" y="3202598"/>
            <a:ext cx="2464444" cy="1820039"/>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Search and purchase packages.</a:t>
            </a:r>
          </a:p>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View order history.</a:t>
            </a:r>
          </a:p>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Receive order confirmation notifications.</a:t>
            </a:r>
            <a:endParaRPr lang="en-US" sz="1200" b="0" u="none" strike="noStrike" dirty="0">
              <a:solidFill>
                <a:srgbClr val="000000"/>
              </a:solidFill>
              <a:effectLst/>
              <a:uFillTx/>
              <a:latin typeface="OpenSymbol"/>
            </a:endParaRPr>
          </a:p>
        </p:txBody>
      </p:sp>
      <p:sp>
        <p:nvSpPr>
          <p:cNvPr id="21" name="Rectangle 20">
            <a:extLst>
              <a:ext uri="{FF2B5EF4-FFF2-40B4-BE49-F238E27FC236}">
                <a16:creationId xmlns:a16="http://schemas.microsoft.com/office/drawing/2014/main" id="{24F07463-38EC-CA6B-174B-D2F9AA38DE1E}"/>
              </a:ext>
            </a:extLst>
          </p:cNvPr>
          <p:cNvSpPr/>
          <p:nvPr/>
        </p:nvSpPr>
        <p:spPr>
          <a:xfrm>
            <a:off x="3133828" y="3202598"/>
            <a:ext cx="2617829" cy="1820039"/>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Manage travel catalog (create, publish and archive packages).</a:t>
            </a:r>
          </a:p>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Monitor orders and payments.</a:t>
            </a:r>
            <a:endParaRPr lang="en-US" sz="1200" b="0" u="none" strike="noStrike" dirty="0">
              <a:solidFill>
                <a:srgbClr val="000000"/>
              </a:solidFill>
              <a:effectLst/>
              <a:uFillTx/>
              <a:latin typeface="OpenSymbol"/>
            </a:endParaRPr>
          </a:p>
        </p:txBody>
      </p:sp>
      <p:sp>
        <p:nvSpPr>
          <p:cNvPr id="22" name="Rectangle 21">
            <a:extLst>
              <a:ext uri="{FF2B5EF4-FFF2-40B4-BE49-F238E27FC236}">
                <a16:creationId xmlns:a16="http://schemas.microsoft.com/office/drawing/2014/main" id="{174CDF70-903F-90D5-C32F-ACEC2D2BA268}"/>
              </a:ext>
            </a:extLst>
          </p:cNvPr>
          <p:cNvSpPr/>
          <p:nvPr/>
        </p:nvSpPr>
        <p:spPr>
          <a:xfrm>
            <a:off x="5828221" y="3202597"/>
            <a:ext cx="2378769" cy="13268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User management (creation, deletion).</a:t>
            </a:r>
          </a:p>
          <a:p>
            <a:pPr marL="285750" indent="-285750" defTabSz="914400">
              <a:lnSpc>
                <a:spcPct val="150000"/>
              </a:lnSpc>
              <a:buFont typeface="Arial" panose="020B0604020202020204" pitchFamily="34" charset="0"/>
              <a:buChar char="•"/>
              <a:tabLst>
                <a:tab pos="0" algn="l"/>
              </a:tabLst>
            </a:pPr>
            <a:r>
              <a:rPr lang="en-US" sz="1200" b="0" u="none" strike="noStrike" dirty="0">
                <a:solidFill>
                  <a:schemeClr val="dk1"/>
                </a:solidFill>
                <a:effectLst/>
                <a:uFillTx/>
                <a:latin typeface="Manrope"/>
              </a:rPr>
              <a:t>Same capabilities of the Travel Agent.</a:t>
            </a:r>
            <a:endParaRPr lang="en-US" sz="1200" b="0" u="none" strike="noStrike" dirty="0">
              <a:solidFill>
                <a:srgbClr val="000000"/>
              </a:solidFill>
              <a:effectLst/>
              <a:uFillTx/>
              <a:latin typeface="OpenSymbol"/>
            </a:endParaRPr>
          </a:p>
        </p:txBody>
      </p:sp>
    </p:spTree>
    <p:extLst>
      <p:ext uri="{BB962C8B-B14F-4D97-AF65-F5344CB8AC3E}">
        <p14:creationId xmlns:p14="http://schemas.microsoft.com/office/powerpoint/2010/main" val="2831562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0C2F9-E3BC-C18F-DDA8-64C25CF972DE}"/>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99076059-73B0-F9A6-E610-5FD32253D975}"/>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Homepage</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076299EA-9275-2332-AAE5-E7CDD7A15555}"/>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E2956843-4F72-D470-CA36-999494D2C834}"/>
              </a:ext>
            </a:extLst>
          </p:cNvPr>
          <p:cNvPicPr>
            <a:picLocks noChangeAspect="1"/>
          </p:cNvPicPr>
          <p:nvPr/>
        </p:nvPicPr>
        <p:blipFill rotWithShape="1">
          <a:blip r:embed="rId3">
            <a:extLst>
              <a:ext uri="{28A0092B-C50C-407E-A947-70E740481C1C}">
                <a14:useLocalDpi xmlns:a14="http://schemas.microsoft.com/office/drawing/2010/main" val="0"/>
              </a:ext>
            </a:extLst>
          </a:blip>
          <a:srcRect l="-21" t="-1" r="-1" b="5938"/>
          <a:stretch>
            <a:fillRect/>
          </a:stretch>
        </p:blipFill>
        <p:spPr>
          <a:xfrm>
            <a:off x="476280" y="942933"/>
            <a:ext cx="6400800" cy="4118165"/>
          </a:xfrm>
          <a:prstGeom prst="rect">
            <a:avLst/>
          </a:prstGeom>
        </p:spPr>
      </p:pic>
    </p:spTree>
    <p:extLst>
      <p:ext uri="{BB962C8B-B14F-4D97-AF65-F5344CB8AC3E}">
        <p14:creationId xmlns:p14="http://schemas.microsoft.com/office/powerpoint/2010/main" val="143163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A400-FEA0-CFD1-F5AC-362E82CA7338}"/>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84389CCD-B2D9-EF17-302D-103EAF8057D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Flight Search</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A6A3EAC4-1F17-0372-8ACC-7AB77D74B430}"/>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4" name="Picture 3">
            <a:extLst>
              <a:ext uri="{FF2B5EF4-FFF2-40B4-BE49-F238E27FC236}">
                <a16:creationId xmlns:a16="http://schemas.microsoft.com/office/drawing/2014/main" id="{DA8FB4D6-BE38-6D3A-77C4-35D54B0C30C5}"/>
              </a:ext>
            </a:extLst>
          </p:cNvPr>
          <p:cNvPicPr>
            <a:picLocks noChangeAspect="1"/>
          </p:cNvPicPr>
          <p:nvPr/>
        </p:nvPicPr>
        <p:blipFill>
          <a:blip r:embed="rId3">
            <a:extLst>
              <a:ext uri="{28A0092B-C50C-407E-A947-70E740481C1C}">
                <a14:useLocalDpi xmlns:a14="http://schemas.microsoft.com/office/drawing/2010/main" val="0"/>
              </a:ext>
            </a:extLst>
          </a:blip>
          <a:srcRect b="32953"/>
          <a:stretch>
            <a:fillRect/>
          </a:stretch>
        </p:blipFill>
        <p:spPr>
          <a:xfrm>
            <a:off x="476280" y="942933"/>
            <a:ext cx="7772400" cy="3444949"/>
          </a:xfrm>
          <a:prstGeom prst="rect">
            <a:avLst/>
          </a:prstGeom>
        </p:spPr>
      </p:pic>
    </p:spTree>
    <p:extLst>
      <p:ext uri="{BB962C8B-B14F-4D97-AF65-F5344CB8AC3E}">
        <p14:creationId xmlns:p14="http://schemas.microsoft.com/office/powerpoint/2010/main" val="2342121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8E53-8F85-60CA-E757-7D6A4C8E540C}"/>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6B7A33C4-3865-5AAE-6906-702EC0427D6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Checkout</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3D026C72-8A2F-E9BB-382A-F1367C396C32}"/>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1D18FDCA-E6FF-FF92-1B6E-BEC53FD9418E}"/>
              </a:ext>
            </a:extLst>
          </p:cNvPr>
          <p:cNvPicPr>
            <a:picLocks noChangeAspect="1"/>
          </p:cNvPicPr>
          <p:nvPr/>
        </p:nvPicPr>
        <p:blipFill>
          <a:blip r:embed="rId3">
            <a:extLst>
              <a:ext uri="{28A0092B-C50C-407E-A947-70E740481C1C}">
                <a14:useLocalDpi xmlns:a14="http://schemas.microsoft.com/office/drawing/2010/main" val="0"/>
              </a:ext>
            </a:extLst>
          </a:blip>
          <a:srcRect b="13363"/>
          <a:stretch>
            <a:fillRect/>
          </a:stretch>
        </p:blipFill>
        <p:spPr>
          <a:xfrm>
            <a:off x="476280" y="942933"/>
            <a:ext cx="6810567" cy="3900626"/>
          </a:xfrm>
          <a:prstGeom prst="rect">
            <a:avLst/>
          </a:prstGeom>
        </p:spPr>
      </p:pic>
    </p:spTree>
    <p:extLst>
      <p:ext uri="{BB962C8B-B14F-4D97-AF65-F5344CB8AC3E}">
        <p14:creationId xmlns:p14="http://schemas.microsoft.com/office/powerpoint/2010/main" val="2110113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4ED25-4D9F-A445-F8B8-CF76D02F07ED}"/>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2B8CF7D6-5359-0DF5-7C33-41CF7E4EC353}"/>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Technologies and Tools</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0A6F511C-CF4A-C233-4588-B3F82EFB875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grpSp>
        <p:nvGrpSpPr>
          <p:cNvPr id="508" name="Group 507">
            <a:extLst>
              <a:ext uri="{FF2B5EF4-FFF2-40B4-BE49-F238E27FC236}">
                <a16:creationId xmlns:a16="http://schemas.microsoft.com/office/drawing/2014/main" id="{A16327D1-CF20-2CC0-DC41-93BE01582950}"/>
              </a:ext>
            </a:extLst>
          </p:cNvPr>
          <p:cNvGrpSpPr/>
          <p:nvPr/>
        </p:nvGrpSpPr>
        <p:grpSpPr>
          <a:xfrm>
            <a:off x="118108" y="1265759"/>
            <a:ext cx="2880000" cy="1800000"/>
            <a:chOff x="118108" y="1265759"/>
            <a:chExt cx="2880000" cy="1800000"/>
          </a:xfrm>
        </p:grpSpPr>
        <p:sp>
          <p:nvSpPr>
            <p:cNvPr id="392" name="Google Shape;254;p37">
              <a:extLst>
                <a:ext uri="{FF2B5EF4-FFF2-40B4-BE49-F238E27FC236}">
                  <a16:creationId xmlns:a16="http://schemas.microsoft.com/office/drawing/2014/main" id="{DF3D2C33-AE2D-EB13-6506-48A933707023}"/>
                </a:ext>
              </a:extLst>
            </p:cNvPr>
            <p:cNvSpPr/>
            <p:nvPr/>
          </p:nvSpPr>
          <p:spPr>
            <a:xfrm>
              <a:off x="118266" y="1265759"/>
              <a:ext cx="2879842" cy="1800000"/>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spcFirstLastPara="1" wrap="square" lIns="121900" tIns="121900" rIns="121900" bIns="121900" anchor="t" anchorCtr="0">
              <a:noAutofit/>
            </a:bodyPr>
            <a:lstStyle/>
            <a:p>
              <a:pPr algn="ctr"/>
              <a:endParaRPr sz="2400" dirty="0">
                <a:solidFill>
                  <a:srgbClr val="FFFFFF"/>
                </a:solidFill>
              </a:endParaRPr>
            </a:p>
            <a:p>
              <a:pPr algn="ctr"/>
              <a:endParaRPr sz="2400" dirty="0">
                <a:solidFill>
                  <a:srgbClr val="FFFFFF"/>
                </a:solidFill>
              </a:endParaRPr>
            </a:p>
            <a:p>
              <a:pPr algn="ctr"/>
              <a:endParaRPr sz="2400" dirty="0">
                <a:solidFill>
                  <a:srgbClr val="FFFFFF"/>
                </a:solidFill>
              </a:endParaRPr>
            </a:p>
            <a:p>
              <a:pPr algn="ctr"/>
              <a:endParaRPr sz="2400" dirty="0">
                <a:solidFill>
                  <a:srgbClr val="FFFFFF"/>
                </a:solidFill>
              </a:endParaRPr>
            </a:p>
            <a:p>
              <a:endParaRPr sz="2400" dirty="0">
                <a:solidFill>
                  <a:srgbClr val="FFFFFF"/>
                </a:solidFill>
              </a:endParaRPr>
            </a:p>
          </p:txBody>
        </p:sp>
        <p:pic>
          <p:nvPicPr>
            <p:cNvPr id="393" name="Google Shape;255;p37">
              <a:extLst>
                <a:ext uri="{FF2B5EF4-FFF2-40B4-BE49-F238E27FC236}">
                  <a16:creationId xmlns:a16="http://schemas.microsoft.com/office/drawing/2014/main" id="{7EFBA7D5-C6F1-9071-EDCA-9AF835132FB8}"/>
                </a:ext>
              </a:extLst>
            </p:cNvPr>
            <p:cNvPicPr preferRelativeResize="0"/>
            <p:nvPr/>
          </p:nvPicPr>
          <p:blipFill rotWithShape="1">
            <a:blip r:embed="rId3">
              <a:alphaModFix/>
            </a:blip>
            <a:srcRect/>
            <a:stretch/>
          </p:blipFill>
          <p:spPr>
            <a:xfrm>
              <a:off x="335070" y="1701381"/>
              <a:ext cx="468395" cy="458889"/>
            </a:xfrm>
            <a:prstGeom prst="rect">
              <a:avLst/>
            </a:prstGeom>
            <a:solidFill>
              <a:schemeClr val="tx1"/>
            </a:solidFill>
            <a:ln>
              <a:noFill/>
            </a:ln>
          </p:spPr>
        </p:pic>
        <p:sp>
          <p:nvSpPr>
            <p:cNvPr id="394" name="Google Shape;278;p37">
              <a:extLst>
                <a:ext uri="{FF2B5EF4-FFF2-40B4-BE49-F238E27FC236}">
                  <a16:creationId xmlns:a16="http://schemas.microsoft.com/office/drawing/2014/main" id="{3CE7BEB9-D00F-361D-B8CD-0E5C1388462F}"/>
                </a:ext>
              </a:extLst>
            </p:cNvPr>
            <p:cNvSpPr txBox="1">
              <a:spLocks/>
            </p:cNvSpPr>
            <p:nvPr/>
          </p:nvSpPr>
          <p:spPr>
            <a:xfrm>
              <a:off x="118108" y="1353835"/>
              <a:ext cx="2879842" cy="280930"/>
            </a:xfrm>
            <a:prstGeom prst="rect">
              <a:avLst/>
            </a:prstGeom>
            <a:solidFill>
              <a:schemeClr val="tx1"/>
            </a:solid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err="1">
                  <a:solidFill>
                    <a:schemeClr val="bg1"/>
                  </a:solidFill>
                  <a:latin typeface="Manrope"/>
                </a:rPr>
                <a:t>Frontend</a:t>
              </a:r>
              <a:endParaRPr lang="it-IT" sz="1800" b="1" dirty="0">
                <a:solidFill>
                  <a:schemeClr val="bg1"/>
                </a:solidFill>
                <a:latin typeface="Manrope"/>
              </a:endParaRPr>
            </a:p>
            <a:p>
              <a:pPr>
                <a:lnSpc>
                  <a:spcPct val="140000"/>
                </a:lnSpc>
                <a:buSzPts val="852"/>
              </a:pPr>
              <a:endParaRPr lang="it-IT" sz="1100" dirty="0"/>
            </a:p>
          </p:txBody>
        </p:sp>
        <p:sp>
          <p:nvSpPr>
            <p:cNvPr id="395" name="Google Shape;286;p37">
              <a:extLst>
                <a:ext uri="{FF2B5EF4-FFF2-40B4-BE49-F238E27FC236}">
                  <a16:creationId xmlns:a16="http://schemas.microsoft.com/office/drawing/2014/main" id="{7C0600CF-03F4-D24B-2B36-ABBFD89F8762}"/>
                </a:ext>
              </a:extLst>
            </p:cNvPr>
            <p:cNvSpPr/>
            <p:nvPr/>
          </p:nvSpPr>
          <p:spPr>
            <a:xfrm>
              <a:off x="1027721" y="1701380"/>
              <a:ext cx="1953902" cy="376744"/>
            </a:xfrm>
            <a:prstGeom prst="rect">
              <a:avLst/>
            </a:prstGeom>
            <a:solidFill>
              <a:schemeClr val="tx1"/>
            </a:solidFill>
            <a:ln w="9525" cap="flat" cmpd="sng">
              <a:noFill/>
              <a:prstDash val="solid"/>
              <a:round/>
              <a:headEnd type="none" w="sm" len="sm"/>
              <a:tailEnd type="none" w="sm" len="sm"/>
            </a:ln>
          </p:spPr>
          <p:txBody>
            <a:bodyPr spcFirstLastPara="1" wrap="square" lIns="121900" tIns="121900" rIns="121900" bIns="121900" anchor="t" anchorCtr="0">
              <a:noAutofit/>
            </a:bodyPr>
            <a:lstStyle/>
            <a:p>
              <a:r>
                <a:rPr lang="it" sz="1600" dirty="0">
                  <a:solidFill>
                    <a:schemeClr val="bg1"/>
                  </a:solidFill>
                  <a:latin typeface="Manrope"/>
                </a:rPr>
                <a:t>Angular</a:t>
              </a:r>
              <a:endParaRPr dirty="0">
                <a:solidFill>
                  <a:schemeClr val="bg1"/>
                </a:solidFill>
                <a:latin typeface="Manrope"/>
              </a:endParaRPr>
            </a:p>
          </p:txBody>
        </p:sp>
        <p:sp>
          <p:nvSpPr>
            <p:cNvPr id="396" name="Google Shape;287;p37">
              <a:extLst>
                <a:ext uri="{FF2B5EF4-FFF2-40B4-BE49-F238E27FC236}">
                  <a16:creationId xmlns:a16="http://schemas.microsoft.com/office/drawing/2014/main" id="{2F08F1C3-C841-CB26-438C-5C200E3D88B3}"/>
                </a:ext>
              </a:extLst>
            </p:cNvPr>
            <p:cNvSpPr/>
            <p:nvPr/>
          </p:nvSpPr>
          <p:spPr>
            <a:xfrm>
              <a:off x="1020243" y="2296069"/>
              <a:ext cx="1961393" cy="376744"/>
            </a:xfrm>
            <a:prstGeom prst="rect">
              <a:avLst/>
            </a:prstGeom>
            <a:solidFill>
              <a:schemeClr val="tx1"/>
            </a:solidFill>
            <a:ln w="9525" cap="flat" cmpd="sng">
              <a:noFill/>
              <a:prstDash val="solid"/>
              <a:round/>
              <a:headEnd type="none" w="sm" len="sm"/>
              <a:tailEnd type="none" w="sm" len="sm"/>
            </a:ln>
          </p:spPr>
          <p:txBody>
            <a:bodyPr spcFirstLastPara="1" wrap="square" lIns="121900" tIns="121900" rIns="121900" bIns="121900" anchor="t" anchorCtr="0">
              <a:noAutofit/>
            </a:bodyPr>
            <a:lstStyle/>
            <a:p>
              <a:r>
                <a:rPr lang="it" sz="1600" dirty="0">
                  <a:solidFill>
                    <a:schemeClr val="bg1"/>
                  </a:solidFill>
                  <a:latin typeface="Manrope"/>
                </a:rPr>
                <a:t>PrimeNG</a:t>
              </a:r>
              <a:endParaRPr sz="1600" dirty="0">
                <a:solidFill>
                  <a:schemeClr val="bg1"/>
                </a:solidFill>
                <a:latin typeface="Manrope"/>
              </a:endParaRPr>
            </a:p>
          </p:txBody>
        </p:sp>
        <p:grpSp>
          <p:nvGrpSpPr>
            <p:cNvPr id="397" name="Gruppo 59">
              <a:extLst>
                <a:ext uri="{FF2B5EF4-FFF2-40B4-BE49-F238E27FC236}">
                  <a16:creationId xmlns:a16="http://schemas.microsoft.com/office/drawing/2014/main" id="{AA65CF05-B9FE-A8F2-54AE-C5BFE27E4622}"/>
                </a:ext>
              </a:extLst>
            </p:cNvPr>
            <p:cNvGrpSpPr/>
            <p:nvPr/>
          </p:nvGrpSpPr>
          <p:grpSpPr>
            <a:xfrm>
              <a:off x="338197" y="2314389"/>
              <a:ext cx="476493" cy="458889"/>
              <a:chOff x="861753" y="2657666"/>
              <a:chExt cx="602201" cy="591967"/>
            </a:xfrm>
            <a:solidFill>
              <a:schemeClr val="bg1"/>
            </a:solidFill>
          </p:grpSpPr>
          <p:sp>
            <p:nvSpPr>
              <p:cNvPr id="398" name="Ovale 60">
                <a:extLst>
                  <a:ext uri="{FF2B5EF4-FFF2-40B4-BE49-F238E27FC236}">
                    <a16:creationId xmlns:a16="http://schemas.microsoft.com/office/drawing/2014/main" id="{F4E48B1F-88FF-6D92-90FE-9511D4F544A4}"/>
                  </a:ext>
                </a:extLst>
              </p:cNvPr>
              <p:cNvSpPr/>
              <p:nvPr/>
            </p:nvSpPr>
            <p:spPr>
              <a:xfrm>
                <a:off x="861753" y="2657666"/>
                <a:ext cx="602201" cy="591967"/>
              </a:xfrm>
              <a:prstGeom prst="ellipse">
                <a:avLst/>
              </a:prstGeom>
              <a:grpFill/>
            </p:spPr>
            <p:style>
              <a:lnRef idx="2">
                <a:schemeClr val="accent1"/>
              </a:lnRef>
              <a:fillRef idx="1">
                <a:schemeClr val="lt1"/>
              </a:fillRef>
              <a:effectRef idx="0">
                <a:schemeClr val="accent1"/>
              </a:effectRef>
              <a:fontRef idx="minor">
                <a:schemeClr val="dk1"/>
              </a:fontRef>
            </p:style>
            <p:txBody>
              <a:bodyPr rtlCol="0" anchor="ctr"/>
              <a:lstStyle/>
              <a:p>
                <a:pPr algn="ctr"/>
                <a:endParaRPr lang="it-IT"/>
              </a:p>
            </p:txBody>
          </p:sp>
          <p:pic>
            <p:nvPicPr>
              <p:cNvPr id="399" name="Immagine 61">
                <a:extLst>
                  <a:ext uri="{FF2B5EF4-FFF2-40B4-BE49-F238E27FC236}">
                    <a16:creationId xmlns:a16="http://schemas.microsoft.com/office/drawing/2014/main" id="{A443299B-DB54-9BEF-B26E-3A1A181A992F}"/>
                  </a:ext>
                </a:extLst>
              </p:cNvPr>
              <p:cNvPicPr>
                <a:picLocks noChangeAspect="1"/>
              </p:cNvPicPr>
              <p:nvPr/>
            </p:nvPicPr>
            <p:blipFill>
              <a:blip r:embed="rId4"/>
              <a:stretch>
                <a:fillRect/>
              </a:stretch>
            </p:blipFill>
            <p:spPr>
              <a:xfrm>
                <a:off x="903328" y="2715427"/>
                <a:ext cx="526235" cy="526235"/>
              </a:xfrm>
              <a:prstGeom prst="rect">
                <a:avLst/>
              </a:prstGeom>
              <a:noFill/>
            </p:spPr>
          </p:pic>
        </p:grpSp>
      </p:grpSp>
      <p:grpSp>
        <p:nvGrpSpPr>
          <p:cNvPr id="453" name="Group 452">
            <a:extLst>
              <a:ext uri="{FF2B5EF4-FFF2-40B4-BE49-F238E27FC236}">
                <a16:creationId xmlns:a16="http://schemas.microsoft.com/office/drawing/2014/main" id="{A4C2DE2D-95FF-1A6B-A1A5-947170BB39AD}"/>
              </a:ext>
            </a:extLst>
          </p:cNvPr>
          <p:cNvGrpSpPr/>
          <p:nvPr/>
        </p:nvGrpSpPr>
        <p:grpSpPr>
          <a:xfrm>
            <a:off x="3101382" y="1260270"/>
            <a:ext cx="2870851" cy="1800000"/>
            <a:chOff x="4287331" y="1313133"/>
            <a:chExt cx="3640069" cy="2305600"/>
          </a:xfrm>
          <a:solidFill>
            <a:schemeClr val="tx2"/>
          </a:solidFill>
        </p:grpSpPr>
        <p:sp>
          <p:nvSpPr>
            <p:cNvPr id="454" name="Google Shape;257;p37">
              <a:extLst>
                <a:ext uri="{FF2B5EF4-FFF2-40B4-BE49-F238E27FC236}">
                  <a16:creationId xmlns:a16="http://schemas.microsoft.com/office/drawing/2014/main" id="{6434E601-C112-927D-662D-601671F0B901}"/>
                </a:ext>
              </a:extLst>
            </p:cNvPr>
            <p:cNvSpPr/>
            <p:nvPr/>
          </p:nvSpPr>
          <p:spPr>
            <a:xfrm>
              <a:off x="4287800" y="1313133"/>
              <a:ext cx="3639600" cy="2305600"/>
            </a:xfrm>
            <a:prstGeom prst="rect">
              <a:avLst/>
            </a:prstGeom>
            <a:grpFill/>
            <a:ln>
              <a:noFill/>
            </a:ln>
            <a:effectLst/>
          </p:spPr>
          <p:style>
            <a:lnRef idx="0">
              <a:scrgbClr r="0" g="0" b="0"/>
            </a:lnRef>
            <a:fillRef idx="0">
              <a:scrgbClr r="0" g="0" b="0"/>
            </a:fillRef>
            <a:effectRef idx="0">
              <a:scrgbClr r="0" g="0" b="0"/>
            </a:effectRef>
            <a:fontRef idx="minor">
              <a:schemeClr val="lt1"/>
            </a:fontRef>
          </p:style>
          <p:txBody>
            <a:bodyPr spcFirstLastPara="1" wrap="square" lIns="121900" tIns="121900" rIns="121900" bIns="121900" anchor="t" anchorCtr="0">
              <a:noAutofit/>
            </a:bodyPr>
            <a:lstStyle/>
            <a:p>
              <a:pPr algn="ctr"/>
              <a:endParaRPr sz="2400" dirty="0">
                <a:solidFill>
                  <a:schemeClr val="lt1"/>
                </a:solidFill>
              </a:endParaRPr>
            </a:p>
            <a:p>
              <a:endParaRPr sz="2400" dirty="0">
                <a:solidFill>
                  <a:schemeClr val="lt1"/>
                </a:solidFill>
              </a:endParaRPr>
            </a:p>
            <a:p>
              <a:pPr algn="ctr"/>
              <a:endParaRPr sz="2400" dirty="0">
                <a:solidFill>
                  <a:schemeClr val="lt1"/>
                </a:solidFill>
              </a:endParaRPr>
            </a:p>
          </p:txBody>
        </p:sp>
        <p:pic>
          <p:nvPicPr>
            <p:cNvPr id="455" name="Google Shape;259;p37">
              <a:extLst>
                <a:ext uri="{FF2B5EF4-FFF2-40B4-BE49-F238E27FC236}">
                  <a16:creationId xmlns:a16="http://schemas.microsoft.com/office/drawing/2014/main" id="{B26F58BC-1C3C-49AA-79E9-1BBAD5EAF35F}"/>
                </a:ext>
              </a:extLst>
            </p:cNvPr>
            <p:cNvPicPr preferRelativeResize="0"/>
            <p:nvPr/>
          </p:nvPicPr>
          <p:blipFill rotWithShape="1">
            <a:blip r:embed="rId5">
              <a:alphaModFix/>
            </a:blip>
            <a:srcRect/>
            <a:stretch/>
          </p:blipFill>
          <p:spPr>
            <a:xfrm>
              <a:off x="4543483" y="2652343"/>
              <a:ext cx="591967" cy="591967"/>
            </a:xfrm>
            <a:prstGeom prst="rect">
              <a:avLst/>
            </a:prstGeom>
            <a:grpFill/>
            <a:ln>
              <a:noFill/>
            </a:ln>
          </p:spPr>
        </p:pic>
        <p:sp>
          <p:nvSpPr>
            <p:cNvPr id="456" name="Google Shape;261;p37">
              <a:extLst>
                <a:ext uri="{FF2B5EF4-FFF2-40B4-BE49-F238E27FC236}">
                  <a16:creationId xmlns:a16="http://schemas.microsoft.com/office/drawing/2014/main" id="{D07DFA33-6BF7-5C6B-1005-6D59BC5D7DC3}"/>
                </a:ext>
              </a:extLst>
            </p:cNvPr>
            <p:cNvSpPr/>
            <p:nvPr/>
          </p:nvSpPr>
          <p:spPr>
            <a:xfrm>
              <a:off x="5408607" y="1919867"/>
              <a:ext cx="2479926" cy="486000"/>
            </a:xfrm>
            <a:prstGeom prst="rect">
              <a:avLst/>
            </a:prstGeom>
            <a:grpFill/>
            <a:ln w="9525" cap="flat" cmpd="sng">
              <a:noFill/>
              <a:prstDash val="solid"/>
              <a:round/>
              <a:headEnd type="none" w="sm" len="sm"/>
              <a:tailEnd type="none" w="sm" len="sm"/>
            </a:ln>
          </p:spPr>
          <p:txBody>
            <a:bodyPr spcFirstLastPara="1" wrap="square" lIns="121900" tIns="121900" rIns="121900" bIns="121900" anchor="ctr" anchorCtr="0">
              <a:noAutofit/>
            </a:bodyPr>
            <a:lstStyle/>
            <a:p>
              <a:r>
                <a:rPr lang="it" sz="1600" dirty="0">
                  <a:solidFill>
                    <a:schemeClr val="bg1"/>
                  </a:solidFill>
                  <a:latin typeface="Manrope"/>
                </a:rPr>
                <a:t>Quarkus</a:t>
              </a:r>
              <a:endParaRPr sz="1600" dirty="0">
                <a:solidFill>
                  <a:schemeClr val="bg1"/>
                </a:solidFill>
                <a:latin typeface="Manrope"/>
              </a:endParaRPr>
            </a:p>
          </p:txBody>
        </p:sp>
        <p:sp>
          <p:nvSpPr>
            <p:cNvPr id="457" name="Google Shape;262;p37">
              <a:extLst>
                <a:ext uri="{FF2B5EF4-FFF2-40B4-BE49-F238E27FC236}">
                  <a16:creationId xmlns:a16="http://schemas.microsoft.com/office/drawing/2014/main" id="{55CEE57C-0DB6-DD8F-3095-51A60FA06696}"/>
                </a:ext>
              </a:extLst>
            </p:cNvPr>
            <p:cNvSpPr/>
            <p:nvPr/>
          </p:nvSpPr>
          <p:spPr>
            <a:xfrm>
              <a:off x="5447372" y="2705317"/>
              <a:ext cx="2479927" cy="486000"/>
            </a:xfrm>
            <a:prstGeom prst="rect">
              <a:avLst/>
            </a:prstGeom>
            <a:grpFill/>
            <a:ln>
              <a:noFill/>
            </a:ln>
          </p:spPr>
          <p:txBody>
            <a:bodyPr spcFirstLastPara="1" wrap="square" lIns="121900" tIns="121900" rIns="121900" bIns="121900" anchor="ctr" anchorCtr="0">
              <a:noAutofit/>
            </a:bodyPr>
            <a:lstStyle/>
            <a:p>
              <a:r>
                <a:rPr lang="it" sz="1600" dirty="0">
                  <a:solidFill>
                    <a:schemeClr val="bg1"/>
                  </a:solidFill>
                  <a:latin typeface="Manrope"/>
                </a:rPr>
                <a:t>Spring</a:t>
              </a:r>
              <a:r>
                <a:rPr lang="it" sz="2400" dirty="0">
                  <a:solidFill>
                    <a:schemeClr val="lt1"/>
                  </a:solidFill>
                </a:rPr>
                <a:t> </a:t>
              </a:r>
              <a:r>
                <a:rPr lang="it" sz="1600" dirty="0">
                  <a:solidFill>
                    <a:schemeClr val="bg1"/>
                  </a:solidFill>
                  <a:latin typeface="Manrope"/>
                </a:rPr>
                <a:t>Boot</a:t>
              </a:r>
              <a:endParaRPr sz="1600" dirty="0">
                <a:solidFill>
                  <a:schemeClr val="bg1"/>
                </a:solidFill>
                <a:latin typeface="Manrope"/>
              </a:endParaRPr>
            </a:p>
          </p:txBody>
        </p:sp>
        <p:sp>
          <p:nvSpPr>
            <p:cNvPr id="458" name="Google Shape;279;p37">
              <a:extLst>
                <a:ext uri="{FF2B5EF4-FFF2-40B4-BE49-F238E27FC236}">
                  <a16:creationId xmlns:a16="http://schemas.microsoft.com/office/drawing/2014/main" id="{CF542082-FA65-25CE-997C-BF906BBDEECF}"/>
                </a:ext>
              </a:extLst>
            </p:cNvPr>
            <p:cNvSpPr txBox="1">
              <a:spLocks/>
            </p:cNvSpPr>
            <p:nvPr/>
          </p:nvSpPr>
          <p:spPr>
            <a:xfrm>
              <a:off x="4287331" y="1436011"/>
              <a:ext cx="3628737" cy="361950"/>
            </a:xfrm>
            <a:prstGeom prst="rect">
              <a:avLst/>
            </a:prstGeom>
            <a:grp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err="1">
                  <a:solidFill>
                    <a:schemeClr val="bg1"/>
                  </a:solidFill>
                  <a:latin typeface="Manrope"/>
                </a:rPr>
                <a:t>Backend</a:t>
              </a:r>
              <a:endParaRPr lang="it-IT" sz="1800" b="1" dirty="0">
                <a:solidFill>
                  <a:schemeClr val="bg1"/>
                </a:solidFill>
                <a:latin typeface="Manrope"/>
              </a:endParaRPr>
            </a:p>
            <a:p>
              <a:pPr algn="ctr">
                <a:lnSpc>
                  <a:spcPct val="140000"/>
                </a:lnSpc>
                <a:buSzPts val="852"/>
              </a:pPr>
              <a:endParaRPr lang="it-IT" sz="1136" dirty="0"/>
            </a:p>
          </p:txBody>
        </p:sp>
        <p:grpSp>
          <p:nvGrpSpPr>
            <p:cNvPr id="459" name="Gruppo 37">
              <a:extLst>
                <a:ext uri="{FF2B5EF4-FFF2-40B4-BE49-F238E27FC236}">
                  <a16:creationId xmlns:a16="http://schemas.microsoft.com/office/drawing/2014/main" id="{7E97B472-0A2C-0C13-8C28-0A1AF567E99F}"/>
                </a:ext>
              </a:extLst>
            </p:cNvPr>
            <p:cNvGrpSpPr/>
            <p:nvPr/>
          </p:nvGrpSpPr>
          <p:grpSpPr>
            <a:xfrm>
              <a:off x="4543483" y="1872160"/>
              <a:ext cx="602201" cy="591967"/>
              <a:chOff x="4543483" y="1872160"/>
              <a:chExt cx="602201" cy="591967"/>
            </a:xfrm>
            <a:grpFill/>
          </p:grpSpPr>
          <p:sp>
            <p:nvSpPr>
              <p:cNvPr id="460" name="Ovale 38">
                <a:extLst>
                  <a:ext uri="{FF2B5EF4-FFF2-40B4-BE49-F238E27FC236}">
                    <a16:creationId xmlns:a16="http://schemas.microsoft.com/office/drawing/2014/main" id="{992907B6-6A58-AAC9-70E5-8A9C3B6FE2CE}"/>
                  </a:ext>
                </a:extLst>
              </p:cNvPr>
              <p:cNvSpPr/>
              <p:nvPr/>
            </p:nvSpPr>
            <p:spPr>
              <a:xfrm>
                <a:off x="4543483" y="1872160"/>
                <a:ext cx="602201" cy="591967"/>
              </a:xfrm>
              <a:prstGeom prst="ellipse">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461" name="Immagine 39">
                <a:extLst>
                  <a:ext uri="{FF2B5EF4-FFF2-40B4-BE49-F238E27FC236}">
                    <a16:creationId xmlns:a16="http://schemas.microsoft.com/office/drawing/2014/main" id="{11D4F829-2D47-B64B-B6DB-5DC813ABD5F4}"/>
                  </a:ext>
                </a:extLst>
              </p:cNvPr>
              <p:cNvPicPr>
                <a:picLocks noChangeAspect="1"/>
              </p:cNvPicPr>
              <p:nvPr/>
            </p:nvPicPr>
            <p:blipFill>
              <a:blip r:embed="rId6"/>
              <a:stretch>
                <a:fillRect/>
              </a:stretch>
            </p:blipFill>
            <p:spPr>
              <a:xfrm>
                <a:off x="4621349" y="1939495"/>
                <a:ext cx="463370" cy="463370"/>
              </a:xfrm>
              <a:prstGeom prst="rect">
                <a:avLst/>
              </a:prstGeom>
              <a:noFill/>
            </p:spPr>
          </p:pic>
        </p:grpSp>
      </p:grpSp>
      <p:grpSp>
        <p:nvGrpSpPr>
          <p:cNvPr id="462" name="Group 461">
            <a:extLst>
              <a:ext uri="{FF2B5EF4-FFF2-40B4-BE49-F238E27FC236}">
                <a16:creationId xmlns:a16="http://schemas.microsoft.com/office/drawing/2014/main" id="{553F9CF3-E2FB-0E10-168C-F108628046D0}"/>
              </a:ext>
            </a:extLst>
          </p:cNvPr>
          <p:cNvGrpSpPr/>
          <p:nvPr/>
        </p:nvGrpSpPr>
        <p:grpSpPr>
          <a:xfrm>
            <a:off x="6075877" y="1258860"/>
            <a:ext cx="2861603" cy="1800000"/>
            <a:chOff x="7991799" y="1313133"/>
            <a:chExt cx="3639601" cy="2305600"/>
          </a:xfrm>
          <a:solidFill>
            <a:schemeClr val="tx1"/>
          </a:solidFill>
        </p:grpSpPr>
        <p:sp>
          <p:nvSpPr>
            <p:cNvPr id="463" name="Google Shape;258;p37">
              <a:extLst>
                <a:ext uri="{FF2B5EF4-FFF2-40B4-BE49-F238E27FC236}">
                  <a16:creationId xmlns:a16="http://schemas.microsoft.com/office/drawing/2014/main" id="{F0EE30B6-0BE0-5DBD-AF14-B076FFB802D0}"/>
                </a:ext>
              </a:extLst>
            </p:cNvPr>
            <p:cNvSpPr/>
            <p:nvPr/>
          </p:nvSpPr>
          <p:spPr>
            <a:xfrm>
              <a:off x="7991799" y="1313133"/>
              <a:ext cx="3639600" cy="2305600"/>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spcFirstLastPara="1" wrap="square" lIns="121900" tIns="121900" rIns="121900" bIns="121900" anchor="t" anchorCtr="0">
              <a:noAutofit/>
            </a:bodyPr>
            <a:lstStyle/>
            <a:p>
              <a:pPr algn="ctr"/>
              <a:endParaRPr sz="2400">
                <a:solidFill>
                  <a:schemeClr val="lt1"/>
                </a:solidFill>
              </a:endParaRPr>
            </a:p>
          </p:txBody>
        </p:sp>
        <p:sp>
          <p:nvSpPr>
            <p:cNvPr id="464" name="Google Shape;263;p37">
              <a:extLst>
                <a:ext uri="{FF2B5EF4-FFF2-40B4-BE49-F238E27FC236}">
                  <a16:creationId xmlns:a16="http://schemas.microsoft.com/office/drawing/2014/main" id="{5C4457AF-1001-3C8A-6646-E497FC7F36B7}"/>
                </a:ext>
              </a:extLst>
            </p:cNvPr>
            <p:cNvSpPr/>
            <p:nvPr/>
          </p:nvSpPr>
          <p:spPr>
            <a:xfrm>
              <a:off x="9103665" y="1966533"/>
              <a:ext cx="2412768" cy="486000"/>
            </a:xfrm>
            <a:prstGeom prst="rect">
              <a:avLst/>
            </a:prstGeom>
            <a:grpFill/>
            <a:ln>
              <a:noFill/>
            </a:ln>
          </p:spPr>
          <p:txBody>
            <a:bodyPr spcFirstLastPara="1" wrap="square" lIns="121900" tIns="121900" rIns="121900" bIns="121900" anchor="ctr" anchorCtr="0">
              <a:noAutofit/>
            </a:bodyPr>
            <a:lstStyle/>
            <a:p>
              <a:r>
                <a:rPr lang="it" sz="1600" dirty="0">
                  <a:solidFill>
                    <a:schemeClr val="bg1"/>
                  </a:solidFill>
                  <a:latin typeface="Manrope"/>
                </a:rPr>
                <a:t>Debezium</a:t>
              </a:r>
              <a:endParaRPr sz="1600" dirty="0">
                <a:solidFill>
                  <a:schemeClr val="bg1"/>
                </a:solidFill>
                <a:latin typeface="Manrope"/>
              </a:endParaRPr>
            </a:p>
          </p:txBody>
        </p:sp>
        <p:sp>
          <p:nvSpPr>
            <p:cNvPr id="465" name="Google Shape;264;p37">
              <a:extLst>
                <a:ext uri="{FF2B5EF4-FFF2-40B4-BE49-F238E27FC236}">
                  <a16:creationId xmlns:a16="http://schemas.microsoft.com/office/drawing/2014/main" id="{8369A80A-2552-799A-4A04-5A830F341279}"/>
                </a:ext>
              </a:extLst>
            </p:cNvPr>
            <p:cNvSpPr/>
            <p:nvPr/>
          </p:nvSpPr>
          <p:spPr>
            <a:xfrm>
              <a:off x="9103665" y="2763633"/>
              <a:ext cx="2412768" cy="486000"/>
            </a:xfrm>
            <a:prstGeom prst="rect">
              <a:avLst/>
            </a:prstGeom>
            <a:grpFill/>
            <a:ln w="9525" cap="flat" cmpd="sng">
              <a:noFill/>
              <a:prstDash val="solid"/>
              <a:round/>
              <a:headEnd type="none" w="sm" len="sm"/>
              <a:tailEnd type="none" w="sm" len="sm"/>
            </a:ln>
          </p:spPr>
          <p:txBody>
            <a:bodyPr spcFirstLastPara="1" wrap="square" lIns="121900" tIns="121900" rIns="121900" bIns="121900" anchor="t" anchorCtr="0">
              <a:noAutofit/>
            </a:bodyPr>
            <a:lstStyle/>
            <a:p>
              <a:r>
                <a:rPr lang="it" sz="1600" dirty="0">
                  <a:solidFill>
                    <a:schemeClr val="bg1"/>
                  </a:solidFill>
                  <a:latin typeface="Manrope"/>
                </a:rPr>
                <a:t>RabbitMQ</a:t>
              </a:r>
              <a:endParaRPr sz="1600" dirty="0">
                <a:solidFill>
                  <a:schemeClr val="bg1"/>
                </a:solidFill>
                <a:latin typeface="Manrope"/>
              </a:endParaRPr>
            </a:p>
          </p:txBody>
        </p:sp>
        <p:sp>
          <p:nvSpPr>
            <p:cNvPr id="466" name="Google Shape;280;p37">
              <a:extLst>
                <a:ext uri="{FF2B5EF4-FFF2-40B4-BE49-F238E27FC236}">
                  <a16:creationId xmlns:a16="http://schemas.microsoft.com/office/drawing/2014/main" id="{08ED4146-1A7D-C3A3-6D00-50542500C202}"/>
                </a:ext>
              </a:extLst>
            </p:cNvPr>
            <p:cNvSpPr txBox="1">
              <a:spLocks/>
            </p:cNvSpPr>
            <p:nvPr/>
          </p:nvSpPr>
          <p:spPr>
            <a:xfrm>
              <a:off x="8015200" y="1433236"/>
              <a:ext cx="3616200" cy="362401"/>
            </a:xfrm>
            <a:prstGeom prst="rect">
              <a:avLst/>
            </a:prstGeom>
            <a:grp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a:solidFill>
                    <a:schemeClr val="bg1"/>
                  </a:solidFill>
                  <a:latin typeface="Manrope"/>
                </a:rPr>
                <a:t>Event Handling</a:t>
              </a:r>
            </a:p>
            <a:p>
              <a:pPr>
                <a:lnSpc>
                  <a:spcPct val="140000"/>
                </a:lnSpc>
                <a:buSzPts val="852"/>
              </a:pPr>
              <a:endParaRPr lang="it-IT" sz="1136" dirty="0">
                <a:solidFill>
                  <a:schemeClr val="bg1"/>
                </a:solidFill>
              </a:endParaRPr>
            </a:p>
          </p:txBody>
        </p:sp>
        <p:grpSp>
          <p:nvGrpSpPr>
            <p:cNvPr id="467" name="Gruppo 46">
              <a:extLst>
                <a:ext uri="{FF2B5EF4-FFF2-40B4-BE49-F238E27FC236}">
                  <a16:creationId xmlns:a16="http://schemas.microsoft.com/office/drawing/2014/main" id="{E270A9F3-B124-B76E-E0C4-829D65B14778}"/>
                </a:ext>
              </a:extLst>
            </p:cNvPr>
            <p:cNvGrpSpPr/>
            <p:nvPr/>
          </p:nvGrpSpPr>
          <p:grpSpPr>
            <a:xfrm>
              <a:off x="8246632" y="2707166"/>
              <a:ext cx="602201" cy="591967"/>
              <a:chOff x="8246632" y="2707166"/>
              <a:chExt cx="602201" cy="591967"/>
            </a:xfrm>
            <a:grpFill/>
          </p:grpSpPr>
          <p:sp>
            <p:nvSpPr>
              <p:cNvPr id="471" name="Ovale 47">
                <a:extLst>
                  <a:ext uri="{FF2B5EF4-FFF2-40B4-BE49-F238E27FC236}">
                    <a16:creationId xmlns:a16="http://schemas.microsoft.com/office/drawing/2014/main" id="{3A827DF1-F809-1E0F-8BFD-D0377EA883F0}"/>
                  </a:ext>
                </a:extLst>
              </p:cNvPr>
              <p:cNvSpPr/>
              <p:nvPr/>
            </p:nvSpPr>
            <p:spPr>
              <a:xfrm>
                <a:off x="8246632" y="2707166"/>
                <a:ext cx="602201" cy="591967"/>
              </a:xfrm>
              <a:prstGeom prst="ellipse">
                <a:avLst/>
              </a:prstGeom>
              <a:solidFill>
                <a:schemeClr val="bg1"/>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it-IT"/>
              </a:p>
            </p:txBody>
          </p:sp>
          <p:pic>
            <p:nvPicPr>
              <p:cNvPr id="472" name="Immagine 48">
                <a:extLst>
                  <a:ext uri="{FF2B5EF4-FFF2-40B4-BE49-F238E27FC236}">
                    <a16:creationId xmlns:a16="http://schemas.microsoft.com/office/drawing/2014/main" id="{1602A809-F903-3846-4C2F-ED83D8B9AF22}"/>
                  </a:ext>
                </a:extLst>
              </p:cNvPr>
              <p:cNvPicPr>
                <a:picLocks noChangeAspect="1"/>
              </p:cNvPicPr>
              <p:nvPr/>
            </p:nvPicPr>
            <p:blipFill>
              <a:blip r:embed="rId7"/>
              <a:stretch>
                <a:fillRect/>
              </a:stretch>
            </p:blipFill>
            <p:spPr>
              <a:xfrm>
                <a:off x="8379571" y="2793960"/>
                <a:ext cx="383307" cy="383307"/>
              </a:xfrm>
              <a:prstGeom prst="rect">
                <a:avLst/>
              </a:prstGeom>
              <a:solidFill>
                <a:schemeClr val="bg1"/>
              </a:solidFill>
            </p:spPr>
          </p:pic>
        </p:grpSp>
        <p:grpSp>
          <p:nvGrpSpPr>
            <p:cNvPr id="468" name="Gruppo 55">
              <a:extLst>
                <a:ext uri="{FF2B5EF4-FFF2-40B4-BE49-F238E27FC236}">
                  <a16:creationId xmlns:a16="http://schemas.microsoft.com/office/drawing/2014/main" id="{BA815D77-695C-522C-1264-62319DFBE218}"/>
                </a:ext>
              </a:extLst>
            </p:cNvPr>
            <p:cNvGrpSpPr/>
            <p:nvPr/>
          </p:nvGrpSpPr>
          <p:grpSpPr>
            <a:xfrm>
              <a:off x="8218903" y="1857933"/>
              <a:ext cx="602201" cy="591967"/>
              <a:chOff x="8218903" y="1857933"/>
              <a:chExt cx="602201" cy="591967"/>
            </a:xfrm>
            <a:grpFill/>
          </p:grpSpPr>
          <p:sp>
            <p:nvSpPr>
              <p:cNvPr id="469" name="Ovale 56">
                <a:extLst>
                  <a:ext uri="{FF2B5EF4-FFF2-40B4-BE49-F238E27FC236}">
                    <a16:creationId xmlns:a16="http://schemas.microsoft.com/office/drawing/2014/main" id="{C98CDB28-2976-CB86-239D-899DDA520E05}"/>
                  </a:ext>
                </a:extLst>
              </p:cNvPr>
              <p:cNvSpPr/>
              <p:nvPr/>
            </p:nvSpPr>
            <p:spPr>
              <a:xfrm>
                <a:off x="8218903" y="1857933"/>
                <a:ext cx="602201" cy="591967"/>
              </a:xfrm>
              <a:prstGeom prst="ellipse">
                <a:avLst/>
              </a:prstGeom>
              <a:solidFill>
                <a:schemeClr val="bg1"/>
              </a:solidFill>
            </p:spPr>
            <p:style>
              <a:lnRef idx="2">
                <a:schemeClr val="accent1"/>
              </a:lnRef>
              <a:fillRef idx="1">
                <a:schemeClr val="lt1"/>
              </a:fillRef>
              <a:effectRef idx="0">
                <a:schemeClr val="accent1"/>
              </a:effectRef>
              <a:fontRef idx="minor">
                <a:schemeClr val="dk1"/>
              </a:fontRef>
            </p:style>
            <p:txBody>
              <a:bodyPr rtlCol="0" anchor="ctr"/>
              <a:lstStyle/>
              <a:p>
                <a:pPr algn="ctr"/>
                <a:endParaRPr lang="it-IT"/>
              </a:p>
            </p:txBody>
          </p:sp>
          <p:pic>
            <p:nvPicPr>
              <p:cNvPr id="470" name="Picture 14" descr="@debezium">
                <a:extLst>
                  <a:ext uri="{FF2B5EF4-FFF2-40B4-BE49-F238E27FC236}">
                    <a16:creationId xmlns:a16="http://schemas.microsoft.com/office/drawing/2014/main" id="{F6DA29C1-6613-A0D1-F949-E31DF2C070C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16083" y="1948586"/>
                <a:ext cx="406838" cy="406838"/>
              </a:xfrm>
              <a:prstGeom prst="rect">
                <a:avLst/>
              </a:prstGeom>
              <a:solidFill>
                <a:schemeClr val="bg1"/>
              </a:solidFill>
            </p:spPr>
          </p:pic>
        </p:grpSp>
      </p:grpSp>
      <p:grpSp>
        <p:nvGrpSpPr>
          <p:cNvPr id="483" name="Group 482">
            <a:extLst>
              <a:ext uri="{FF2B5EF4-FFF2-40B4-BE49-F238E27FC236}">
                <a16:creationId xmlns:a16="http://schemas.microsoft.com/office/drawing/2014/main" id="{8FCB2540-1C8A-C4D7-6DFA-F2FB158E1CD6}"/>
              </a:ext>
            </a:extLst>
          </p:cNvPr>
          <p:cNvGrpSpPr/>
          <p:nvPr/>
        </p:nvGrpSpPr>
        <p:grpSpPr>
          <a:xfrm>
            <a:off x="136232" y="3214817"/>
            <a:ext cx="2880000" cy="1800000"/>
            <a:chOff x="136232" y="3096279"/>
            <a:chExt cx="2880000" cy="1800000"/>
          </a:xfrm>
        </p:grpSpPr>
        <p:sp>
          <p:nvSpPr>
            <p:cNvPr id="474" name="Google Shape;251;p37">
              <a:extLst>
                <a:ext uri="{FF2B5EF4-FFF2-40B4-BE49-F238E27FC236}">
                  <a16:creationId xmlns:a16="http://schemas.microsoft.com/office/drawing/2014/main" id="{099B78EF-BA1D-72CD-A7F8-F1FE42BF231B}"/>
                </a:ext>
              </a:extLst>
            </p:cNvPr>
            <p:cNvSpPr txBox="1">
              <a:spLocks/>
            </p:cNvSpPr>
            <p:nvPr/>
          </p:nvSpPr>
          <p:spPr>
            <a:xfrm>
              <a:off x="136232" y="3096279"/>
              <a:ext cx="2880000" cy="1800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spcFirstLastPara="1" vert="horz" wrap="square" lIns="180000" tIns="180000" rIns="180000" bIns="18000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lt1"/>
                  </a:solidFill>
                  <a:latin typeface="+mn-lt"/>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lt1"/>
                  </a:solidFill>
                  <a:latin typeface="+mn-lt"/>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lt1"/>
                  </a:solidFill>
                  <a:latin typeface="+mn-lt"/>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lt1"/>
                  </a:solidFill>
                  <a:latin typeface="+mn-lt"/>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endParaRPr lang="it-IT" sz="1867" dirty="0">
                <a:latin typeface="Arial"/>
                <a:ea typeface="Arial"/>
                <a:cs typeface="Arial"/>
                <a:sym typeface="Arial"/>
              </a:endParaRPr>
            </a:p>
            <a:p>
              <a:endParaRPr lang="it-IT" sz="1867" dirty="0">
                <a:latin typeface="Arial"/>
                <a:ea typeface="Arial"/>
                <a:cs typeface="Arial"/>
                <a:sym typeface="Arial"/>
              </a:endParaRPr>
            </a:p>
          </p:txBody>
        </p:sp>
        <p:sp>
          <p:nvSpPr>
            <p:cNvPr id="475" name="Google Shape;267;p37">
              <a:extLst>
                <a:ext uri="{FF2B5EF4-FFF2-40B4-BE49-F238E27FC236}">
                  <a16:creationId xmlns:a16="http://schemas.microsoft.com/office/drawing/2014/main" id="{406A30F7-278C-5519-0463-661452D3C0A2}"/>
                </a:ext>
              </a:extLst>
            </p:cNvPr>
            <p:cNvSpPr/>
            <p:nvPr/>
          </p:nvSpPr>
          <p:spPr>
            <a:xfrm>
              <a:off x="1013167" y="3554835"/>
              <a:ext cx="1930147" cy="376744"/>
            </a:xfrm>
            <a:prstGeom prst="rect">
              <a:avLst/>
            </a:prstGeom>
            <a:solidFill>
              <a:schemeClr val="tx2"/>
            </a:solidFill>
            <a:ln>
              <a:noFill/>
            </a:ln>
          </p:spPr>
          <p:txBody>
            <a:bodyPr spcFirstLastPara="1" wrap="square" lIns="121900" tIns="121900" rIns="121900" bIns="121900" anchor="ctr" anchorCtr="0">
              <a:noAutofit/>
            </a:bodyPr>
            <a:lstStyle/>
            <a:p>
              <a:r>
                <a:rPr lang="it" sz="1600" dirty="0">
                  <a:solidFill>
                    <a:schemeClr val="bg1"/>
                  </a:solidFill>
                  <a:latin typeface="Manrope"/>
                </a:rPr>
                <a:t>MongoDB</a:t>
              </a:r>
              <a:endParaRPr sz="1600" dirty="0">
                <a:solidFill>
                  <a:schemeClr val="bg1"/>
                </a:solidFill>
                <a:latin typeface="Manrope"/>
              </a:endParaRPr>
            </a:p>
          </p:txBody>
        </p:sp>
        <p:sp>
          <p:nvSpPr>
            <p:cNvPr id="476" name="Google Shape;273;p37">
              <a:extLst>
                <a:ext uri="{FF2B5EF4-FFF2-40B4-BE49-F238E27FC236}">
                  <a16:creationId xmlns:a16="http://schemas.microsoft.com/office/drawing/2014/main" id="{13D64338-1E90-DDA5-FC75-073448CF3AA5}"/>
                </a:ext>
              </a:extLst>
            </p:cNvPr>
            <p:cNvSpPr/>
            <p:nvPr/>
          </p:nvSpPr>
          <p:spPr>
            <a:xfrm>
              <a:off x="1013167" y="4181622"/>
              <a:ext cx="1896710" cy="494709"/>
            </a:xfrm>
            <a:prstGeom prst="rect">
              <a:avLst/>
            </a:prstGeom>
            <a:solidFill>
              <a:schemeClr val="tx2"/>
            </a:solidFill>
            <a:ln>
              <a:noFill/>
            </a:ln>
          </p:spPr>
          <p:txBody>
            <a:bodyPr spcFirstLastPara="1" wrap="square" lIns="121900" tIns="121900" rIns="121900" bIns="121900" anchor="t" anchorCtr="0">
              <a:noAutofit/>
            </a:bodyPr>
            <a:lstStyle/>
            <a:p>
              <a:r>
                <a:rPr lang="it-IT" sz="1600" dirty="0" err="1">
                  <a:solidFill>
                    <a:schemeClr val="bg1"/>
                  </a:solidFill>
                  <a:latin typeface="Manrope"/>
                </a:rPr>
                <a:t>MongoDB</a:t>
              </a:r>
              <a:r>
                <a:rPr lang="it-IT" sz="1600" dirty="0">
                  <a:solidFill>
                    <a:schemeClr val="bg1"/>
                  </a:solidFill>
                  <a:latin typeface="Manrope"/>
                </a:rPr>
                <a:t> </a:t>
              </a:r>
              <a:r>
                <a:rPr lang="it-IT" sz="1600" dirty="0" err="1">
                  <a:solidFill>
                    <a:schemeClr val="bg1"/>
                  </a:solidFill>
                  <a:latin typeface="Manrope"/>
                </a:rPr>
                <a:t>Compass</a:t>
              </a:r>
              <a:endParaRPr sz="1600" dirty="0">
                <a:solidFill>
                  <a:schemeClr val="bg1"/>
                </a:solidFill>
                <a:latin typeface="Manrope"/>
              </a:endParaRPr>
            </a:p>
          </p:txBody>
        </p:sp>
        <p:sp>
          <p:nvSpPr>
            <p:cNvPr id="477" name="Google Shape;281;p37">
              <a:extLst>
                <a:ext uri="{FF2B5EF4-FFF2-40B4-BE49-F238E27FC236}">
                  <a16:creationId xmlns:a16="http://schemas.microsoft.com/office/drawing/2014/main" id="{2D046CF3-D5F8-45D4-0661-833D6991F00C}"/>
                </a:ext>
              </a:extLst>
            </p:cNvPr>
            <p:cNvSpPr txBox="1">
              <a:spLocks/>
            </p:cNvSpPr>
            <p:nvPr/>
          </p:nvSpPr>
          <p:spPr>
            <a:xfrm>
              <a:off x="172796" y="3178764"/>
              <a:ext cx="2825154" cy="280930"/>
            </a:xfrm>
            <a:prstGeom prst="rect">
              <a:avLst/>
            </a:prstGeom>
            <a:solidFill>
              <a:schemeClr val="tx2"/>
            </a:solid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a:solidFill>
                    <a:schemeClr val="bg1"/>
                  </a:solidFill>
                  <a:latin typeface="Manrope"/>
                </a:rPr>
                <a:t>Database</a:t>
              </a:r>
            </a:p>
            <a:p>
              <a:pPr algn="ctr">
                <a:lnSpc>
                  <a:spcPct val="140000"/>
                </a:lnSpc>
                <a:buSzPts val="852"/>
              </a:pPr>
              <a:endParaRPr lang="it-IT" sz="1136" dirty="0">
                <a:solidFill>
                  <a:schemeClr val="bg1"/>
                </a:solidFill>
              </a:endParaRPr>
            </a:p>
          </p:txBody>
        </p:sp>
        <p:grpSp>
          <p:nvGrpSpPr>
            <p:cNvPr id="478" name="Gruppo 49">
              <a:extLst>
                <a:ext uri="{FF2B5EF4-FFF2-40B4-BE49-F238E27FC236}">
                  <a16:creationId xmlns:a16="http://schemas.microsoft.com/office/drawing/2014/main" id="{0DC9DC10-1816-E145-9A1C-EC28916C6BDC}"/>
                </a:ext>
              </a:extLst>
            </p:cNvPr>
            <p:cNvGrpSpPr/>
            <p:nvPr/>
          </p:nvGrpSpPr>
          <p:grpSpPr>
            <a:xfrm>
              <a:off x="329305" y="4181622"/>
              <a:ext cx="470469" cy="458889"/>
              <a:chOff x="830933" y="5160392"/>
              <a:chExt cx="602201" cy="591967"/>
            </a:xfrm>
            <a:solidFill>
              <a:schemeClr val="bg1"/>
            </a:solidFill>
          </p:grpSpPr>
          <p:sp>
            <p:nvSpPr>
              <p:cNvPr id="480" name="Ovale 50">
                <a:extLst>
                  <a:ext uri="{FF2B5EF4-FFF2-40B4-BE49-F238E27FC236}">
                    <a16:creationId xmlns:a16="http://schemas.microsoft.com/office/drawing/2014/main" id="{BFE2EDA1-334C-3519-2F9B-58154B664765}"/>
                  </a:ext>
                </a:extLst>
              </p:cNvPr>
              <p:cNvSpPr/>
              <p:nvPr/>
            </p:nvSpPr>
            <p:spPr>
              <a:xfrm>
                <a:off x="830933" y="5160392"/>
                <a:ext cx="602201" cy="591967"/>
              </a:xfrm>
              <a:prstGeom prst="ellipse">
                <a:avLst/>
              </a:prstGeom>
              <a:grpFill/>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481" name="Immagine 51">
                <a:extLst>
                  <a:ext uri="{FF2B5EF4-FFF2-40B4-BE49-F238E27FC236}">
                    <a16:creationId xmlns:a16="http://schemas.microsoft.com/office/drawing/2014/main" id="{A6065513-9606-5463-EF21-91FA97D9F4D9}"/>
                  </a:ext>
                </a:extLst>
              </p:cNvPr>
              <p:cNvPicPr>
                <a:picLocks noChangeAspect="1"/>
              </p:cNvPicPr>
              <p:nvPr/>
            </p:nvPicPr>
            <p:blipFill>
              <a:blip r:embed="rId9"/>
              <a:stretch>
                <a:fillRect/>
              </a:stretch>
            </p:blipFill>
            <p:spPr>
              <a:xfrm>
                <a:off x="891341" y="5212660"/>
                <a:ext cx="495851" cy="495851"/>
              </a:xfrm>
              <a:prstGeom prst="rect">
                <a:avLst/>
              </a:prstGeom>
              <a:noFill/>
            </p:spPr>
          </p:pic>
        </p:grpSp>
        <p:pic>
          <p:nvPicPr>
            <p:cNvPr id="479" name="Picture 16" descr="Icons">
              <a:extLst>
                <a:ext uri="{FF2B5EF4-FFF2-40B4-BE49-F238E27FC236}">
                  <a16:creationId xmlns:a16="http://schemas.microsoft.com/office/drawing/2014/main" id="{F33A06A1-254A-66C7-261D-92A3CD7689B9}"/>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29305" y="3500626"/>
              <a:ext cx="494547" cy="490714"/>
            </a:xfrm>
            <a:prstGeom prst="rect">
              <a:avLst/>
            </a:prstGeom>
            <a:solidFill>
              <a:schemeClr val="tx2"/>
            </a:solidFill>
            <a:extLst>
              <a:ext uri="{909E8E84-426E-40DD-AFC4-6F175D3DCCD1}">
                <a14:hiddenFill xmlns:a14="http://schemas.microsoft.com/office/drawing/2010/main">
                  <a:solidFill>
                    <a:srgbClr val="FFFFFF"/>
                  </a:solidFill>
                </a14:hiddenFill>
              </a:ext>
            </a:extLst>
          </p:spPr>
        </p:pic>
      </p:grpSp>
      <p:grpSp>
        <p:nvGrpSpPr>
          <p:cNvPr id="507" name="Group 506">
            <a:extLst>
              <a:ext uri="{FF2B5EF4-FFF2-40B4-BE49-F238E27FC236}">
                <a16:creationId xmlns:a16="http://schemas.microsoft.com/office/drawing/2014/main" id="{48518F36-1994-8366-2E3C-414C3381EFB4}"/>
              </a:ext>
            </a:extLst>
          </p:cNvPr>
          <p:cNvGrpSpPr/>
          <p:nvPr/>
        </p:nvGrpSpPr>
        <p:grpSpPr>
          <a:xfrm>
            <a:off x="3101382" y="3197921"/>
            <a:ext cx="2880001" cy="1800000"/>
            <a:chOff x="3101382" y="3197921"/>
            <a:chExt cx="2880001" cy="1800000"/>
          </a:xfrm>
        </p:grpSpPr>
        <p:sp>
          <p:nvSpPr>
            <p:cNvPr id="485" name="Google Shape;276;p37">
              <a:extLst>
                <a:ext uri="{FF2B5EF4-FFF2-40B4-BE49-F238E27FC236}">
                  <a16:creationId xmlns:a16="http://schemas.microsoft.com/office/drawing/2014/main" id="{90485ABA-5206-A597-47EF-FA19383E449F}"/>
                </a:ext>
              </a:extLst>
            </p:cNvPr>
            <p:cNvSpPr txBox="1">
              <a:spLocks/>
            </p:cNvSpPr>
            <p:nvPr/>
          </p:nvSpPr>
          <p:spPr>
            <a:xfrm>
              <a:off x="3101382" y="3197921"/>
              <a:ext cx="2880001" cy="1800000"/>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spcFirstLastPara="1" vert="horz" wrap="square" lIns="180000" tIns="180000" rIns="180000" bIns="18000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lt1"/>
                  </a:solidFill>
                  <a:latin typeface="+mn-lt"/>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lt1"/>
                  </a:solidFill>
                  <a:latin typeface="+mn-lt"/>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lt1"/>
                  </a:solidFill>
                  <a:latin typeface="+mn-lt"/>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lt1"/>
                  </a:solidFill>
                  <a:latin typeface="+mn-lt"/>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endParaRPr lang="it-IT" sz="1867" dirty="0">
                <a:latin typeface="Arial"/>
                <a:ea typeface="Arial"/>
                <a:cs typeface="Arial"/>
                <a:sym typeface="Arial"/>
              </a:endParaRPr>
            </a:p>
            <a:p>
              <a:endParaRPr lang="it-IT" sz="1867" dirty="0">
                <a:latin typeface="Arial"/>
                <a:ea typeface="Arial"/>
                <a:cs typeface="Arial"/>
                <a:sym typeface="Arial"/>
              </a:endParaRPr>
            </a:p>
          </p:txBody>
        </p:sp>
        <p:sp>
          <p:nvSpPr>
            <p:cNvPr id="486" name="Google Shape;277;p37">
              <a:extLst>
                <a:ext uri="{FF2B5EF4-FFF2-40B4-BE49-F238E27FC236}">
                  <a16:creationId xmlns:a16="http://schemas.microsoft.com/office/drawing/2014/main" id="{EA631D62-9BDF-1C4A-50AC-E0E101D4DA59}"/>
                </a:ext>
              </a:extLst>
            </p:cNvPr>
            <p:cNvSpPr/>
            <p:nvPr/>
          </p:nvSpPr>
          <p:spPr>
            <a:xfrm>
              <a:off x="3979013" y="3744390"/>
              <a:ext cx="1928150" cy="384570"/>
            </a:xfrm>
            <a:prstGeom prst="rect">
              <a:avLst/>
            </a:prstGeom>
            <a:solidFill>
              <a:schemeClr val="tx1"/>
            </a:solidFill>
            <a:ln>
              <a:noFill/>
            </a:ln>
          </p:spPr>
          <p:txBody>
            <a:bodyPr spcFirstLastPara="1" wrap="square" lIns="121900" tIns="121900" rIns="121900" bIns="121900" anchor="ctr" anchorCtr="0">
              <a:noAutofit/>
            </a:bodyPr>
            <a:lstStyle/>
            <a:p>
              <a:r>
                <a:rPr lang="it" sz="1600" dirty="0">
                  <a:solidFill>
                    <a:schemeClr val="bg1"/>
                  </a:solidFill>
                  <a:latin typeface="Manrope"/>
                </a:rPr>
                <a:t>GraphQL</a:t>
              </a:r>
              <a:endParaRPr sz="1600" dirty="0">
                <a:solidFill>
                  <a:schemeClr val="bg1"/>
                </a:solidFill>
                <a:latin typeface="Manrope"/>
              </a:endParaRPr>
            </a:p>
          </p:txBody>
        </p:sp>
        <p:sp>
          <p:nvSpPr>
            <p:cNvPr id="487" name="Google Shape;282;p37">
              <a:extLst>
                <a:ext uri="{FF2B5EF4-FFF2-40B4-BE49-F238E27FC236}">
                  <a16:creationId xmlns:a16="http://schemas.microsoft.com/office/drawing/2014/main" id="{244508B6-D441-0E39-E778-6974AD2C80F0}"/>
                </a:ext>
              </a:extLst>
            </p:cNvPr>
            <p:cNvSpPr txBox="1">
              <a:spLocks/>
            </p:cNvSpPr>
            <p:nvPr/>
          </p:nvSpPr>
          <p:spPr>
            <a:xfrm>
              <a:off x="3101382" y="3271762"/>
              <a:ext cx="2880001" cy="286766"/>
            </a:xfrm>
            <a:prstGeom prst="rect">
              <a:avLst/>
            </a:prstGeom>
            <a:solidFill>
              <a:schemeClr val="tx1"/>
            </a:solid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a:solidFill>
                    <a:schemeClr val="bg1"/>
                  </a:solidFill>
                  <a:latin typeface="Manrope"/>
                </a:rPr>
                <a:t>API Design &amp; Testing</a:t>
              </a:r>
            </a:p>
            <a:p>
              <a:pPr algn="ctr">
                <a:lnSpc>
                  <a:spcPct val="140000"/>
                </a:lnSpc>
                <a:buSzPts val="852"/>
              </a:pPr>
              <a:endParaRPr lang="it-IT" sz="1136" dirty="0">
                <a:solidFill>
                  <a:schemeClr val="bg1"/>
                </a:solidFill>
              </a:endParaRPr>
            </a:p>
          </p:txBody>
        </p:sp>
        <p:sp>
          <p:nvSpPr>
            <p:cNvPr id="488" name="Google Shape;284;p37">
              <a:extLst>
                <a:ext uri="{FF2B5EF4-FFF2-40B4-BE49-F238E27FC236}">
                  <a16:creationId xmlns:a16="http://schemas.microsoft.com/office/drawing/2014/main" id="{6D4AC437-BE84-CD11-B7C3-5EDFAD861B15}"/>
                </a:ext>
              </a:extLst>
            </p:cNvPr>
            <p:cNvSpPr/>
            <p:nvPr/>
          </p:nvSpPr>
          <p:spPr>
            <a:xfrm>
              <a:off x="4009689" y="4285847"/>
              <a:ext cx="1918665" cy="384570"/>
            </a:xfrm>
            <a:prstGeom prst="rect">
              <a:avLst/>
            </a:prstGeom>
            <a:solidFill>
              <a:schemeClr val="tx1"/>
            </a:solidFill>
            <a:ln>
              <a:noFill/>
            </a:ln>
          </p:spPr>
          <p:txBody>
            <a:bodyPr spcFirstLastPara="1" wrap="square" lIns="121900" tIns="121900" rIns="121900" bIns="121900" anchor="t" anchorCtr="0">
              <a:noAutofit/>
            </a:bodyPr>
            <a:lstStyle/>
            <a:p>
              <a:r>
                <a:rPr lang="it" sz="1600" dirty="0">
                  <a:solidFill>
                    <a:schemeClr val="bg1"/>
                  </a:solidFill>
                  <a:latin typeface="Manrope"/>
                </a:rPr>
                <a:t>Postman</a:t>
              </a:r>
              <a:endParaRPr sz="1600" dirty="0">
                <a:solidFill>
                  <a:schemeClr val="bg1"/>
                </a:solidFill>
                <a:latin typeface="Manrope"/>
              </a:endParaRPr>
            </a:p>
          </p:txBody>
        </p:sp>
        <p:pic>
          <p:nvPicPr>
            <p:cNvPr id="489" name="Google Shape;285;p37">
              <a:extLst>
                <a:ext uri="{FF2B5EF4-FFF2-40B4-BE49-F238E27FC236}">
                  <a16:creationId xmlns:a16="http://schemas.microsoft.com/office/drawing/2014/main" id="{3F7E5313-37EB-BB76-A444-15DB6A1B3B7C}"/>
                </a:ext>
              </a:extLst>
            </p:cNvPr>
            <p:cNvPicPr preferRelativeResize="0"/>
            <p:nvPr/>
          </p:nvPicPr>
          <p:blipFill rotWithShape="1">
            <a:blip r:embed="rId11">
              <a:alphaModFix/>
            </a:blip>
            <a:srcRect/>
            <a:stretch/>
          </p:blipFill>
          <p:spPr>
            <a:xfrm>
              <a:off x="3317519" y="4246873"/>
              <a:ext cx="462486" cy="462522"/>
            </a:xfrm>
            <a:prstGeom prst="rect">
              <a:avLst/>
            </a:prstGeom>
            <a:solidFill>
              <a:schemeClr val="tx1"/>
            </a:solidFill>
            <a:ln>
              <a:noFill/>
            </a:ln>
          </p:spPr>
        </p:pic>
        <p:sp>
          <p:nvSpPr>
            <p:cNvPr id="491" name="Ovale 53">
              <a:extLst>
                <a:ext uri="{FF2B5EF4-FFF2-40B4-BE49-F238E27FC236}">
                  <a16:creationId xmlns:a16="http://schemas.microsoft.com/office/drawing/2014/main" id="{9D118C47-7DCB-B9FB-23FB-E066B3168BCF}"/>
                </a:ext>
              </a:extLst>
            </p:cNvPr>
            <p:cNvSpPr/>
            <p:nvPr/>
          </p:nvSpPr>
          <p:spPr>
            <a:xfrm>
              <a:off x="3304323" y="3667934"/>
              <a:ext cx="476519" cy="468421"/>
            </a:xfrm>
            <a:prstGeom prst="ellipse">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492" name="Picture 10" descr="Free Graphql Logo Icon - Free Download Logos Logo Icons | IconScout">
              <a:extLst>
                <a:ext uri="{FF2B5EF4-FFF2-40B4-BE49-F238E27FC236}">
                  <a16:creationId xmlns:a16="http://schemas.microsoft.com/office/drawing/2014/main" id="{877009ED-1EB4-619F-25B6-0CF4CC32A47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334533" y="3687977"/>
              <a:ext cx="428332" cy="428332"/>
            </a:xfrm>
            <a:prstGeom prst="rect">
              <a:avLst/>
            </a:prstGeom>
            <a:noFill/>
          </p:spPr>
        </p:pic>
      </p:grpSp>
      <p:grpSp>
        <p:nvGrpSpPr>
          <p:cNvPr id="493" name="Group 492">
            <a:extLst>
              <a:ext uri="{FF2B5EF4-FFF2-40B4-BE49-F238E27FC236}">
                <a16:creationId xmlns:a16="http://schemas.microsoft.com/office/drawing/2014/main" id="{58D0836B-D6E6-6505-E3AF-1722EF7A13C5}"/>
              </a:ext>
            </a:extLst>
          </p:cNvPr>
          <p:cNvGrpSpPr/>
          <p:nvPr/>
        </p:nvGrpSpPr>
        <p:grpSpPr>
          <a:xfrm>
            <a:off x="6066678" y="3191183"/>
            <a:ext cx="2880000" cy="1800000"/>
            <a:chOff x="8015200" y="3760267"/>
            <a:chExt cx="3639600" cy="2274750"/>
          </a:xfrm>
        </p:grpSpPr>
        <p:sp>
          <p:nvSpPr>
            <p:cNvPr id="494" name="Google Shape;252;p37">
              <a:extLst>
                <a:ext uri="{FF2B5EF4-FFF2-40B4-BE49-F238E27FC236}">
                  <a16:creationId xmlns:a16="http://schemas.microsoft.com/office/drawing/2014/main" id="{E5289A18-5059-F36F-B30E-00FA25954743}"/>
                </a:ext>
              </a:extLst>
            </p:cNvPr>
            <p:cNvSpPr txBox="1">
              <a:spLocks/>
            </p:cNvSpPr>
            <p:nvPr/>
          </p:nvSpPr>
          <p:spPr>
            <a:xfrm>
              <a:off x="8015200" y="3760267"/>
              <a:ext cx="3639600" cy="227475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spcFirstLastPara="1" vert="horz" wrap="square" lIns="180000" tIns="180000" rIns="180000" bIns="18000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lt1"/>
                  </a:solidFill>
                  <a:latin typeface="+mn-lt"/>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lt1"/>
                  </a:solidFill>
                  <a:latin typeface="+mn-lt"/>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lt1"/>
                  </a:solidFill>
                  <a:latin typeface="+mn-lt"/>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lt1"/>
                  </a:solidFill>
                  <a:latin typeface="+mn-lt"/>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l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lt1"/>
                  </a:solidFill>
                  <a:latin typeface="+mn-lt"/>
                  <a:ea typeface="+mn-ea"/>
                  <a:cs typeface="+mn-cs"/>
                </a:defRPr>
              </a:lvl9pPr>
            </a:lstStyle>
            <a:p>
              <a:endParaRPr lang="it-IT" sz="1867">
                <a:latin typeface="Arial"/>
                <a:ea typeface="Arial"/>
                <a:cs typeface="Arial"/>
                <a:sym typeface="Arial"/>
              </a:endParaRPr>
            </a:p>
            <a:p>
              <a:endParaRPr lang="it-IT" sz="1867" dirty="0">
                <a:latin typeface="Arial"/>
                <a:ea typeface="Arial"/>
                <a:cs typeface="Arial"/>
                <a:sym typeface="Arial"/>
              </a:endParaRPr>
            </a:p>
          </p:txBody>
        </p:sp>
        <p:sp>
          <p:nvSpPr>
            <p:cNvPr id="495" name="Google Shape;265;p37">
              <a:extLst>
                <a:ext uri="{FF2B5EF4-FFF2-40B4-BE49-F238E27FC236}">
                  <a16:creationId xmlns:a16="http://schemas.microsoft.com/office/drawing/2014/main" id="{ACA6D513-BCA6-E4A3-0AA9-F1DE9D68E320}"/>
                </a:ext>
              </a:extLst>
            </p:cNvPr>
            <p:cNvSpPr/>
            <p:nvPr/>
          </p:nvSpPr>
          <p:spPr>
            <a:xfrm>
              <a:off x="9103665" y="4450867"/>
              <a:ext cx="2463902" cy="486000"/>
            </a:xfrm>
            <a:prstGeom prst="rect">
              <a:avLst/>
            </a:prstGeom>
            <a:noFill/>
            <a:ln>
              <a:noFill/>
            </a:ln>
          </p:spPr>
          <p:txBody>
            <a:bodyPr spcFirstLastPara="1" wrap="square" lIns="121900" tIns="121900" rIns="121900" bIns="121900" anchor="ctr" anchorCtr="0">
              <a:noAutofit/>
            </a:bodyPr>
            <a:lstStyle/>
            <a:p>
              <a:r>
                <a:rPr lang="it" sz="1600" dirty="0">
                  <a:solidFill>
                    <a:schemeClr val="bg1"/>
                  </a:solidFill>
                  <a:latin typeface="Manrope"/>
                </a:rPr>
                <a:t>Jenkins</a:t>
              </a:r>
              <a:endParaRPr sz="1600" dirty="0">
                <a:solidFill>
                  <a:schemeClr val="bg1"/>
                </a:solidFill>
                <a:latin typeface="Manrope"/>
              </a:endParaRPr>
            </a:p>
          </p:txBody>
        </p:sp>
        <p:sp>
          <p:nvSpPr>
            <p:cNvPr id="496" name="Google Shape;266;p37">
              <a:extLst>
                <a:ext uri="{FF2B5EF4-FFF2-40B4-BE49-F238E27FC236}">
                  <a16:creationId xmlns:a16="http://schemas.microsoft.com/office/drawing/2014/main" id="{64871A84-59BF-9197-7E42-701F94B4D000}"/>
                </a:ext>
              </a:extLst>
            </p:cNvPr>
            <p:cNvSpPr/>
            <p:nvPr/>
          </p:nvSpPr>
          <p:spPr>
            <a:xfrm>
              <a:off x="9103665" y="5135133"/>
              <a:ext cx="2463702" cy="486000"/>
            </a:xfrm>
            <a:prstGeom prst="rect">
              <a:avLst/>
            </a:prstGeom>
            <a:noFill/>
            <a:ln>
              <a:noFill/>
            </a:ln>
          </p:spPr>
          <p:txBody>
            <a:bodyPr spcFirstLastPara="1" wrap="square" lIns="121900" tIns="121900" rIns="121900" bIns="121900" anchor="ctr" anchorCtr="0">
              <a:noAutofit/>
            </a:bodyPr>
            <a:lstStyle/>
            <a:p>
              <a:r>
                <a:rPr lang="it" sz="1600" dirty="0">
                  <a:solidFill>
                    <a:schemeClr val="bg1"/>
                  </a:solidFill>
                  <a:latin typeface="Manrope"/>
                </a:rPr>
                <a:t>OKD</a:t>
              </a:r>
              <a:endParaRPr sz="1600" dirty="0">
                <a:solidFill>
                  <a:schemeClr val="bg1"/>
                </a:solidFill>
                <a:latin typeface="Manrope"/>
              </a:endParaRPr>
            </a:p>
          </p:txBody>
        </p:sp>
        <p:sp>
          <p:nvSpPr>
            <p:cNvPr id="497" name="Google Shape;283;p37">
              <a:extLst>
                <a:ext uri="{FF2B5EF4-FFF2-40B4-BE49-F238E27FC236}">
                  <a16:creationId xmlns:a16="http://schemas.microsoft.com/office/drawing/2014/main" id="{C9E3F661-A868-BE1A-1F7F-8767312067C5}"/>
                </a:ext>
              </a:extLst>
            </p:cNvPr>
            <p:cNvSpPr txBox="1">
              <a:spLocks/>
            </p:cNvSpPr>
            <p:nvPr/>
          </p:nvSpPr>
          <p:spPr>
            <a:xfrm>
              <a:off x="8015200" y="3853584"/>
              <a:ext cx="3639600" cy="362400"/>
            </a:xfrm>
            <a:prstGeom prst="rect">
              <a:avLst/>
            </a:prstGeom>
            <a:noFill/>
            <a:ln>
              <a:noFill/>
            </a:ln>
          </p:spPr>
          <p:txBody>
            <a:bodyPr spcFirstLastPara="1" vert="horz" wrap="square" lIns="0" tIns="0" rIns="0" bIns="0" spcCol="360000" rtlCol="0" anchor="t" anchorCtr="0">
              <a:noAutofit/>
            </a:bodyPr>
            <a:lstStyle>
              <a:lvl1pPr marL="0" indent="0" algn="l" defTabSz="360000" rtl="0" eaLnBrk="1" latinLnBrk="0" hangingPunct="1">
                <a:lnSpc>
                  <a:spcPct val="150000"/>
                </a:lnSpc>
                <a:spcBef>
                  <a:spcPts val="0"/>
                </a:spcBef>
                <a:buClr>
                  <a:schemeClr val="tx2"/>
                </a:buClr>
                <a:buFont typeface="Arial" panose="020B0604020202020204" pitchFamily="34" charset="0"/>
                <a:buNone/>
                <a:tabLst>
                  <a:tab pos="360000" algn="l"/>
                  <a:tab pos="720000" algn="l"/>
                  <a:tab pos="1080000" algn="l"/>
                  <a:tab pos="1440000" algn="l"/>
                  <a:tab pos="1800000" algn="l"/>
                  <a:tab pos="2160000" algn="l"/>
                  <a:tab pos="2520000" algn="l"/>
                </a:tabLst>
                <a:defRPr sz="1400" kern="1200" baseline="0">
                  <a:solidFill>
                    <a:schemeClr val="tx1"/>
                  </a:solidFill>
                  <a:latin typeface="Montserrat" panose="02000505000000020004" pitchFamily="2" charset="77"/>
                  <a:ea typeface="+mn-ea"/>
                  <a:cs typeface="+mn-cs"/>
                </a:defRPr>
              </a:lvl1pPr>
              <a:lvl2pPr marL="14288" indent="0" algn="l" defTabSz="914400" rtl="0" eaLnBrk="1" latinLnBrk="0" hangingPunct="1">
                <a:lnSpc>
                  <a:spcPct val="90000"/>
                </a:lnSpc>
                <a:spcBef>
                  <a:spcPts val="500"/>
                </a:spcBef>
                <a:buFontTx/>
                <a:buNone/>
                <a:tabLst/>
                <a:defRPr sz="1600" b="0" i="0" kern="1200" cap="all" baseline="0">
                  <a:solidFill>
                    <a:schemeClr val="tx2"/>
                  </a:solidFill>
                  <a:latin typeface="Montserrat" panose="02000505000000020004" pitchFamily="2" charset="77"/>
                  <a:ea typeface="+mn-ea"/>
                  <a:cs typeface="+mn-cs"/>
                </a:defRPr>
              </a:lvl2pPr>
              <a:lvl3pPr marL="14288" indent="0" algn="l" defTabSz="914400" rtl="0" eaLnBrk="1" latinLnBrk="0" hangingPunct="1">
                <a:lnSpc>
                  <a:spcPct val="90000"/>
                </a:lnSpc>
                <a:spcBef>
                  <a:spcPts val="500"/>
                </a:spcBef>
                <a:buFont typeface="Arial" panose="020B0604020202020204" pitchFamily="34" charset="0"/>
                <a:buNone/>
                <a:tabLst/>
                <a:defRPr sz="1400" b="1" kern="1200" cap="all" baseline="0">
                  <a:solidFill>
                    <a:schemeClr val="tx1"/>
                  </a:solidFill>
                  <a:latin typeface="Montserrat" panose="02000505000000020004" pitchFamily="2" charset="77"/>
                  <a:ea typeface="+mn-ea"/>
                  <a:cs typeface="+mn-cs"/>
                </a:defRPr>
              </a:lvl3pPr>
              <a:lvl4pPr marL="312738" indent="-219075" algn="l" defTabSz="914400" rtl="0" eaLnBrk="1" latinLnBrk="0" hangingPunct="1">
                <a:lnSpc>
                  <a:spcPct val="90000"/>
                </a:lnSpc>
                <a:spcBef>
                  <a:spcPts val="500"/>
                </a:spcBef>
                <a:buClr>
                  <a:schemeClr val="tx2"/>
                </a:buClr>
                <a:buFont typeface="Arial" panose="020B0604020202020204" pitchFamily="34" charset="0"/>
                <a:buChar char="•"/>
                <a:tabLst/>
                <a:defRPr sz="1400" b="0" i="0" kern="1200">
                  <a:solidFill>
                    <a:schemeClr val="tx1"/>
                  </a:solidFill>
                  <a:latin typeface="Montserrat" panose="02000505000000020004" pitchFamily="2" charset="77"/>
                  <a:ea typeface="+mn-ea"/>
                  <a:cs typeface="+mn-cs"/>
                </a:defRPr>
              </a:lvl4pPr>
              <a:lvl5pPr marL="627063" indent="-236538" algn="l" defTabSz="914400" rtl="0" eaLnBrk="1" latinLnBrk="0" hangingPunct="1">
                <a:lnSpc>
                  <a:spcPct val="90000"/>
                </a:lnSpc>
                <a:spcBef>
                  <a:spcPts val="500"/>
                </a:spcBef>
                <a:buFont typeface="Arial" panose="020B0604020202020204" pitchFamily="34" charset="0"/>
                <a:buChar char="•"/>
                <a:tabLst/>
                <a:defRPr sz="1200" b="0" i="0" kern="1200">
                  <a:solidFill>
                    <a:schemeClr val="tx1"/>
                  </a:solidFill>
                  <a:latin typeface="Montserrat" panose="02000505000000020004"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5000"/>
                </a:lnSpc>
                <a:buSzPts val="852"/>
              </a:pPr>
              <a:r>
                <a:rPr lang="it-IT" sz="1800" b="1" dirty="0" err="1">
                  <a:solidFill>
                    <a:schemeClr val="bg1"/>
                  </a:solidFill>
                  <a:latin typeface="Manrope"/>
                </a:rPr>
                <a:t>DevOps</a:t>
              </a:r>
              <a:endParaRPr lang="it-IT" sz="1800" b="1" dirty="0">
                <a:solidFill>
                  <a:schemeClr val="bg1"/>
                </a:solidFill>
                <a:latin typeface="Manrope"/>
              </a:endParaRPr>
            </a:p>
            <a:p>
              <a:pPr algn="ctr">
                <a:lnSpc>
                  <a:spcPct val="140000"/>
                </a:lnSpc>
                <a:buSzPts val="852"/>
              </a:pPr>
              <a:endParaRPr lang="it-IT" sz="1136" dirty="0">
                <a:solidFill>
                  <a:schemeClr val="bg1"/>
                </a:solidFill>
              </a:endParaRPr>
            </a:p>
          </p:txBody>
        </p:sp>
        <p:grpSp>
          <p:nvGrpSpPr>
            <p:cNvPr id="498" name="Gruppo 40">
              <a:extLst>
                <a:ext uri="{FF2B5EF4-FFF2-40B4-BE49-F238E27FC236}">
                  <a16:creationId xmlns:a16="http://schemas.microsoft.com/office/drawing/2014/main" id="{099D0FD0-2161-4618-5FE6-A0F8E76E33ED}"/>
                </a:ext>
              </a:extLst>
            </p:cNvPr>
            <p:cNvGrpSpPr/>
            <p:nvPr/>
          </p:nvGrpSpPr>
          <p:grpSpPr>
            <a:xfrm>
              <a:off x="8215105" y="4317078"/>
              <a:ext cx="602201" cy="592425"/>
              <a:chOff x="8215105" y="4317078"/>
              <a:chExt cx="602201" cy="592425"/>
            </a:xfrm>
          </p:grpSpPr>
          <p:sp>
            <p:nvSpPr>
              <p:cNvPr id="502" name="Ovale 41">
                <a:extLst>
                  <a:ext uri="{FF2B5EF4-FFF2-40B4-BE49-F238E27FC236}">
                    <a16:creationId xmlns:a16="http://schemas.microsoft.com/office/drawing/2014/main" id="{B0E6E920-04F3-4A1C-F965-67A063FDD88C}"/>
                  </a:ext>
                </a:extLst>
              </p:cNvPr>
              <p:cNvSpPr/>
              <p:nvPr/>
            </p:nvSpPr>
            <p:spPr>
              <a:xfrm>
                <a:off x="8215105" y="4317078"/>
                <a:ext cx="602201" cy="59196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it-IT" dirty="0"/>
              </a:p>
            </p:txBody>
          </p:sp>
          <p:pic>
            <p:nvPicPr>
              <p:cNvPr id="503" name="Immagine 42">
                <a:extLst>
                  <a:ext uri="{FF2B5EF4-FFF2-40B4-BE49-F238E27FC236}">
                    <a16:creationId xmlns:a16="http://schemas.microsoft.com/office/drawing/2014/main" id="{079BCF8E-DAC9-95E3-E194-74BB8452C271}"/>
                  </a:ext>
                </a:extLst>
              </p:cNvPr>
              <p:cNvPicPr>
                <a:picLocks noChangeAspect="1"/>
              </p:cNvPicPr>
              <p:nvPr/>
            </p:nvPicPr>
            <p:blipFill>
              <a:blip r:embed="rId13"/>
              <a:stretch>
                <a:fillRect/>
              </a:stretch>
            </p:blipFill>
            <p:spPr>
              <a:xfrm>
                <a:off x="8232935" y="4351837"/>
                <a:ext cx="557666" cy="557666"/>
              </a:xfrm>
              <a:prstGeom prst="rect">
                <a:avLst/>
              </a:prstGeom>
            </p:spPr>
          </p:pic>
        </p:grpSp>
        <p:grpSp>
          <p:nvGrpSpPr>
            <p:cNvPr id="499" name="Gruppo 3">
              <a:extLst>
                <a:ext uri="{FF2B5EF4-FFF2-40B4-BE49-F238E27FC236}">
                  <a16:creationId xmlns:a16="http://schemas.microsoft.com/office/drawing/2014/main" id="{BD9914BC-63AD-8517-06F6-A068AB2645A6}"/>
                </a:ext>
              </a:extLst>
            </p:cNvPr>
            <p:cNvGrpSpPr/>
            <p:nvPr/>
          </p:nvGrpSpPr>
          <p:grpSpPr>
            <a:xfrm>
              <a:off x="8232935" y="5083954"/>
              <a:ext cx="602201" cy="591967"/>
              <a:chOff x="8232935" y="5083954"/>
              <a:chExt cx="602201" cy="591967"/>
            </a:xfrm>
          </p:grpSpPr>
          <p:sp>
            <p:nvSpPr>
              <p:cNvPr id="500" name="Ovale 44">
                <a:extLst>
                  <a:ext uri="{FF2B5EF4-FFF2-40B4-BE49-F238E27FC236}">
                    <a16:creationId xmlns:a16="http://schemas.microsoft.com/office/drawing/2014/main" id="{E47AD56F-B9FF-4A33-58D9-FA57DDA3EDFC}"/>
                  </a:ext>
                </a:extLst>
              </p:cNvPr>
              <p:cNvSpPr/>
              <p:nvPr/>
            </p:nvSpPr>
            <p:spPr>
              <a:xfrm>
                <a:off x="8232935" y="5083954"/>
                <a:ext cx="602201" cy="59196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it-IT" dirty="0"/>
              </a:p>
            </p:txBody>
          </p:sp>
          <p:pic>
            <p:nvPicPr>
              <p:cNvPr id="501" name="Picture 5" descr="How to Deploy OKD Minishift onto a Publicly-Hosted VM">
                <a:extLst>
                  <a:ext uri="{FF2B5EF4-FFF2-40B4-BE49-F238E27FC236}">
                    <a16:creationId xmlns:a16="http://schemas.microsoft.com/office/drawing/2014/main" id="{02318261-DF70-B43B-375F-F7E63817C4C2}"/>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292511" y="5263298"/>
                <a:ext cx="483047" cy="229670"/>
              </a:xfrm>
              <a:prstGeom prst="rect">
                <a:avLst/>
              </a:prstGeom>
              <a:noFill/>
              <a:extLst>
                <a:ext uri="{909E8E84-426E-40DD-AFC4-6F175D3DCCD1}">
                  <a14:hiddenFill xmlns:a14="http://schemas.microsoft.com/office/drawing/2010/main">
                    <a:solidFill>
                      <a:srgbClr val="FFFFFF"/>
                    </a:solidFill>
                  </a14:hiddenFill>
                </a:ext>
              </a:extLst>
            </p:spPr>
          </p:pic>
        </p:grpSp>
      </p:grpSp>
    </p:spTree>
    <p:extLst>
      <p:ext uri="{BB962C8B-B14F-4D97-AF65-F5344CB8AC3E}">
        <p14:creationId xmlns:p14="http://schemas.microsoft.com/office/powerpoint/2010/main" val="4211757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5759D88-3F1A-77BE-BBE9-158BACD3B926}"/>
              </a:ext>
            </a:extLst>
          </p:cNvPr>
          <p:cNvSpPr>
            <a:spLocks noGrp="1"/>
          </p:cNvSpPr>
          <p:nvPr>
            <p:ph type="body"/>
          </p:nvPr>
        </p:nvSpPr>
        <p:spPr>
          <a:xfrm>
            <a:off x="720000" y="3743787"/>
            <a:ext cx="3811680" cy="1260602"/>
          </a:xfrm>
        </p:spPr>
        <p:txBody>
          <a:bodyPr/>
          <a:lstStyle/>
          <a:p>
            <a:pPr marL="0" indent="0">
              <a:buNone/>
            </a:pPr>
            <a:r>
              <a:rPr lang="en-IT" sz="1400" dirty="0">
                <a:solidFill>
                  <a:schemeClr val="dk1"/>
                </a:solidFill>
                <a:latin typeface="Manrope"/>
              </a:rPr>
              <a:t>❌  </a:t>
            </a:r>
            <a:r>
              <a:rPr lang="en-GB" sz="1400" dirty="0">
                <a:solidFill>
                  <a:schemeClr val="dk1"/>
                </a:solidFill>
                <a:latin typeface="Manrope"/>
              </a:rPr>
              <a:t>Single point of failure</a:t>
            </a:r>
          </a:p>
          <a:p>
            <a:pPr marL="0" indent="0">
              <a:buNone/>
            </a:pPr>
            <a:r>
              <a:rPr lang="en-IT" sz="1400" dirty="0">
                <a:solidFill>
                  <a:schemeClr val="dk1"/>
                </a:solidFill>
                <a:latin typeface="Manrope"/>
              </a:rPr>
              <a:t>❌  </a:t>
            </a:r>
            <a:r>
              <a:rPr lang="en-GB" sz="1400" dirty="0">
                <a:solidFill>
                  <a:schemeClr val="dk1"/>
                </a:solidFill>
                <a:latin typeface="Manrope"/>
              </a:rPr>
              <a:t>Hard to scale under heavy traffic</a:t>
            </a:r>
          </a:p>
          <a:p>
            <a:pPr marL="0" indent="0">
              <a:buNone/>
            </a:pPr>
            <a:r>
              <a:rPr lang="en-IT" sz="1400" dirty="0">
                <a:solidFill>
                  <a:schemeClr val="dk1"/>
                </a:solidFill>
                <a:latin typeface="Manrope"/>
              </a:rPr>
              <a:t>❌  </a:t>
            </a:r>
            <a:r>
              <a:rPr lang="en-GB" sz="1400" dirty="0">
                <a:solidFill>
                  <a:schemeClr val="dk1"/>
                </a:solidFill>
                <a:latin typeface="Manrope"/>
              </a:rPr>
              <a:t>Slow release cycles</a:t>
            </a:r>
          </a:p>
          <a:p>
            <a:pPr marL="0" indent="0">
              <a:buNone/>
            </a:pPr>
            <a:r>
              <a:rPr lang="en-IT" sz="1400" dirty="0">
                <a:solidFill>
                  <a:schemeClr val="dk1"/>
                </a:solidFill>
                <a:latin typeface="Manrope"/>
              </a:rPr>
              <a:t>✅  Simpler model</a:t>
            </a:r>
          </a:p>
          <a:p>
            <a:pPr marL="0" indent="0">
              <a:buNone/>
            </a:pPr>
            <a:endParaRPr lang="en-IT" sz="1400" dirty="0">
              <a:solidFill>
                <a:schemeClr val="dk1"/>
              </a:solidFill>
              <a:latin typeface="Manrope"/>
            </a:endParaRPr>
          </a:p>
        </p:txBody>
      </p:sp>
      <p:sp>
        <p:nvSpPr>
          <p:cNvPr id="4" name="Text Placeholder 3">
            <a:extLst>
              <a:ext uri="{FF2B5EF4-FFF2-40B4-BE49-F238E27FC236}">
                <a16:creationId xmlns:a16="http://schemas.microsoft.com/office/drawing/2014/main" id="{96FE6936-9310-46BD-C3DA-993E81857C90}"/>
              </a:ext>
            </a:extLst>
          </p:cNvPr>
          <p:cNvSpPr>
            <a:spLocks noGrp="1"/>
          </p:cNvSpPr>
          <p:nvPr>
            <p:ph type="body"/>
          </p:nvPr>
        </p:nvSpPr>
        <p:spPr>
          <a:xfrm>
            <a:off x="4618800" y="3743787"/>
            <a:ext cx="3811680" cy="1260602"/>
          </a:xfrm>
        </p:spPr>
        <p:txBody>
          <a:bodyPr/>
          <a:lstStyle/>
          <a:p>
            <a:pPr marL="0" indent="0">
              <a:buNone/>
            </a:pPr>
            <a:r>
              <a:rPr lang="en-IT" sz="1400" dirty="0">
                <a:solidFill>
                  <a:schemeClr val="dk1"/>
                </a:solidFill>
                <a:latin typeface="Manrope"/>
              </a:rPr>
              <a:t>✅  </a:t>
            </a:r>
            <a:r>
              <a:rPr lang="en-GB" sz="1400" dirty="0">
                <a:solidFill>
                  <a:schemeClr val="dk1"/>
                </a:solidFill>
                <a:latin typeface="Manrope"/>
              </a:rPr>
              <a:t>Fault isolation (If one fails, the rest survive)</a:t>
            </a:r>
          </a:p>
          <a:p>
            <a:pPr marL="0" indent="0">
              <a:buNone/>
            </a:pPr>
            <a:r>
              <a:rPr lang="en-IT" sz="1400" dirty="0">
                <a:solidFill>
                  <a:schemeClr val="dk1"/>
                </a:solidFill>
                <a:latin typeface="Manrope"/>
              </a:rPr>
              <a:t>✅  </a:t>
            </a:r>
            <a:r>
              <a:rPr lang="en-GB" sz="1400" dirty="0">
                <a:solidFill>
                  <a:schemeClr val="dk1"/>
                </a:solidFill>
                <a:latin typeface="Manrope"/>
              </a:rPr>
              <a:t>Scale only what is needed</a:t>
            </a:r>
          </a:p>
          <a:p>
            <a:pPr marL="0" indent="0">
              <a:buNone/>
            </a:pPr>
            <a:r>
              <a:rPr lang="en-IT" sz="1400" dirty="0">
                <a:solidFill>
                  <a:schemeClr val="dk1"/>
                </a:solidFill>
                <a:latin typeface="Manrope"/>
              </a:rPr>
              <a:t>✅  </a:t>
            </a:r>
            <a:r>
              <a:rPr lang="en-GB" sz="1400" dirty="0">
                <a:solidFill>
                  <a:schemeClr val="dk1"/>
                </a:solidFill>
                <a:latin typeface="Manrope"/>
              </a:rPr>
              <a:t>Independent deployments</a:t>
            </a:r>
          </a:p>
          <a:p>
            <a:pPr marL="0" indent="0">
              <a:buNone/>
            </a:pPr>
            <a:r>
              <a:rPr lang="en-IT" sz="1400" dirty="0">
                <a:solidFill>
                  <a:schemeClr val="dk1"/>
                </a:solidFill>
                <a:latin typeface="Manrope"/>
              </a:rPr>
              <a:t>❌  </a:t>
            </a:r>
            <a:r>
              <a:rPr lang="en-GB" sz="1400" dirty="0">
                <a:solidFill>
                  <a:schemeClr val="dk1"/>
                </a:solidFill>
                <a:latin typeface="Manrope"/>
              </a:rPr>
              <a:t>Slow release cycles</a:t>
            </a:r>
          </a:p>
          <a:p>
            <a:pPr marL="0" indent="0">
              <a:buNone/>
            </a:pPr>
            <a:endParaRPr lang="en-IT" sz="1400" dirty="0">
              <a:solidFill>
                <a:schemeClr val="dk1"/>
              </a:solidFill>
              <a:latin typeface="Manrope"/>
            </a:endParaRPr>
          </a:p>
        </p:txBody>
      </p:sp>
      <p:sp>
        <p:nvSpPr>
          <p:cNvPr id="5" name="Rectangle 4">
            <a:extLst>
              <a:ext uri="{FF2B5EF4-FFF2-40B4-BE49-F238E27FC236}">
                <a16:creationId xmlns:a16="http://schemas.microsoft.com/office/drawing/2014/main" id="{C8B424BD-B89C-B50E-2FA9-93CA6EB7CEA1}"/>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Why Cloud-Native? From Monoliths to Microservices</a:t>
            </a:r>
            <a:endParaRPr lang="en-US" sz="2400" u="none" strike="noStrike" dirty="0">
              <a:solidFill>
                <a:srgbClr val="000000"/>
              </a:solidFill>
              <a:effectLst/>
              <a:uFillTx/>
              <a:latin typeface="OpenSymbol"/>
            </a:endParaRPr>
          </a:p>
        </p:txBody>
      </p:sp>
      <p:grpSp>
        <p:nvGrpSpPr>
          <p:cNvPr id="14" name="Group 13">
            <a:extLst>
              <a:ext uri="{FF2B5EF4-FFF2-40B4-BE49-F238E27FC236}">
                <a16:creationId xmlns:a16="http://schemas.microsoft.com/office/drawing/2014/main" id="{15D8D138-958D-CC4A-95FA-6C4A6B6812A3}"/>
              </a:ext>
            </a:extLst>
          </p:cNvPr>
          <p:cNvGrpSpPr/>
          <p:nvPr/>
        </p:nvGrpSpPr>
        <p:grpSpPr>
          <a:xfrm>
            <a:off x="720000" y="1046390"/>
            <a:ext cx="2633970" cy="2650285"/>
            <a:chOff x="720000" y="1092958"/>
            <a:chExt cx="2667177" cy="2791464"/>
          </a:xfrm>
        </p:grpSpPr>
        <p:sp>
          <p:nvSpPr>
            <p:cNvPr id="9" name="PlaceHolder 2">
              <a:extLst>
                <a:ext uri="{FF2B5EF4-FFF2-40B4-BE49-F238E27FC236}">
                  <a16:creationId xmlns:a16="http://schemas.microsoft.com/office/drawing/2014/main" id="{7508F7F3-8CFB-BFAE-468C-747593DCDA0B}"/>
                </a:ext>
              </a:extLst>
            </p:cNvPr>
            <p:cNvSpPr txBox="1">
              <a:spLocks/>
            </p:cNvSpPr>
            <p:nvPr/>
          </p:nvSpPr>
          <p:spPr>
            <a:xfrm>
              <a:off x="720000" y="1092958"/>
              <a:ext cx="2667177"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MONOLITHIC</a:t>
              </a:r>
              <a:r>
                <a:rPr lang="en-US" sz="1600" b="1" dirty="0">
                  <a:solidFill>
                    <a:schemeClr val="dk1"/>
                  </a:solidFill>
                  <a:latin typeface="Manrope"/>
                  <a:ea typeface="Manrope"/>
                </a:rPr>
                <a:t> ARCHITECTURE</a:t>
              </a:r>
              <a:endParaRPr lang="en-US" sz="1600" b="1" dirty="0">
                <a:solidFill>
                  <a:srgbClr val="000000"/>
                </a:solidFill>
                <a:latin typeface="OpenSymbol"/>
              </a:endParaRPr>
            </a:p>
          </p:txBody>
        </p:sp>
        <p:pic>
          <p:nvPicPr>
            <p:cNvPr id="11" name="Picture 10">
              <a:extLst>
                <a:ext uri="{FF2B5EF4-FFF2-40B4-BE49-F238E27FC236}">
                  <a16:creationId xmlns:a16="http://schemas.microsoft.com/office/drawing/2014/main" id="{6DBD6A4C-989B-16B9-6BF9-07D10F3B1CA8}"/>
                </a:ext>
              </a:extLst>
            </p:cNvPr>
            <p:cNvPicPr>
              <a:picLocks noChangeAspect="1"/>
            </p:cNvPicPr>
            <p:nvPr/>
          </p:nvPicPr>
          <p:blipFill>
            <a:blip r:embed="rId3">
              <a:extLst>
                <a:ext uri="{28A0092B-C50C-407E-A947-70E740481C1C}">
                  <a14:useLocalDpi xmlns:a14="http://schemas.microsoft.com/office/drawing/2010/main" val="0"/>
                </a:ext>
              </a:extLst>
            </a:blip>
            <a:srcRect l="9702" t="23697" r="67414" b="4637"/>
            <a:stretch>
              <a:fillRect/>
            </a:stretch>
          </p:blipFill>
          <p:spPr>
            <a:xfrm>
              <a:off x="1327030" y="1609053"/>
              <a:ext cx="1453116" cy="2275369"/>
            </a:xfrm>
            <a:prstGeom prst="rect">
              <a:avLst/>
            </a:prstGeom>
          </p:spPr>
        </p:pic>
      </p:grpSp>
      <p:grpSp>
        <p:nvGrpSpPr>
          <p:cNvPr id="13" name="Group 12">
            <a:extLst>
              <a:ext uri="{FF2B5EF4-FFF2-40B4-BE49-F238E27FC236}">
                <a16:creationId xmlns:a16="http://schemas.microsoft.com/office/drawing/2014/main" id="{4097FA7A-1208-23A6-150C-4DB86AC98575}"/>
              </a:ext>
            </a:extLst>
          </p:cNvPr>
          <p:cNvGrpSpPr/>
          <p:nvPr/>
        </p:nvGrpSpPr>
        <p:grpSpPr>
          <a:xfrm>
            <a:off x="4683679" y="1042757"/>
            <a:ext cx="2859433" cy="2650285"/>
            <a:chOff x="4861119" y="1092958"/>
            <a:chExt cx="2955851" cy="2741842"/>
          </a:xfrm>
        </p:grpSpPr>
        <p:sp>
          <p:nvSpPr>
            <p:cNvPr id="10" name="PlaceHolder 2">
              <a:extLst>
                <a:ext uri="{FF2B5EF4-FFF2-40B4-BE49-F238E27FC236}">
                  <a16:creationId xmlns:a16="http://schemas.microsoft.com/office/drawing/2014/main" id="{125751BC-B802-7E0B-F3ED-FC0D479B1751}"/>
                </a:ext>
              </a:extLst>
            </p:cNvPr>
            <p:cNvSpPr txBox="1">
              <a:spLocks/>
            </p:cNvSpPr>
            <p:nvPr/>
          </p:nvSpPr>
          <p:spPr>
            <a:xfrm>
              <a:off x="4861119" y="1092958"/>
              <a:ext cx="2955321"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MICROSERVICE</a:t>
              </a:r>
              <a:r>
                <a:rPr lang="en-US" sz="1600" b="1" dirty="0">
                  <a:solidFill>
                    <a:schemeClr val="dk1"/>
                  </a:solidFill>
                  <a:latin typeface="Manrope"/>
                  <a:ea typeface="Manrope"/>
                </a:rPr>
                <a:t> ARCHITECTURE</a:t>
              </a:r>
              <a:endParaRPr lang="en-US" sz="1600" b="1" dirty="0">
                <a:solidFill>
                  <a:srgbClr val="000000"/>
                </a:solidFill>
                <a:latin typeface="OpenSymbol"/>
              </a:endParaRPr>
            </a:p>
          </p:txBody>
        </p:sp>
        <p:pic>
          <p:nvPicPr>
            <p:cNvPr id="12" name="Picture 11">
              <a:extLst>
                <a:ext uri="{FF2B5EF4-FFF2-40B4-BE49-F238E27FC236}">
                  <a16:creationId xmlns:a16="http://schemas.microsoft.com/office/drawing/2014/main" id="{8CBDFD72-5001-6FB6-3EC9-36392C66B818}"/>
                </a:ext>
              </a:extLst>
            </p:cNvPr>
            <p:cNvPicPr>
              <a:picLocks noChangeAspect="1"/>
            </p:cNvPicPr>
            <p:nvPr/>
          </p:nvPicPr>
          <p:blipFill>
            <a:blip r:embed="rId3">
              <a:extLst>
                <a:ext uri="{28A0092B-C50C-407E-A947-70E740481C1C}">
                  <a14:useLocalDpi xmlns:a14="http://schemas.microsoft.com/office/drawing/2010/main" val="0"/>
                </a:ext>
              </a:extLst>
            </a:blip>
            <a:srcRect l="47656" t="23697" r="5796" b="4637"/>
            <a:stretch>
              <a:fillRect/>
            </a:stretch>
          </p:blipFill>
          <p:spPr>
            <a:xfrm>
              <a:off x="4861119" y="1559431"/>
              <a:ext cx="2955851" cy="2275369"/>
            </a:xfrm>
            <a:prstGeom prst="rect">
              <a:avLst/>
            </a:prstGeom>
          </p:spPr>
        </p:pic>
      </p:grpSp>
      <p:sp>
        <p:nvSpPr>
          <p:cNvPr id="15" name="Right Arrow 14">
            <a:extLst>
              <a:ext uri="{FF2B5EF4-FFF2-40B4-BE49-F238E27FC236}">
                <a16:creationId xmlns:a16="http://schemas.microsoft.com/office/drawing/2014/main" id="{82276B68-5A8B-1029-AE1C-BB91A67BB452}"/>
              </a:ext>
            </a:extLst>
          </p:cNvPr>
          <p:cNvSpPr/>
          <p:nvPr/>
        </p:nvSpPr>
        <p:spPr>
          <a:xfrm>
            <a:off x="3203287" y="2250647"/>
            <a:ext cx="992372" cy="375684"/>
          </a:xfrm>
          <a:prstGeom prst="right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T"/>
          </a:p>
        </p:txBody>
      </p:sp>
      <p:sp>
        <p:nvSpPr>
          <p:cNvPr id="17" name="Rectangle 16">
            <a:extLst>
              <a:ext uri="{FF2B5EF4-FFF2-40B4-BE49-F238E27FC236}">
                <a16:creationId xmlns:a16="http://schemas.microsoft.com/office/drawing/2014/main" id="{2AFB7E8A-C12A-F2DA-37AC-4CC77D317BDD}"/>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474979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B2BE-3695-8807-760A-1668FF170AB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D847BA0-EB96-FC61-ED13-D87995241739}"/>
              </a:ext>
            </a:extLst>
          </p:cNvPr>
          <p:cNvSpPr>
            <a:spLocks noGrp="1"/>
          </p:cNvSpPr>
          <p:nvPr>
            <p:ph type="body" idx="4294967295"/>
          </p:nvPr>
        </p:nvSpPr>
        <p:spPr>
          <a:xfrm>
            <a:off x="4954710" y="3281856"/>
            <a:ext cx="4114800" cy="1570038"/>
          </a:xfrm>
          <a:prstGeom prst="rect">
            <a:avLst/>
          </a:prstGeom>
        </p:spPr>
        <p:txBody>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One thread can handle multiple requests (</a:t>
            </a:r>
            <a:r>
              <a:rPr kumimoji="0" lang="en-GB" sz="1300" b="1" i="0" u="none" strike="noStrike" kern="1200" cap="none" spc="0" normalizeH="0" baseline="0" noProof="0" dirty="0">
                <a:ln>
                  <a:noFill/>
                </a:ln>
                <a:solidFill>
                  <a:srgbClr val="092241"/>
                </a:solidFill>
                <a:effectLst/>
                <a:uLnTx/>
                <a:uFillTx/>
                <a:latin typeface="Manrope"/>
                <a:ea typeface="+mn-ea"/>
                <a:cs typeface="+mn-cs"/>
              </a:rPr>
              <a:t>I/O thread</a:t>
            </a:r>
            <a:r>
              <a:rPr kumimoji="0" lang="en-GB" sz="1300" b="0" i="0" u="none" strike="noStrike" kern="1200" cap="none" spc="0" normalizeH="0" baseline="0" noProof="0" dirty="0">
                <a:ln>
                  <a:noFill/>
                </a:ln>
                <a:solidFill>
                  <a:srgbClr val="092241"/>
                </a:solidFill>
                <a:effectLst/>
                <a:uLnTx/>
                <a:uFillTx/>
                <a:latin typeface="Manrope"/>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Non-blocking I/O operations (thread is released)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High concurrency (reduced resources usage)</a:t>
            </a:r>
          </a:p>
          <a:p>
            <a:pPr marL="0" indent="0">
              <a:spcBef>
                <a:spcPts val="1000"/>
              </a:spcBef>
              <a:buNone/>
              <a:defRPr/>
            </a:pPr>
            <a:r>
              <a:rPr lang="en-IT" sz="1300" dirty="0">
                <a:solidFill>
                  <a:srgbClr val="092241"/>
                </a:solidFill>
                <a:latin typeface="Manrope"/>
              </a:rPr>
              <a:t>❌  </a:t>
            </a:r>
            <a:r>
              <a:rPr lang="en-GB" sz="1300" dirty="0">
                <a:solidFill>
                  <a:srgbClr val="092241"/>
                </a:solidFill>
                <a:latin typeface="Manrope"/>
              </a:rPr>
              <a:t>Programming based on continuations (callbacks)</a:t>
            </a:r>
            <a:endParaRPr kumimoji="0" lang="en-IT" sz="1300" b="0" i="0" u="none" strike="noStrike" kern="1200" cap="none" spc="0" normalizeH="0" baseline="0" noProof="0" dirty="0">
              <a:ln>
                <a:noFill/>
              </a:ln>
              <a:solidFill>
                <a:srgbClr val="092241"/>
              </a:solidFill>
              <a:effectLst/>
              <a:uLnTx/>
              <a:uFillTx/>
              <a:latin typeface="Manrope"/>
              <a:ea typeface="+mn-ea"/>
              <a:cs typeface="+mn-cs"/>
            </a:endParaRPr>
          </a:p>
        </p:txBody>
      </p:sp>
      <p:sp>
        <p:nvSpPr>
          <p:cNvPr id="8" name="Text Placeholder 2">
            <a:extLst>
              <a:ext uri="{FF2B5EF4-FFF2-40B4-BE49-F238E27FC236}">
                <a16:creationId xmlns:a16="http://schemas.microsoft.com/office/drawing/2014/main" id="{85DEE465-EAE7-5B0C-7222-E6F788864849}"/>
              </a:ext>
            </a:extLst>
          </p:cNvPr>
          <p:cNvSpPr>
            <a:spLocks noGrp="1"/>
          </p:cNvSpPr>
          <p:nvPr>
            <p:ph type="body" idx="4294967295"/>
          </p:nvPr>
        </p:nvSpPr>
        <p:spPr>
          <a:xfrm>
            <a:off x="373279" y="3281856"/>
            <a:ext cx="3878263" cy="1570038"/>
          </a:xfrm>
          <a:prstGeom prst="rect">
            <a:avLst/>
          </a:prstGeom>
        </p:spPr>
        <p:txBody>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One dedicated thread per request (</a:t>
            </a:r>
            <a:r>
              <a:rPr kumimoji="0" lang="en-GB" sz="1300" b="1" i="0" u="none" strike="noStrike" kern="1200" cap="none" spc="0" normalizeH="0" baseline="0" noProof="0" dirty="0">
                <a:ln>
                  <a:noFill/>
                </a:ln>
                <a:solidFill>
                  <a:srgbClr val="092241"/>
                </a:solidFill>
                <a:effectLst/>
                <a:uLnTx/>
                <a:uFillTx/>
                <a:latin typeface="Manrope"/>
                <a:ea typeface="+mn-ea"/>
                <a:cs typeface="+mn-cs"/>
              </a:rPr>
              <a:t>worker thread</a:t>
            </a:r>
            <a:r>
              <a:rPr kumimoji="0" lang="en-GB" sz="1300" b="0" i="0" u="none" strike="noStrike" kern="1200" cap="none" spc="0" normalizeH="0" baseline="0" noProof="0" dirty="0">
                <a:ln>
                  <a:noFill/>
                </a:ln>
                <a:solidFill>
                  <a:srgbClr val="092241"/>
                </a:solidFill>
                <a:effectLst/>
                <a:uLnTx/>
                <a:uFillTx/>
                <a:latin typeface="Manrope"/>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u="none" strike="noStrike" kern="1200" cap="none" spc="0" normalizeH="0" baseline="0" noProof="0" dirty="0">
                <a:ln>
                  <a:noFill/>
                </a:ln>
                <a:solidFill>
                  <a:srgbClr val="092241"/>
                </a:solidFill>
                <a:effectLst/>
                <a:uLnTx/>
                <a:uFillTx/>
                <a:latin typeface="Manrope"/>
                <a:ea typeface="+mn-ea"/>
                <a:cs typeface="+mn-cs"/>
              </a:rPr>
              <a:t>Blocking</a:t>
            </a:r>
            <a:r>
              <a:rPr kumimoji="0" lang="en-GB" sz="1300" b="0" i="0" u="none" strike="noStrike" kern="1200" cap="none" spc="0" normalizeH="0" baseline="0" noProof="0" dirty="0">
                <a:ln>
                  <a:noFill/>
                </a:ln>
                <a:solidFill>
                  <a:srgbClr val="092241"/>
                </a:solidFill>
                <a:effectLst/>
                <a:uLnTx/>
                <a:uFillTx/>
                <a:latin typeface="Manrope"/>
                <a:ea typeface="+mn-ea"/>
                <a:cs typeface="+mn-cs"/>
              </a:rPr>
              <a:t> I/O operations (thread waits for response)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Limited scalability </a:t>
            </a:r>
            <a:r>
              <a:rPr kumimoji="0" lang="en-GB" sz="1300" b="0" u="none" strike="noStrike" kern="1200" cap="none" spc="0" normalizeH="0" baseline="0" noProof="0" dirty="0">
                <a:ln>
                  <a:noFill/>
                </a:ln>
                <a:solidFill>
                  <a:srgbClr val="092241"/>
                </a:solidFill>
                <a:effectLst/>
                <a:uLnTx/>
                <a:uFillTx/>
                <a:latin typeface="Manrope"/>
                <a:ea typeface="+mn-ea"/>
                <a:cs typeface="+mn-cs"/>
              </a:rPr>
              <a:t>(higher resources usage)</a:t>
            </a:r>
          </a:p>
          <a:p>
            <a:pPr marL="0" indent="0">
              <a:spcBef>
                <a:spcPts val="1000"/>
              </a:spcBef>
              <a:buNone/>
              <a:defRPr/>
            </a:pPr>
            <a:r>
              <a:rPr lang="en-IT" sz="1300" dirty="0">
                <a:solidFill>
                  <a:srgbClr val="092241"/>
                </a:solidFill>
                <a:latin typeface="Manrope"/>
              </a:rPr>
              <a:t>✅  </a:t>
            </a:r>
            <a:r>
              <a:rPr lang="en-GB" sz="1300" dirty="0">
                <a:solidFill>
                  <a:srgbClr val="092241"/>
                </a:solidFill>
                <a:latin typeface="Manrope"/>
              </a:rPr>
              <a:t>Simpler programming model (sequential code)</a:t>
            </a:r>
          </a:p>
        </p:txBody>
      </p:sp>
      <p:sp>
        <p:nvSpPr>
          <p:cNvPr id="5" name="Rectangle 4">
            <a:extLst>
              <a:ext uri="{FF2B5EF4-FFF2-40B4-BE49-F238E27FC236}">
                <a16:creationId xmlns:a16="http://schemas.microsoft.com/office/drawing/2014/main" id="{ED6AB4BA-36A0-596B-81CC-B62FA0246BD9}"/>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Why Reactive? From Imperative to Reactive Model </a:t>
            </a:r>
          </a:p>
          <a:p>
            <a:pPr defTabSz="914400">
              <a:lnSpc>
                <a:spcPct val="100000"/>
              </a:lnSpc>
              <a:tabLst>
                <a:tab pos="0" algn="l"/>
              </a:tabLst>
            </a:pPr>
            <a:endParaRPr lang="en-US" sz="2400" b="1" u="none" strike="noStrike" dirty="0">
              <a:solidFill>
                <a:schemeClr val="dk1"/>
              </a:solidFill>
              <a:effectLst/>
              <a:uFillTx/>
              <a:latin typeface="Archivo Black"/>
            </a:endParaRPr>
          </a:p>
        </p:txBody>
      </p:sp>
      <p:sp>
        <p:nvSpPr>
          <p:cNvPr id="9" name="PlaceHolder 2">
            <a:extLst>
              <a:ext uri="{FF2B5EF4-FFF2-40B4-BE49-F238E27FC236}">
                <a16:creationId xmlns:a16="http://schemas.microsoft.com/office/drawing/2014/main" id="{80F5422C-C9C4-73EE-8944-DC16B3D52F7B}"/>
              </a:ext>
            </a:extLst>
          </p:cNvPr>
          <p:cNvSpPr txBox="1">
            <a:spLocks/>
          </p:cNvSpPr>
          <p:nvPr/>
        </p:nvSpPr>
        <p:spPr>
          <a:xfrm>
            <a:off x="978821" y="1076625"/>
            <a:ext cx="2667177"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IMPERATIVE MODEL</a:t>
            </a:r>
            <a:endParaRPr lang="en-US" sz="1600" b="1" dirty="0">
              <a:solidFill>
                <a:srgbClr val="000000"/>
              </a:solidFill>
              <a:latin typeface="OpenSymbol"/>
            </a:endParaRPr>
          </a:p>
        </p:txBody>
      </p:sp>
      <p:sp>
        <p:nvSpPr>
          <p:cNvPr id="10" name="PlaceHolder 2">
            <a:extLst>
              <a:ext uri="{FF2B5EF4-FFF2-40B4-BE49-F238E27FC236}">
                <a16:creationId xmlns:a16="http://schemas.microsoft.com/office/drawing/2014/main" id="{93AB68D4-5C43-00A2-4C3F-E35196ED850D}"/>
              </a:ext>
            </a:extLst>
          </p:cNvPr>
          <p:cNvSpPr txBox="1">
            <a:spLocks/>
          </p:cNvSpPr>
          <p:nvPr/>
        </p:nvSpPr>
        <p:spPr>
          <a:xfrm>
            <a:off x="5150957" y="1082906"/>
            <a:ext cx="2955321"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REACTIVE MODEL</a:t>
            </a:r>
          </a:p>
        </p:txBody>
      </p:sp>
      <p:sp>
        <p:nvSpPr>
          <p:cNvPr id="15" name="Right Arrow 14">
            <a:extLst>
              <a:ext uri="{FF2B5EF4-FFF2-40B4-BE49-F238E27FC236}">
                <a16:creationId xmlns:a16="http://schemas.microsoft.com/office/drawing/2014/main" id="{ADB08ACB-C58E-05B4-4169-40D9BEEC6ECC}"/>
              </a:ext>
            </a:extLst>
          </p:cNvPr>
          <p:cNvSpPr/>
          <p:nvPr/>
        </p:nvSpPr>
        <p:spPr>
          <a:xfrm>
            <a:off x="3749826" y="2269447"/>
            <a:ext cx="992372" cy="375684"/>
          </a:xfrm>
          <a:prstGeom prst="right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T"/>
          </a:p>
        </p:txBody>
      </p:sp>
      <p:sp>
        <p:nvSpPr>
          <p:cNvPr id="17" name="Rectangle 16">
            <a:extLst>
              <a:ext uri="{FF2B5EF4-FFF2-40B4-BE49-F238E27FC236}">
                <a16:creationId xmlns:a16="http://schemas.microsoft.com/office/drawing/2014/main" id="{CCA1742B-3E39-E08A-E572-5971885174E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16" name="Picture 2" descr="Imperative Execution Model and Worker Threads">
            <a:extLst>
              <a:ext uri="{FF2B5EF4-FFF2-40B4-BE49-F238E27FC236}">
                <a16:creationId xmlns:a16="http://schemas.microsoft.com/office/drawing/2014/main" id="{3A53D42A-C3E2-1354-997F-47F91EE3EBC1}"/>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279" y="1779161"/>
            <a:ext cx="2880000" cy="114637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Reactive Execution Model and I/O Threads">
            <a:extLst>
              <a:ext uri="{FF2B5EF4-FFF2-40B4-BE49-F238E27FC236}">
                <a16:creationId xmlns:a16="http://schemas.microsoft.com/office/drawing/2014/main" id="{C7D2D52F-4A3E-1114-A165-B2DFC671A1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38745" y="1543098"/>
            <a:ext cx="2880000" cy="1618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8881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69A71-67E5-E851-03B4-73F7034EA989}"/>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A2F94655-2632-EF21-9853-0138F9CFB411}"/>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System Architecture</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9AB68784-745E-958E-0B94-DADBE55B24D9}"/>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2" name="Immagine 24" descr="Immagine che contiene testo, schermata, diagramma, software&#10;&#10;Il contenuto generato dall'IA potrebbe non essere corretto.">
            <a:extLst>
              <a:ext uri="{FF2B5EF4-FFF2-40B4-BE49-F238E27FC236}">
                <a16:creationId xmlns:a16="http://schemas.microsoft.com/office/drawing/2014/main" id="{8CD48EAC-D661-86DC-F99E-A35C9C4F1D22}"/>
              </a:ext>
            </a:extLst>
          </p:cNvPr>
          <p:cNvPicPr>
            <a:picLocks noChangeAspect="1"/>
          </p:cNvPicPr>
          <p:nvPr/>
        </p:nvPicPr>
        <p:blipFill>
          <a:blip r:embed="rId3"/>
          <a:stretch>
            <a:fillRect/>
          </a:stretch>
        </p:blipFill>
        <p:spPr>
          <a:xfrm>
            <a:off x="118108" y="970135"/>
            <a:ext cx="7793580" cy="3872797"/>
          </a:xfrm>
          <a:prstGeom prst="rect">
            <a:avLst/>
          </a:prstGeom>
        </p:spPr>
      </p:pic>
    </p:spTree>
    <p:extLst>
      <p:ext uri="{BB962C8B-B14F-4D97-AF65-F5344CB8AC3E}">
        <p14:creationId xmlns:p14="http://schemas.microsoft.com/office/powerpoint/2010/main" val="3182272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7208-BDAD-8FAF-8C81-71AF7C25DE8A}"/>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30274573-F7B8-AC4F-9C46-45F963878E0C}"/>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a:tabLst>
                <a:tab pos="0" algn="l"/>
              </a:tabLst>
            </a:pPr>
            <a:r>
              <a:rPr lang="en-US" sz="2400" b="1" u="none" strike="noStrike" dirty="0">
                <a:solidFill>
                  <a:schemeClr val="dk1"/>
                </a:solidFill>
                <a:effectLst/>
                <a:uFillTx/>
                <a:latin typeface="Archivo Black"/>
              </a:rPr>
              <a:t>Conclusions &amp; Next Steps</a:t>
            </a:r>
            <a:endParaRPr lang="en-US" sz="2400" b="0" u="none" strike="noStrike" dirty="0">
              <a:solidFill>
                <a:srgbClr val="000000"/>
              </a:solidFill>
              <a:effectLst/>
              <a:uFillTx/>
              <a:latin typeface="OpenSymbol"/>
            </a:endParaRPr>
          </a:p>
        </p:txBody>
      </p:sp>
      <p:sp>
        <p:nvSpPr>
          <p:cNvPr id="408" name="Rectangle 407">
            <a:extLst>
              <a:ext uri="{FF2B5EF4-FFF2-40B4-BE49-F238E27FC236}">
                <a16:creationId xmlns:a16="http://schemas.microsoft.com/office/drawing/2014/main" id="{6AF18F02-9EBB-D64E-A597-D0E5AE4900F5}"/>
              </a:ext>
            </a:extLst>
          </p:cNvPr>
          <p:cNvSpPr/>
          <p:nvPr/>
        </p:nvSpPr>
        <p:spPr>
          <a:xfrm>
            <a:off x="476280" y="942933"/>
            <a:ext cx="8191080" cy="3724107"/>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50000"/>
              </a:lnSpc>
              <a:tabLst>
                <a:tab pos="0" algn="l"/>
              </a:tabLst>
            </a:pPr>
            <a:r>
              <a:rPr lang="en-US" sz="1400" b="0" u="none" strike="noStrike" dirty="0">
                <a:solidFill>
                  <a:schemeClr val="dk1"/>
                </a:solidFill>
                <a:effectLst/>
                <a:uFillTx/>
                <a:latin typeface="Manrope"/>
              </a:rPr>
              <a:t>Brief context: the problem space, key gaps, and why it matters now.</a:t>
            </a:r>
            <a:endParaRPr lang="en-US" sz="1400" b="0" u="none" strike="noStrike" dirty="0">
              <a:solidFill>
                <a:srgbClr val="000000"/>
              </a:solidFill>
              <a:effectLst/>
              <a:uFillTx/>
              <a:latin typeface="OpenSymbol"/>
            </a:endParaRPr>
          </a:p>
          <a:p>
            <a:pPr defTabSz="914400">
              <a:lnSpc>
                <a:spcPct val="150000"/>
              </a:lnSpc>
              <a:tabLst>
                <a:tab pos="0" algn="l"/>
              </a:tabLst>
            </a:pPr>
            <a:endParaRPr lang="en-US" sz="1400" b="0" u="none" strike="noStrike" dirty="0">
              <a:solidFill>
                <a:srgbClr val="000000"/>
              </a:solidFill>
              <a:effectLst/>
              <a:uFillTx/>
              <a:latin typeface="OpenSymbol"/>
            </a:endParaRPr>
          </a:p>
          <a:p>
            <a:pPr defTabSz="914400">
              <a:lnSpc>
                <a:spcPct val="150000"/>
              </a:lnSpc>
              <a:tabLst>
                <a:tab pos="0" algn="l"/>
              </a:tabLst>
            </a:pPr>
            <a:r>
              <a:rPr lang="en-US" sz="1400" b="0" u="none" strike="noStrike" dirty="0">
                <a:solidFill>
                  <a:schemeClr val="dk1"/>
                </a:solidFill>
                <a:effectLst/>
                <a:uFillTx/>
                <a:latin typeface="Manrope"/>
              </a:rPr>
              <a:t>Methods were chosen for clarity and efficiency, balancing rigor with simplicity to produce </a:t>
            </a:r>
            <a:r>
              <a:rPr lang="en-US" sz="1400" b="1" u="none" strike="noStrike" dirty="0">
                <a:solidFill>
                  <a:schemeClr val="dk1"/>
                </a:solidFill>
                <a:effectLst/>
                <a:uFillTx/>
                <a:latin typeface="Manrope"/>
              </a:rPr>
              <a:t>reproducible</a:t>
            </a:r>
            <a:r>
              <a:rPr lang="en-US" sz="1400" b="0" u="none" strike="noStrike" dirty="0">
                <a:solidFill>
                  <a:schemeClr val="dk1"/>
                </a:solidFill>
                <a:effectLst/>
                <a:uFillTx/>
                <a:latin typeface="Manrope"/>
              </a:rPr>
              <a:t> results.</a:t>
            </a:r>
            <a:endParaRPr lang="en-US" sz="1400" b="0"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B5AA8D13-79B5-05DD-0D10-531A85CB058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1778265594"/>
      </p:ext>
    </p:extLst>
  </p:cSld>
  <p:clrMapOvr>
    <a:masterClrMapping/>
  </p:clrMapOvr>
</p:sld>
</file>

<file path=ppt/theme/theme1.xml><?xml version="1.0" encoding="utf-8"?>
<a:theme xmlns:a="http://schemas.openxmlformats.org/drawingml/2006/main" name="Business Administration School Center by Slidesgo">
  <a:themeElements>
    <a:clrScheme name="Simple Light">
      <a:dk1>
        <a:srgbClr val="092241"/>
      </a:dk1>
      <a:lt1>
        <a:srgbClr val="F8F8F8"/>
      </a:lt1>
      <a:dk2>
        <a:srgbClr val="B7B7B7"/>
      </a:dk2>
      <a:lt2>
        <a:srgbClr val="6194E6"/>
      </a:lt2>
      <a:accent1>
        <a:srgbClr val="FFFFFF"/>
      </a:accent1>
      <a:accent2>
        <a:srgbClr val="FFFFFF"/>
      </a:accent2>
      <a:accent3>
        <a:srgbClr val="FFFFFF"/>
      </a:accent3>
      <a:accent4>
        <a:srgbClr val="FFFFFF"/>
      </a:accent4>
      <a:accent5>
        <a:srgbClr val="FFFFFF"/>
      </a:accent5>
      <a:accent6>
        <a:srgbClr val="FFFFFF"/>
      </a:accent6>
      <a:hlink>
        <a:srgbClr val="092241"/>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2536</TotalTime>
  <Words>1744</Words>
  <Application>Microsoft Macintosh PowerPoint</Application>
  <PresentationFormat>On-screen Show (16:9)</PresentationFormat>
  <Paragraphs>160</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Archivo Black</vt:lpstr>
      <vt:lpstr>Arial</vt:lpstr>
      <vt:lpstr>Courier New</vt:lpstr>
      <vt:lpstr>Manrope</vt:lpstr>
      <vt:lpstr>OpenSymbol</vt:lpstr>
      <vt:lpstr>Symbol</vt:lpstr>
      <vt:lpstr>Wingdings</vt:lpstr>
      <vt:lpstr>Business Administration School Center by Slidesgo</vt:lpstr>
      <vt:lpstr>Design and Implementation of a Cloud-Native Reactive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Federico Palazzi</cp:lastModifiedBy>
  <cp:revision>21</cp:revision>
  <dcterms:modified xsi:type="dcterms:W3CDTF">2026-03-23T14:21:34Z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2026-03-21T19:14:26Z</dcterms:created>
  <dc:creator>Unknown Creator</dc:creator>
  <dc:description/>
  <dc:language>en-US</dc:language>
  <cp:lastModifiedBy>Unknown Creator</cp:lastModifiedBy>
  <dcterms:modified xsi:type="dcterms:W3CDTF">2026-03-21T19:14:26Z</dcterms:modified>
  <cp:revision>0</cp:revision>
  <dc:subject/>
  <dc:title>Untitled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lides">
    <vt:r8>12</vt:r8>
  </property>
</Properties>
</file>