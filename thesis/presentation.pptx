
<file path=[Content_Types].xml><?xml version="1.0" encoding="utf-8"?>
<Types xmlns="http://schemas.openxmlformats.org/package/2006/content-types">
  <Default Extension="png" ContentType="image/png"/>
  <Default Extension="rels" ContentType="application/vnd.openxmlformats-package.relationships+xml"/>
  <Default Extension="svg" ContentType="image/svg+xml"/>
  <Default Extension="wdp" ContentType="image/vnd.ms-photo"/>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Override PartName="/docProps/core0.xml" ContentType="application/vnd.openxmlformats-package.core-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 Id="rId5" Type="http://schemas.openxmlformats.org/officedocument/2006/relationships/metadata/core-properties" Target="docProps/core0.xml"/><Relationship Id="rId4"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p:sldMasterIdLst>
    <p:sldMasterId id="2147483648" r:id="rId1"/>
  </p:sldMasterIdLst>
  <p:notesMasterIdLst>
    <p:notesMasterId r:id="rId16"/>
  </p:notesMasterIdLst>
  <p:sldIdLst>
    <p:sldId id="256" r:id="rId2"/>
    <p:sldId id="270" r:id="rId3"/>
    <p:sldId id="276" r:id="rId4"/>
    <p:sldId id="277" r:id="rId5"/>
    <p:sldId id="278" r:id="rId6"/>
    <p:sldId id="467" r:id="rId7"/>
    <p:sldId id="280" r:id="rId8"/>
    <p:sldId id="275" r:id="rId9"/>
    <p:sldId id="468" r:id="rId10"/>
    <p:sldId id="471" r:id="rId11"/>
    <p:sldId id="469" r:id="rId12"/>
    <p:sldId id="466" r:id="rId13"/>
    <p:sldId id="470" r:id="rId14"/>
    <p:sldId id="269" r:id="rId15"/>
  </p:sldIdLst>
  <p:sldSz cx="9144000" cy="5143500" type="screen16x9"/>
  <p:notesSz cx="6858000" cy="9144000"/>
  <p:defaultTextStyle>
    <a:defPPr>
      <a:defRPr lang="en-IT"/>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Default Section" id="{5FCDA9A2-867F-514A-8A60-9F0671933454}">
          <p14:sldIdLst>
            <p14:sldId id="256"/>
            <p14:sldId id="270"/>
            <p14:sldId id="276"/>
            <p14:sldId id="277"/>
            <p14:sldId id="278"/>
            <p14:sldId id="467"/>
            <p14:sldId id="280"/>
            <p14:sldId id="275"/>
            <p14:sldId id="468"/>
            <p14:sldId id="471"/>
            <p14:sldId id="469"/>
            <p14:sldId id="466"/>
            <p14:sldId id="470"/>
            <p14:sldId id="269"/>
          </p14:sldIdLst>
        </p14:section>
      </p14:section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3967"/>
    <p:restoredTop sz="90418"/>
  </p:normalViewPr>
  <p:slideViewPr>
    <p:cSldViewPr snapToGrid="0">
      <p:cViewPr>
        <p:scale>
          <a:sx n="170" d="100"/>
          <a:sy n="170" d="100"/>
        </p:scale>
        <p:origin x="984" y="536"/>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viewProps" Target="viewProps.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presProps" Target="presProps.xml"/><Relationship Id="rId2" Type="http://schemas.openxmlformats.org/officeDocument/2006/relationships/slide" Target="slides/slide1.xml"/><Relationship Id="rId16" Type="http://schemas.openxmlformats.org/officeDocument/2006/relationships/notesMaster" Target="notesMasters/notesMaster1.xml"/><Relationship Id="rId20" Type="http://schemas.openxmlformats.org/officeDocument/2006/relationships/tableStyles" Target="tableStyle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slide" Target="slides/slide14.xml"/><Relationship Id="rId10" Type="http://schemas.openxmlformats.org/officeDocument/2006/relationships/slide" Target="slides/slide9.xml"/><Relationship Id="rId19" Type="http://schemas.openxmlformats.org/officeDocument/2006/relationships/theme" Target="theme/theme1.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IT"/>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E2CB9163-04AD-BE49-9751-21A0AC653812}" type="datetimeFigureOut">
              <a:rPr lang="en-IT" smtClean="0"/>
              <a:t>22/03/26</a:t>
            </a:fld>
            <a:endParaRPr lang="en-IT"/>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IT"/>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IT"/>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IT"/>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A1FD4C87-9CAF-0C4E-93E7-020DE1465132}" type="slidenum">
              <a:rPr lang="en-IT" smtClean="0"/>
              <a:t>‹#›</a:t>
            </a:fld>
            <a:endParaRPr lang="en-IT"/>
          </a:p>
        </p:txBody>
      </p:sp>
    </p:spTree>
    <p:extLst>
      <p:ext uri="{BB962C8B-B14F-4D97-AF65-F5344CB8AC3E}">
        <p14:creationId xmlns:p14="http://schemas.microsoft.com/office/powerpoint/2010/main" val="79101806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Good morning to the commission and to my supervisor, Professor Malnati.</a:t>
            </a:r>
          </a:p>
          <a:p>
            <a:endParaRPr lang="en-GB" dirty="0"/>
          </a:p>
          <a:p>
            <a:r>
              <a:rPr lang="en-GB" dirty="0"/>
              <a:t>Today I will present my thesis work: the </a:t>
            </a:r>
            <a:r>
              <a:rPr lang="en-GB" b="1" dirty="0"/>
              <a:t>Design and Implementation of a Cloud-Native Reactive Architecture</a:t>
            </a:r>
            <a:r>
              <a:rPr lang="en-GB" dirty="0"/>
              <a:t>.</a:t>
            </a:r>
          </a:p>
          <a:p>
            <a:r>
              <a:rPr lang="en-GB" dirty="0"/>
              <a:t>To test how these architectural patterns behave in practice, I developed a concrete case study: the </a:t>
            </a:r>
            <a:r>
              <a:rPr lang="en-GB" b="1" dirty="0"/>
              <a:t>Smart Travel Platform</a:t>
            </a:r>
            <a:r>
              <a:rPr lang="en-GB" dirty="0"/>
              <a:t>, a microservice-based e-commerce application.</a:t>
            </a:r>
          </a:p>
          <a:p>
            <a:r>
              <a:rPr lang="en-GB" dirty="0"/>
              <a:t>Over the next few minutes, I will walk you through the technical choices behind this platform and show how this approach can help to solve the scalability and data consistency problems typical of traditional travel booking systems.</a:t>
            </a:r>
          </a:p>
          <a:p>
            <a:endParaRPr lang="en-IT" dirty="0"/>
          </a:p>
        </p:txBody>
      </p:sp>
      <p:sp>
        <p:nvSpPr>
          <p:cNvPr id="4" name="Slide Number Placeholder 3"/>
          <p:cNvSpPr>
            <a:spLocks noGrp="1"/>
          </p:cNvSpPr>
          <p:nvPr>
            <p:ph type="sldNum" sz="quarter" idx="5"/>
          </p:nvPr>
        </p:nvSpPr>
        <p:spPr/>
        <p:txBody>
          <a:bodyPr/>
          <a:lstStyle/>
          <a:p>
            <a:fld id="{A1FD4C87-9CAF-0C4E-93E7-020DE1465132}" type="slidenum">
              <a:rPr lang="en-IT" smtClean="0"/>
              <a:t>1</a:t>
            </a:fld>
            <a:endParaRPr lang="en-IT"/>
          </a:p>
        </p:txBody>
      </p:sp>
    </p:spTree>
    <p:extLst>
      <p:ext uri="{BB962C8B-B14F-4D97-AF65-F5344CB8AC3E}">
        <p14:creationId xmlns:p14="http://schemas.microsoft.com/office/powerpoint/2010/main" val="1050271060"/>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BEC29F4-FD1D-0D0B-AAD1-D47CA0C1D828}"/>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AE98789B-8E0C-6FE2-737F-9961051AE6A2}"/>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DCF20990-BE5E-2CC3-9C3D-3B4F336259F3}"/>
              </a:ext>
            </a:extLst>
          </p:cNvPr>
          <p:cNvSpPr>
            <a:spLocks noGrp="1"/>
          </p:cNvSpPr>
          <p:nvPr>
            <p:ph type="body" idx="1"/>
          </p:nvPr>
        </p:nvSpPr>
        <p:spPr/>
        <p:txBody>
          <a:bodyPr/>
          <a:lstStyle/>
          <a:p>
            <a:endParaRPr lang="en-IT" dirty="0"/>
          </a:p>
        </p:txBody>
      </p:sp>
      <p:sp>
        <p:nvSpPr>
          <p:cNvPr id="4" name="Slide Number Placeholder 3">
            <a:extLst>
              <a:ext uri="{FF2B5EF4-FFF2-40B4-BE49-F238E27FC236}">
                <a16:creationId xmlns:a16="http://schemas.microsoft.com/office/drawing/2014/main" id="{DB9F2F12-B31B-A585-28C8-2AF6B70DE66F}"/>
              </a:ext>
            </a:extLst>
          </p:cNvPr>
          <p:cNvSpPr>
            <a:spLocks noGrp="1"/>
          </p:cNvSpPr>
          <p:nvPr>
            <p:ph type="sldNum" sz="quarter" idx="5"/>
          </p:nvPr>
        </p:nvSpPr>
        <p:spPr/>
        <p:txBody>
          <a:bodyPr/>
          <a:lstStyle/>
          <a:p>
            <a:fld id="{A1FD4C87-9CAF-0C4E-93E7-020DE1465132}" type="slidenum">
              <a:rPr lang="en-IT" smtClean="0"/>
              <a:t>2</a:t>
            </a:fld>
            <a:endParaRPr lang="en-IT"/>
          </a:p>
        </p:txBody>
      </p:sp>
    </p:spTree>
    <p:extLst>
      <p:ext uri="{BB962C8B-B14F-4D97-AF65-F5344CB8AC3E}">
        <p14:creationId xmlns:p14="http://schemas.microsoft.com/office/powerpoint/2010/main" val="172388504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F7CE810-256F-2792-75E9-472DCCAB9104}"/>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9CE9A4EF-2DD0-DDAA-0394-07D2F0300258}"/>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FA8699AA-8C9F-E7B5-419F-943285758A13}"/>
              </a:ext>
            </a:extLst>
          </p:cNvPr>
          <p:cNvSpPr>
            <a:spLocks noGrp="1"/>
          </p:cNvSpPr>
          <p:nvPr>
            <p:ph type="body" idx="1"/>
          </p:nvPr>
        </p:nvSpPr>
        <p:spPr/>
        <p:txBody>
          <a:bodyPr/>
          <a:lstStyle/>
          <a:p>
            <a:endParaRPr lang="en-IT" dirty="0"/>
          </a:p>
        </p:txBody>
      </p:sp>
      <p:sp>
        <p:nvSpPr>
          <p:cNvPr id="4" name="Slide Number Placeholder 3">
            <a:extLst>
              <a:ext uri="{FF2B5EF4-FFF2-40B4-BE49-F238E27FC236}">
                <a16:creationId xmlns:a16="http://schemas.microsoft.com/office/drawing/2014/main" id="{47D3A6C2-0E5A-42D6-4F65-DBCC4D43ED98}"/>
              </a:ext>
            </a:extLst>
          </p:cNvPr>
          <p:cNvSpPr>
            <a:spLocks noGrp="1"/>
          </p:cNvSpPr>
          <p:nvPr>
            <p:ph type="sldNum" sz="quarter" idx="5"/>
          </p:nvPr>
        </p:nvSpPr>
        <p:spPr/>
        <p:txBody>
          <a:bodyPr/>
          <a:lstStyle/>
          <a:p>
            <a:fld id="{A1FD4C87-9CAF-0C4E-93E7-020DE1465132}" type="slidenum">
              <a:rPr lang="en-IT" smtClean="0"/>
              <a:t>3</a:t>
            </a:fld>
            <a:endParaRPr lang="en-IT"/>
          </a:p>
        </p:txBody>
      </p:sp>
    </p:spTree>
    <p:extLst>
      <p:ext uri="{BB962C8B-B14F-4D97-AF65-F5344CB8AC3E}">
        <p14:creationId xmlns:p14="http://schemas.microsoft.com/office/powerpoint/2010/main" val="1908778012"/>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1734478-D0B3-B15A-CFF1-F5D363CB51A5}"/>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EE64A034-2455-91AD-969F-C470EF49C26C}"/>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8EDA350E-5926-071A-57E1-7333DD6C1D92}"/>
              </a:ext>
            </a:extLst>
          </p:cNvPr>
          <p:cNvSpPr>
            <a:spLocks noGrp="1"/>
          </p:cNvSpPr>
          <p:nvPr>
            <p:ph type="body" idx="1"/>
          </p:nvPr>
        </p:nvSpPr>
        <p:spPr/>
        <p:txBody>
          <a:bodyPr/>
          <a:lstStyle/>
          <a:p>
            <a:endParaRPr lang="en-IT" dirty="0"/>
          </a:p>
        </p:txBody>
      </p:sp>
      <p:sp>
        <p:nvSpPr>
          <p:cNvPr id="4" name="Slide Number Placeholder 3">
            <a:extLst>
              <a:ext uri="{FF2B5EF4-FFF2-40B4-BE49-F238E27FC236}">
                <a16:creationId xmlns:a16="http://schemas.microsoft.com/office/drawing/2014/main" id="{F16C02A5-3A26-4A1F-1B45-05A59F320142}"/>
              </a:ext>
            </a:extLst>
          </p:cNvPr>
          <p:cNvSpPr>
            <a:spLocks noGrp="1"/>
          </p:cNvSpPr>
          <p:nvPr>
            <p:ph type="sldNum" sz="quarter" idx="5"/>
          </p:nvPr>
        </p:nvSpPr>
        <p:spPr/>
        <p:txBody>
          <a:bodyPr/>
          <a:lstStyle/>
          <a:p>
            <a:fld id="{A1FD4C87-9CAF-0C4E-93E7-020DE1465132}" type="slidenum">
              <a:rPr lang="en-IT" smtClean="0"/>
              <a:t>4</a:t>
            </a:fld>
            <a:endParaRPr lang="en-IT"/>
          </a:p>
        </p:txBody>
      </p:sp>
    </p:spTree>
    <p:extLst>
      <p:ext uri="{BB962C8B-B14F-4D97-AF65-F5344CB8AC3E}">
        <p14:creationId xmlns:p14="http://schemas.microsoft.com/office/powerpoint/2010/main" val="236937967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B204521-AB50-14A4-E20D-8E9E2E01F6F6}"/>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C2A262E8-1B92-FDD8-3853-1808D07BA5AA}"/>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D783C3E1-9705-A899-EC10-A4E4B03D392A}"/>
              </a:ext>
            </a:extLst>
          </p:cNvPr>
          <p:cNvSpPr>
            <a:spLocks noGrp="1"/>
          </p:cNvSpPr>
          <p:nvPr>
            <p:ph type="body" idx="1"/>
          </p:nvPr>
        </p:nvSpPr>
        <p:spPr/>
        <p:txBody>
          <a:bodyPr/>
          <a:lstStyle/>
          <a:p>
            <a:endParaRPr lang="en-IT" dirty="0"/>
          </a:p>
        </p:txBody>
      </p:sp>
      <p:sp>
        <p:nvSpPr>
          <p:cNvPr id="4" name="Slide Number Placeholder 3">
            <a:extLst>
              <a:ext uri="{FF2B5EF4-FFF2-40B4-BE49-F238E27FC236}">
                <a16:creationId xmlns:a16="http://schemas.microsoft.com/office/drawing/2014/main" id="{F358AC34-B21D-8B75-FF1D-3A508F7C000D}"/>
              </a:ext>
            </a:extLst>
          </p:cNvPr>
          <p:cNvSpPr>
            <a:spLocks noGrp="1"/>
          </p:cNvSpPr>
          <p:nvPr>
            <p:ph type="sldNum" sz="quarter" idx="5"/>
          </p:nvPr>
        </p:nvSpPr>
        <p:spPr/>
        <p:txBody>
          <a:bodyPr/>
          <a:lstStyle/>
          <a:p>
            <a:fld id="{A1FD4C87-9CAF-0C4E-93E7-020DE1465132}" type="slidenum">
              <a:rPr lang="en-IT" smtClean="0"/>
              <a:t>5</a:t>
            </a:fld>
            <a:endParaRPr lang="en-IT"/>
          </a:p>
        </p:txBody>
      </p:sp>
    </p:spTree>
    <p:extLst>
      <p:ext uri="{BB962C8B-B14F-4D97-AF65-F5344CB8AC3E}">
        <p14:creationId xmlns:p14="http://schemas.microsoft.com/office/powerpoint/2010/main" val="3676294636"/>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50762DD-4BD8-F62E-29DA-A5C053ABB125}"/>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DA9C89E4-2849-9740-1063-D520421E80D7}"/>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A3ADA40B-AA95-F4E1-D2F1-749B070AF91A}"/>
              </a:ext>
            </a:extLst>
          </p:cNvPr>
          <p:cNvSpPr>
            <a:spLocks noGrp="1"/>
          </p:cNvSpPr>
          <p:nvPr>
            <p:ph type="body" idx="1"/>
          </p:nvPr>
        </p:nvSpPr>
        <p:spPr/>
        <p:txBody>
          <a:bodyPr/>
          <a:lstStyle/>
          <a:p>
            <a:r>
              <a:rPr lang="en-GB" sz="1600" dirty="0"/>
              <a:t>Before diving into the architecture of the platform, it is important to understand why I chose a cloud-native approach over a monolithic architecture.</a:t>
            </a:r>
          </a:p>
          <a:p>
            <a:r>
              <a:rPr lang="en-GB" sz="1600" dirty="0"/>
              <a:t>Cloud-native means designing the application specifically to leverage cloud infrastructure. </a:t>
            </a:r>
          </a:p>
          <a:p>
            <a:endParaRPr lang="en-GB" sz="1600" dirty="0"/>
          </a:p>
          <a:p>
            <a:r>
              <a:rPr lang="en-GB" sz="1600" dirty="0"/>
              <a:t>Traditionally, enterprise applications were built as Monoliths — meaning the user interface, the business logic, and the data access were all bundled into one massive application, sharing a single database. </a:t>
            </a:r>
          </a:p>
          <a:p>
            <a:r>
              <a:rPr lang="en-GB" sz="1600" dirty="0"/>
              <a:t>While this is easy to build initially, it creates severe problems. For example, if we catch a bug in a particular module of the application, it can crash or affect the entire system.</a:t>
            </a:r>
          </a:p>
          <a:p>
            <a:r>
              <a:rPr lang="en-GB" sz="1600" dirty="0"/>
              <a:t>If there is a massive spike in web traffic, we have to duplicate the </a:t>
            </a:r>
            <a:r>
              <a:rPr lang="en-GB" sz="1600" i="1" dirty="0"/>
              <a:t>entire</a:t>
            </a:r>
            <a:r>
              <a:rPr lang="en-GB" sz="1600" dirty="0"/>
              <a:t> heavy application just to handle the load.</a:t>
            </a:r>
          </a:p>
          <a:p>
            <a:endParaRPr lang="en-GB" sz="1600" dirty="0"/>
          </a:p>
          <a:p>
            <a:r>
              <a:rPr lang="en-GB" sz="1600" dirty="0"/>
              <a:t>To solve this, the industry has shifted to Microservices. By breaking the system down into small, independent domains we gain three advantages:</a:t>
            </a:r>
          </a:p>
          <a:p>
            <a:pPr marL="171450" marR="0" lvl="0" indent="-1714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lang="en-GB" sz="1600" b="1" dirty="0"/>
              <a:t>Fault Tolerance</a:t>
            </a:r>
            <a:r>
              <a:rPr lang="en-GB" sz="1600" dirty="0"/>
              <a:t>. If one microservice crashes, the functionalities provided by the other ones can still be accessed by users. </a:t>
            </a:r>
          </a:p>
          <a:p>
            <a:pPr marL="171450" indent="-171450">
              <a:buFont typeface="Arial" panose="020B0604020202020204" pitchFamily="34" charset="0"/>
              <a:buChar char="•"/>
            </a:pPr>
            <a:r>
              <a:rPr lang="en-GB" sz="1600" b="1" dirty="0"/>
              <a:t>Scalability</a:t>
            </a:r>
            <a:r>
              <a:rPr lang="en-GB" sz="1600" dirty="0"/>
              <a:t>. If one microservice gets heavy traffic, we can scale it without touching the other services.</a:t>
            </a:r>
          </a:p>
          <a:p>
            <a:pPr marL="171450" indent="-171450">
              <a:buFont typeface="Arial" panose="020B0604020202020204" pitchFamily="34" charset="0"/>
              <a:buChar char="•"/>
            </a:pPr>
            <a:r>
              <a:rPr lang="en-GB" sz="1600" b="1" dirty="0"/>
              <a:t>Agility</a:t>
            </a:r>
            <a:r>
              <a:rPr lang="en-GB" sz="1600" dirty="0"/>
              <a:t>. We can deploy new features multiple times a day without taking the system offline.</a:t>
            </a:r>
          </a:p>
          <a:p>
            <a:pPr marL="0" indent="0">
              <a:buFont typeface="Arial" panose="020B0604020202020204" pitchFamily="34" charset="0"/>
              <a:buNone/>
            </a:pPr>
            <a:endParaRPr lang="en-GB" sz="1600" dirty="0"/>
          </a:p>
          <a:p>
            <a:pPr marL="0" indent="0">
              <a:buFont typeface="Arial" panose="020B0604020202020204" pitchFamily="34" charset="0"/>
              <a:buNone/>
            </a:pPr>
            <a:endParaRPr lang="en-GB" sz="1600" dirty="0"/>
          </a:p>
          <a:p>
            <a:pPr marL="0" indent="0">
              <a:buFont typeface="Arial" panose="020B0604020202020204" pitchFamily="34" charset="0"/>
              <a:buNone/>
            </a:pPr>
            <a:r>
              <a:rPr lang="en-GB" sz="4800" b="1" dirty="0"/>
              <a:t>Cloud-Native</a:t>
            </a:r>
          </a:p>
          <a:p>
            <a:endParaRPr lang="en-GB" sz="3600" b="1" dirty="0"/>
          </a:p>
          <a:p>
            <a:r>
              <a:rPr lang="en-GB" dirty="0"/>
              <a:t>To achieve it I did the following:</a:t>
            </a:r>
            <a:endParaRPr lang="en-GB" b="1" dirty="0"/>
          </a:p>
          <a:p>
            <a:pPr marL="171450" indent="-171450">
              <a:buFont typeface="Arial" panose="020B0604020202020204" pitchFamily="34" charset="0"/>
              <a:buChar char="•"/>
            </a:pPr>
            <a:r>
              <a:rPr lang="en-GB" b="1" dirty="0"/>
              <a:t>Containerization &amp; Immutability:</a:t>
            </a:r>
            <a:r>
              <a:rPr lang="en-GB" dirty="0"/>
              <a:t> I packaged every microservice into a Docker image. This guarantees that the code runs the same on any kind of execution environment.</a:t>
            </a:r>
          </a:p>
          <a:p>
            <a:pPr marL="171450" indent="-171450">
              <a:buFont typeface="Arial" panose="020B0604020202020204" pitchFamily="34" charset="0"/>
              <a:buChar char="•"/>
            </a:pPr>
            <a:r>
              <a:rPr lang="en-GB" b="1" dirty="0"/>
              <a:t>Statelessness via JWT:</a:t>
            </a:r>
            <a:r>
              <a:rPr lang="en-GB" dirty="0"/>
              <a:t> The microservices do not store user sessions in memory, instead they use stateless JSON Web Tokens validated by the BFF. By doing this, we can safely destroy or duplicate any Pod/container at any time without losing data.</a:t>
            </a:r>
          </a:p>
          <a:p>
            <a:pPr marL="171450" indent="-171450">
              <a:buFont typeface="Arial" panose="020B0604020202020204" pitchFamily="34" charset="0"/>
              <a:buChar char="•"/>
            </a:pPr>
            <a:r>
              <a:rPr lang="en-GB" b="1" dirty="0"/>
              <a:t>Declarative Orchestration:</a:t>
            </a:r>
            <a:r>
              <a:rPr lang="en-GB" dirty="0"/>
              <a:t> Instead of manually starting servers, I wrote OKD </a:t>
            </a:r>
            <a:r>
              <a:rPr lang="en-GB" sz="1200" kern="1200" dirty="0">
                <a:solidFill>
                  <a:schemeClr val="tx1"/>
                </a:solidFill>
                <a:latin typeface="+mn-lt"/>
                <a:ea typeface="+mn-ea"/>
                <a:cs typeface="+mn-cs"/>
              </a:rPr>
              <a:t>Deployment</a:t>
            </a:r>
            <a:r>
              <a:rPr lang="en-GB" dirty="0"/>
              <a:t> manifests to tell OKD, for example, "I want 2 replicas of the Order API running," and the cluster's control plane constantly monitors and adjusts the system to maintain that state.</a:t>
            </a:r>
          </a:p>
          <a:p>
            <a:endParaRPr lang="en-IT" dirty="0"/>
          </a:p>
          <a:p>
            <a:endParaRPr lang="en-IT" dirty="0"/>
          </a:p>
          <a:p>
            <a:endParaRPr lang="en-IT" dirty="0"/>
          </a:p>
        </p:txBody>
      </p:sp>
      <p:sp>
        <p:nvSpPr>
          <p:cNvPr id="4" name="Slide Number Placeholder 3">
            <a:extLst>
              <a:ext uri="{FF2B5EF4-FFF2-40B4-BE49-F238E27FC236}">
                <a16:creationId xmlns:a16="http://schemas.microsoft.com/office/drawing/2014/main" id="{6AA86682-5BEC-92BE-66BA-43F27578BD52}"/>
              </a:ext>
            </a:extLst>
          </p:cNvPr>
          <p:cNvSpPr>
            <a:spLocks noGrp="1"/>
          </p:cNvSpPr>
          <p:nvPr>
            <p:ph type="sldNum" sz="quarter" idx="5"/>
          </p:nvPr>
        </p:nvSpPr>
        <p:spPr/>
        <p:txBody>
          <a:bodyPr/>
          <a:lstStyle/>
          <a:p>
            <a:fld id="{A1FD4C87-9CAF-0C4E-93E7-020DE1465132}" type="slidenum">
              <a:rPr lang="en-IT" smtClean="0"/>
              <a:t>6</a:t>
            </a:fld>
            <a:endParaRPr lang="en-IT"/>
          </a:p>
        </p:txBody>
      </p:sp>
    </p:spTree>
    <p:extLst>
      <p:ext uri="{BB962C8B-B14F-4D97-AF65-F5344CB8AC3E}">
        <p14:creationId xmlns:p14="http://schemas.microsoft.com/office/powerpoint/2010/main" val="678170127"/>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7632C36-C06D-746B-D9B1-89A5D179E760}"/>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55B58AF9-3557-A5DF-7F25-208EB130F1E3}"/>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987B57C0-D69D-2415-DA33-432D5E505448}"/>
              </a:ext>
            </a:extLst>
          </p:cNvPr>
          <p:cNvSpPr>
            <a:spLocks noGrp="1"/>
          </p:cNvSpPr>
          <p:nvPr>
            <p:ph type="body" idx="1"/>
          </p:nvPr>
        </p:nvSpPr>
        <p:spPr/>
        <p:txBody>
          <a:bodyPr/>
          <a:lstStyle/>
          <a:p>
            <a:pPr defTabSz="914400">
              <a:lnSpc>
                <a:spcPct val="150000"/>
              </a:lnSpc>
              <a:tabLst>
                <a:tab pos="0" algn="l"/>
              </a:tabLst>
            </a:pPr>
            <a:r>
              <a:rPr lang="en-US" sz="1400" b="1" dirty="0">
                <a:solidFill>
                  <a:schemeClr val="dk1"/>
                </a:solidFill>
                <a:latin typeface="Manrope"/>
              </a:rPr>
              <a:t>Imperative model</a:t>
            </a:r>
            <a:endParaRPr lang="en-US" sz="1400" dirty="0">
              <a:solidFill>
                <a:schemeClr val="dk1"/>
              </a:solidFill>
              <a:latin typeface="Manrope"/>
            </a:endParaRPr>
          </a:p>
          <a:p>
            <a:pPr marL="285750" indent="-285750">
              <a:lnSpc>
                <a:spcPct val="150000"/>
              </a:lnSpc>
              <a:buFont typeface="Arial" panose="020B0604020202020204" pitchFamily="34" charset="0"/>
              <a:buChar char="•"/>
              <a:tabLst>
                <a:tab pos="0" algn="l"/>
              </a:tabLst>
            </a:pPr>
            <a:r>
              <a:rPr lang="en-US" sz="1200" dirty="0">
                <a:solidFill>
                  <a:schemeClr val="dk1"/>
                </a:solidFill>
                <a:latin typeface="Manrope"/>
              </a:rPr>
              <a:t>Each request is handled by a dedicated thread, which remains occupied until processing is complete (</a:t>
            </a:r>
            <a:r>
              <a:rPr lang="en-US" sz="1200" b="1" dirty="0">
                <a:solidFill>
                  <a:schemeClr val="dk1"/>
                </a:solidFill>
                <a:latin typeface="Manrope"/>
              </a:rPr>
              <a:t>worker thread</a:t>
            </a:r>
            <a:r>
              <a:rPr lang="en-US" sz="1200" dirty="0">
                <a:solidFill>
                  <a:schemeClr val="dk1"/>
                </a:solidFill>
                <a:latin typeface="Manrope"/>
              </a:rPr>
              <a:t>).</a:t>
            </a:r>
          </a:p>
          <a:p>
            <a:pPr marL="285750" indent="-285750">
              <a:lnSpc>
                <a:spcPct val="150000"/>
              </a:lnSpc>
              <a:buFont typeface="Arial" panose="020B0604020202020204" pitchFamily="34" charset="0"/>
              <a:buChar char="•"/>
              <a:tabLst>
                <a:tab pos="0" algn="l"/>
              </a:tabLst>
            </a:pPr>
            <a:r>
              <a:rPr lang="en-US" sz="1200" u="sng" dirty="0">
                <a:solidFill>
                  <a:schemeClr val="dk1"/>
                </a:solidFill>
                <a:latin typeface="Manrope"/>
              </a:rPr>
              <a:t>Blocking I/O operations</a:t>
            </a:r>
            <a:r>
              <a:rPr lang="en-US" sz="1200" dirty="0">
                <a:solidFill>
                  <a:schemeClr val="dk1"/>
                </a:solidFill>
                <a:latin typeface="Manrope"/>
              </a:rPr>
              <a:t>: the thread remains idle while waiting for a response from a database or external service.</a:t>
            </a:r>
          </a:p>
          <a:p>
            <a:pPr marL="285750" indent="-285750">
              <a:lnSpc>
                <a:spcPct val="150000"/>
              </a:lnSpc>
              <a:buFont typeface="Arial" panose="020B0604020202020204" pitchFamily="34" charset="0"/>
              <a:buChar char="•"/>
              <a:tabLst>
                <a:tab pos="0" algn="l"/>
              </a:tabLst>
            </a:pPr>
            <a:r>
              <a:rPr lang="en-US" sz="1200" dirty="0">
                <a:solidFill>
                  <a:schemeClr val="dk1"/>
                </a:solidFill>
                <a:latin typeface="Manrope"/>
              </a:rPr>
              <a:t>Limited scalability: more requests = more threads = high memory and CPU consumption.</a:t>
            </a:r>
          </a:p>
          <a:p>
            <a:pPr marL="285750" indent="-285750">
              <a:lnSpc>
                <a:spcPct val="150000"/>
              </a:lnSpc>
              <a:buFont typeface="Arial" panose="020B0604020202020204" pitchFamily="34" charset="0"/>
              <a:buChar char="•"/>
              <a:tabLst>
                <a:tab pos="0" algn="l"/>
              </a:tabLst>
            </a:pPr>
            <a:r>
              <a:rPr lang="en-US" sz="1200" dirty="0">
                <a:solidFill>
                  <a:schemeClr val="dk1"/>
                </a:solidFill>
                <a:latin typeface="Manrope"/>
              </a:rPr>
              <a:t>Simpler programming model and sequential code.</a:t>
            </a:r>
          </a:p>
          <a:p>
            <a:pPr marL="0" indent="0">
              <a:lnSpc>
                <a:spcPct val="150000"/>
              </a:lnSpc>
              <a:buFont typeface="Arial" panose="020B0604020202020204" pitchFamily="34" charset="0"/>
              <a:buNone/>
              <a:tabLst>
                <a:tab pos="0" algn="l"/>
              </a:tabLst>
            </a:pPr>
            <a:endParaRPr lang="en-US" sz="1200" dirty="0">
              <a:solidFill>
                <a:schemeClr val="dk1"/>
              </a:solidFill>
              <a:latin typeface="Manrope"/>
            </a:endParaRPr>
          </a:p>
          <a:p>
            <a:pPr>
              <a:lnSpc>
                <a:spcPct val="150000"/>
              </a:lnSpc>
              <a:tabLst>
                <a:tab pos="0" algn="l"/>
              </a:tabLst>
            </a:pPr>
            <a:r>
              <a:rPr lang="en-US" sz="1400" b="1" dirty="0">
                <a:solidFill>
                  <a:schemeClr val="dk1"/>
                </a:solidFill>
                <a:latin typeface="Manrope"/>
              </a:rPr>
              <a:t>Reactive model</a:t>
            </a:r>
            <a:endParaRPr lang="en-US" sz="1400" dirty="0">
              <a:solidFill>
                <a:schemeClr val="dk1"/>
              </a:solidFill>
              <a:latin typeface="Manrope"/>
            </a:endParaRPr>
          </a:p>
          <a:p>
            <a:pPr marL="285750" indent="-285750">
              <a:lnSpc>
                <a:spcPct val="150000"/>
              </a:lnSpc>
              <a:buFont typeface="Arial" panose="020B0604020202020204" pitchFamily="34" charset="0"/>
              <a:buChar char="•"/>
              <a:tabLst>
                <a:tab pos="0" algn="l"/>
              </a:tabLst>
            </a:pPr>
            <a:r>
              <a:rPr lang="en-US" sz="1200" dirty="0">
                <a:solidFill>
                  <a:schemeClr val="dk1"/>
                </a:solidFill>
                <a:latin typeface="Manrope"/>
              </a:rPr>
              <a:t>A small number of threads can handle multiple concurrent requests (</a:t>
            </a:r>
            <a:r>
              <a:rPr lang="en-US" sz="1200" b="1" dirty="0">
                <a:solidFill>
                  <a:schemeClr val="dk1"/>
                </a:solidFill>
                <a:latin typeface="Manrope"/>
              </a:rPr>
              <a:t>I/O thread</a:t>
            </a:r>
            <a:r>
              <a:rPr lang="en-US" sz="1200" dirty="0">
                <a:solidFill>
                  <a:schemeClr val="dk1"/>
                </a:solidFill>
                <a:latin typeface="Manrope"/>
              </a:rPr>
              <a:t>).</a:t>
            </a:r>
          </a:p>
          <a:p>
            <a:pPr marL="285750" indent="-285750">
              <a:lnSpc>
                <a:spcPct val="150000"/>
              </a:lnSpc>
              <a:buFont typeface="Arial" panose="020B0604020202020204" pitchFamily="34" charset="0"/>
              <a:buChar char="•"/>
              <a:tabLst>
                <a:tab pos="0" algn="l"/>
              </a:tabLst>
            </a:pPr>
            <a:r>
              <a:rPr lang="en-US" sz="1200" u="sng" dirty="0">
                <a:solidFill>
                  <a:schemeClr val="dk1"/>
                </a:solidFill>
                <a:latin typeface="Manrope"/>
              </a:rPr>
              <a:t>Non-blocking I/O operations</a:t>
            </a:r>
            <a:r>
              <a:rPr lang="en-US" sz="1200" dirty="0">
                <a:solidFill>
                  <a:schemeClr val="dk1"/>
                </a:solidFill>
                <a:latin typeface="Manrope"/>
              </a:rPr>
              <a:t>: the thread is released while waiting for the response, allowing it to process other tasks.</a:t>
            </a:r>
          </a:p>
          <a:p>
            <a:pPr marL="285750" indent="-285750">
              <a:lnSpc>
                <a:spcPct val="150000"/>
              </a:lnSpc>
              <a:buFont typeface="Arial" panose="020B0604020202020204" pitchFamily="34" charset="0"/>
              <a:buChar char="•"/>
              <a:tabLst>
                <a:tab pos="0" algn="l"/>
              </a:tabLst>
            </a:pPr>
            <a:r>
              <a:rPr lang="en-US" sz="1200" dirty="0">
                <a:solidFill>
                  <a:schemeClr val="dk1"/>
                </a:solidFill>
                <a:latin typeface="Manrope"/>
              </a:rPr>
              <a:t>High concurrency: the same thread can handle multiple requests in parallel, drastically reducing memory and CPU impact.</a:t>
            </a:r>
          </a:p>
          <a:p>
            <a:pPr marL="285750" indent="-285750">
              <a:lnSpc>
                <a:spcPct val="150000"/>
              </a:lnSpc>
              <a:buFont typeface="Arial" panose="020B0604020202020204" pitchFamily="34" charset="0"/>
              <a:buChar char="•"/>
              <a:tabLst>
                <a:tab pos="0" algn="l"/>
              </a:tabLst>
            </a:pPr>
            <a:r>
              <a:rPr lang="en-US" sz="1200" dirty="0">
                <a:solidFill>
                  <a:schemeClr val="dk1"/>
                </a:solidFill>
                <a:latin typeface="Manrope"/>
              </a:rPr>
              <a:t>Programming is based on continuations (callbacks, reactive streams, reactive libraries).</a:t>
            </a:r>
          </a:p>
          <a:p>
            <a:endParaRPr lang="en-IT" dirty="0"/>
          </a:p>
          <a:p>
            <a:endParaRPr lang="en-IT" dirty="0"/>
          </a:p>
        </p:txBody>
      </p:sp>
      <p:sp>
        <p:nvSpPr>
          <p:cNvPr id="4" name="Slide Number Placeholder 3">
            <a:extLst>
              <a:ext uri="{FF2B5EF4-FFF2-40B4-BE49-F238E27FC236}">
                <a16:creationId xmlns:a16="http://schemas.microsoft.com/office/drawing/2014/main" id="{85EC93F4-9CC5-4366-3DB6-299F90BE3DA6}"/>
              </a:ext>
            </a:extLst>
          </p:cNvPr>
          <p:cNvSpPr>
            <a:spLocks noGrp="1"/>
          </p:cNvSpPr>
          <p:nvPr>
            <p:ph type="sldNum" sz="quarter" idx="5"/>
          </p:nvPr>
        </p:nvSpPr>
        <p:spPr/>
        <p:txBody>
          <a:bodyPr/>
          <a:lstStyle/>
          <a:p>
            <a:fld id="{A1FD4C87-9CAF-0C4E-93E7-020DE1465132}" type="slidenum">
              <a:rPr lang="en-IT" smtClean="0"/>
              <a:t>7</a:t>
            </a:fld>
            <a:endParaRPr lang="en-IT"/>
          </a:p>
        </p:txBody>
      </p:sp>
    </p:spTree>
    <p:extLst>
      <p:ext uri="{BB962C8B-B14F-4D97-AF65-F5344CB8AC3E}">
        <p14:creationId xmlns:p14="http://schemas.microsoft.com/office/powerpoint/2010/main" val="2659229866"/>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D9DB3DC-B4BF-EA17-6AD6-91D30E87214E}"/>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9E70F7D5-E622-0859-7B59-EB6CEAD26772}"/>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C3561704-D80D-BE1A-D2AB-55B82C031F06}"/>
              </a:ext>
            </a:extLst>
          </p:cNvPr>
          <p:cNvSpPr>
            <a:spLocks noGrp="1"/>
          </p:cNvSpPr>
          <p:nvPr>
            <p:ph type="body" idx="1"/>
          </p:nvPr>
        </p:nvSpPr>
        <p:spPr/>
        <p:txBody>
          <a:bodyPr/>
          <a:lstStyle/>
          <a:p>
            <a:r>
              <a:rPr lang="en-GB" dirty="0"/>
              <a:t>This diagram represents the complete topology of the Smart Travel platform. Let’s break it down into its core components.</a:t>
            </a:r>
          </a:p>
          <a:p>
            <a:endParaRPr lang="en-GB" dirty="0"/>
          </a:p>
          <a:p>
            <a:r>
              <a:rPr lang="en-GB" b="1" dirty="0"/>
              <a:t>[1. Core Microservices]</a:t>
            </a:r>
            <a:r>
              <a:rPr lang="en-GB" dirty="0"/>
              <a:t> </a:t>
            </a:r>
          </a:p>
          <a:p>
            <a:r>
              <a:rPr lang="en-GB" dirty="0"/>
              <a:t>At the </a:t>
            </a:r>
            <a:r>
              <a:rPr lang="en-GB" dirty="0" err="1"/>
              <a:t>center</a:t>
            </a:r>
            <a:r>
              <a:rPr lang="en-GB" dirty="0"/>
              <a:t> of the architecture, we have the core business logic decomposed into four distinct microservices:</a:t>
            </a:r>
          </a:p>
          <a:p>
            <a:pPr marL="228600" indent="-228600">
              <a:buFont typeface="+mj-lt"/>
              <a:buAutoNum type="arabicPeriod"/>
            </a:pPr>
            <a:r>
              <a:rPr lang="en-GB" dirty="0"/>
              <a:t>the </a:t>
            </a:r>
            <a:r>
              <a:rPr lang="en-GB" b="1" dirty="0"/>
              <a:t>Travel </a:t>
            </a:r>
            <a:r>
              <a:rPr lang="en-GB" b="1" dirty="0" err="1"/>
              <a:t>Catalog</a:t>
            </a:r>
            <a:r>
              <a:rPr lang="en-GB" b="1" dirty="0"/>
              <a:t> API</a:t>
            </a:r>
            <a:r>
              <a:rPr lang="en-GB" dirty="0"/>
              <a:t> built with </a:t>
            </a:r>
            <a:r>
              <a:rPr lang="en-GB" dirty="0" err="1"/>
              <a:t>Quarkus</a:t>
            </a:r>
            <a:r>
              <a:rPr lang="en-GB" dirty="0"/>
              <a:t>, </a:t>
            </a:r>
          </a:p>
          <a:p>
            <a:pPr marL="228600" indent="-228600">
              <a:buFont typeface="+mj-lt"/>
              <a:buAutoNum type="arabicPeriod"/>
            </a:pPr>
            <a:r>
              <a:rPr lang="en-GB" dirty="0"/>
              <a:t>the </a:t>
            </a:r>
            <a:r>
              <a:rPr lang="en-GB" b="1" dirty="0"/>
              <a:t>User API and Order APIs</a:t>
            </a:r>
            <a:r>
              <a:rPr lang="en-GB" dirty="0"/>
              <a:t> built with Spring Boot. </a:t>
            </a:r>
          </a:p>
          <a:p>
            <a:pPr marL="228600" indent="-228600">
              <a:buFont typeface="+mj-lt"/>
              <a:buAutoNum type="arabicPeriod"/>
            </a:pPr>
            <a:r>
              <a:rPr lang="en-GB" dirty="0"/>
              <a:t>The Order API</a:t>
            </a:r>
          </a:p>
          <a:p>
            <a:pPr marL="228600" indent="-228600">
              <a:buFont typeface="+mj-lt"/>
              <a:buAutoNum type="arabicPeriod"/>
            </a:pPr>
            <a:endParaRPr lang="en-GB" dirty="0"/>
          </a:p>
          <a:p>
            <a:pPr marL="0" indent="0">
              <a:buFont typeface="+mj-lt"/>
              <a:buNone/>
            </a:pPr>
            <a:r>
              <a:rPr lang="en-GB" dirty="0"/>
              <a:t>To guarantee strict isolation and fault tolerance, each of these services manages its own dedicated MongoDB database. This ensures that a heavy load on the </a:t>
            </a:r>
            <a:r>
              <a:rPr lang="en-GB" dirty="0" err="1"/>
              <a:t>catalog</a:t>
            </a:r>
            <a:r>
              <a:rPr lang="en-GB" dirty="0"/>
              <a:t> doesn't impact our ability to process orders.</a:t>
            </a:r>
          </a:p>
          <a:p>
            <a:pPr marL="0" indent="0">
              <a:buFont typeface="+mj-lt"/>
              <a:buNone/>
            </a:pPr>
            <a:endParaRPr lang="en-GB" dirty="0"/>
          </a:p>
          <a:p>
            <a:r>
              <a:rPr lang="en-GB" b="1" dirty="0"/>
              <a:t>[2. BFF, </a:t>
            </a:r>
            <a:r>
              <a:rPr lang="en-GB" b="1" dirty="0" err="1"/>
              <a:t>GraphQL</a:t>
            </a:r>
            <a:r>
              <a:rPr lang="en-GB" b="1" dirty="0"/>
              <a:t>, and Frontend]</a:t>
            </a:r>
            <a:r>
              <a:rPr lang="en-GB" dirty="0"/>
              <a:t> </a:t>
            </a:r>
          </a:p>
          <a:p>
            <a:r>
              <a:rPr lang="en-GB" dirty="0"/>
              <a:t>Moving to the left, we have the client side. To connect our Angular frontend to these distributed backend services, I implemented a </a:t>
            </a:r>
            <a:r>
              <a:rPr lang="en-GB" b="1" dirty="0"/>
              <a:t>Backend-For-Frontend (BFF)</a:t>
            </a:r>
            <a:r>
              <a:rPr lang="en-GB" dirty="0"/>
              <a:t>. Instead of the client making dozens of REST requests to different services, it simply sends a single </a:t>
            </a:r>
            <a:r>
              <a:rPr lang="en-GB" b="1" dirty="0" err="1"/>
              <a:t>GraphQL</a:t>
            </a:r>
            <a:r>
              <a:rPr lang="en-GB" dirty="0"/>
              <a:t> query to the BFF. The BFF acts as an API Gateway, dynamically fetching and aggregating only the requested data from the downstream microservices. This effectively eliminates network latency and frontend over-fetching.</a:t>
            </a:r>
          </a:p>
          <a:p>
            <a:endParaRPr lang="en-GB" b="1" dirty="0"/>
          </a:p>
          <a:p>
            <a:r>
              <a:rPr lang="en-GB" b="1" dirty="0"/>
              <a:t>[3. JWT Authentication]</a:t>
            </a:r>
          </a:p>
          <a:p>
            <a:r>
              <a:rPr lang="en-GB" dirty="0"/>
              <a:t>Furthermore, this BFF serves as the system’s primary security perimeter. All incoming traffic is intercepted here and authenticated using stateless </a:t>
            </a:r>
            <a:r>
              <a:rPr lang="en-GB" b="1" dirty="0"/>
              <a:t>JSON Web Tokens (JWT)</a:t>
            </a:r>
            <a:r>
              <a:rPr lang="en-GB" dirty="0"/>
              <a:t>. The BFF verifies the cryptographic signature and enforces strict Role-Based Access Control before any request is allowed inside the internal network. This keeps the downstream microservices secure and strictly focused on their business logic.</a:t>
            </a:r>
          </a:p>
          <a:p>
            <a:endParaRPr lang="en-GB" b="1" dirty="0"/>
          </a:p>
          <a:p>
            <a:r>
              <a:rPr lang="en-GB" b="1" dirty="0"/>
              <a:t>[4. Payment Flow, </a:t>
            </a:r>
            <a:r>
              <a:rPr lang="en-GB" b="1" dirty="0" err="1"/>
              <a:t>Debezium</a:t>
            </a:r>
            <a:r>
              <a:rPr lang="en-GB" b="1" dirty="0"/>
              <a:t>, and RabbitMQ]</a:t>
            </a:r>
          </a:p>
          <a:p>
            <a:r>
              <a:rPr lang="en-GB" dirty="0"/>
              <a:t>Finally, at the bottom of the diagram, we have the event-driven layer. The most complex challenge I faced here was the famous </a:t>
            </a:r>
            <a:r>
              <a:rPr lang="en-GB" b="1" dirty="0"/>
              <a:t>dual-write problem</a:t>
            </a:r>
            <a:r>
              <a:rPr lang="en-GB" dirty="0"/>
              <a:t> during the checkout phase.</a:t>
            </a:r>
          </a:p>
          <a:p>
            <a:r>
              <a:rPr lang="en-GB" dirty="0"/>
              <a:t>When a user completes a payment, the Order API needs to do two things: save the updated order to MongoDB and publish a notification event to RabbitMQ. Because these are two separate systems, they cannot share a single transaction.</a:t>
            </a:r>
          </a:p>
          <a:p>
            <a:r>
              <a:rPr lang="en-GB" dirty="0"/>
              <a:t>If we simply execute them sequentially, we risk data inconsistency. If the MongoDB transaction succeeds but a network glitch prevents the message from reaching the broker, the message is lost forever. </a:t>
            </a:r>
          </a:p>
          <a:p>
            <a:r>
              <a:rPr lang="en-GB" dirty="0"/>
              <a:t>Conversely, if we publish to the broker first, but the database transaction rolls back, the system sends a confirmation email for an order that doesn't exist.</a:t>
            </a:r>
          </a:p>
          <a:p>
            <a:r>
              <a:rPr lang="en-GB" dirty="0"/>
              <a:t>To guarantee absolute data consistency, I implemented the </a:t>
            </a:r>
            <a:r>
              <a:rPr lang="en-GB" b="1" dirty="0"/>
              <a:t>Transactional Outbox Pattern</a:t>
            </a:r>
            <a:r>
              <a:rPr lang="en-GB" dirty="0"/>
              <a:t>. The Order API atomically saves the order and an 'event record' into MongoDB in a single, local transaction. </a:t>
            </a:r>
          </a:p>
          <a:p>
            <a:r>
              <a:rPr lang="en-GB" dirty="0"/>
              <a:t>Then, a standalone </a:t>
            </a:r>
            <a:r>
              <a:rPr lang="en-GB" b="1" dirty="0" err="1"/>
              <a:t>Debezium</a:t>
            </a:r>
            <a:r>
              <a:rPr lang="en-GB" dirty="0"/>
              <a:t> service continuously tails the database logs, detects this atomic insertion, and securely publishes the payload to </a:t>
            </a:r>
            <a:r>
              <a:rPr lang="en-GB" b="1" dirty="0"/>
              <a:t>RabbitMQ</a:t>
            </a:r>
            <a:r>
              <a:rPr lang="en-GB" dirty="0"/>
              <a:t>. </a:t>
            </a:r>
          </a:p>
          <a:p>
            <a:r>
              <a:rPr lang="en-GB" dirty="0"/>
              <a:t>This decoupled architecture guarantees at-least-once message delivery, ensuring that temporary broker failures never compromise the integrity of the financial transaction.</a:t>
            </a:r>
          </a:p>
          <a:p>
            <a:endParaRPr lang="en-IT" dirty="0"/>
          </a:p>
        </p:txBody>
      </p:sp>
      <p:sp>
        <p:nvSpPr>
          <p:cNvPr id="4" name="Slide Number Placeholder 3">
            <a:extLst>
              <a:ext uri="{FF2B5EF4-FFF2-40B4-BE49-F238E27FC236}">
                <a16:creationId xmlns:a16="http://schemas.microsoft.com/office/drawing/2014/main" id="{7D4860AA-AD9A-1246-A9A9-EB906ECFDD27}"/>
              </a:ext>
            </a:extLst>
          </p:cNvPr>
          <p:cNvSpPr>
            <a:spLocks noGrp="1"/>
          </p:cNvSpPr>
          <p:nvPr>
            <p:ph type="sldNum" sz="quarter" idx="5"/>
          </p:nvPr>
        </p:nvSpPr>
        <p:spPr/>
        <p:txBody>
          <a:bodyPr/>
          <a:lstStyle/>
          <a:p>
            <a:fld id="{A1FD4C87-9CAF-0C4E-93E7-020DE1465132}" type="slidenum">
              <a:rPr lang="en-IT" smtClean="0"/>
              <a:t>8</a:t>
            </a:fld>
            <a:endParaRPr lang="en-IT"/>
          </a:p>
        </p:txBody>
      </p:sp>
    </p:spTree>
    <p:extLst>
      <p:ext uri="{BB962C8B-B14F-4D97-AF65-F5344CB8AC3E}">
        <p14:creationId xmlns:p14="http://schemas.microsoft.com/office/powerpoint/2010/main" val="1054108748"/>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0C5623E-625C-9664-C9BA-BF1BCB0C5460}"/>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8D6BF820-F10B-E5A6-C997-72239C593186}"/>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DA839ACB-9F57-A575-F40B-5E3230FEC2AD}"/>
              </a:ext>
            </a:extLst>
          </p:cNvPr>
          <p:cNvSpPr>
            <a:spLocks noGrp="1"/>
          </p:cNvSpPr>
          <p:nvPr>
            <p:ph type="body" idx="1"/>
          </p:nvPr>
        </p:nvSpPr>
        <p:spPr/>
        <p:txBody>
          <a:bodyPr/>
          <a:lstStyle/>
          <a:p>
            <a:endParaRPr lang="en-IT" dirty="0"/>
          </a:p>
        </p:txBody>
      </p:sp>
      <p:sp>
        <p:nvSpPr>
          <p:cNvPr id="4" name="Slide Number Placeholder 3">
            <a:extLst>
              <a:ext uri="{FF2B5EF4-FFF2-40B4-BE49-F238E27FC236}">
                <a16:creationId xmlns:a16="http://schemas.microsoft.com/office/drawing/2014/main" id="{56293813-55CA-06B4-CBA3-60B3F5EB8DF2}"/>
              </a:ext>
            </a:extLst>
          </p:cNvPr>
          <p:cNvSpPr>
            <a:spLocks noGrp="1"/>
          </p:cNvSpPr>
          <p:nvPr>
            <p:ph type="sldNum" sz="quarter" idx="5"/>
          </p:nvPr>
        </p:nvSpPr>
        <p:spPr/>
        <p:txBody>
          <a:bodyPr/>
          <a:lstStyle/>
          <a:p>
            <a:fld id="{A1FD4C87-9CAF-0C4E-93E7-020DE1465132}" type="slidenum">
              <a:rPr lang="en-IT" smtClean="0"/>
              <a:t>9</a:t>
            </a:fld>
            <a:endParaRPr lang="en-IT"/>
          </a:p>
        </p:txBody>
      </p:sp>
    </p:spTree>
    <p:extLst>
      <p:ext uri="{BB962C8B-B14F-4D97-AF65-F5344CB8AC3E}">
        <p14:creationId xmlns:p14="http://schemas.microsoft.com/office/powerpoint/2010/main" val="730667382"/>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270EA86-E065-8794-A659-45336FF9377F}"/>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902EF063-6E92-1403-A54A-3AB322CD1ACB}"/>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E6DE59A6-687C-7FAD-2BDE-F898091BA02E}"/>
              </a:ext>
            </a:extLst>
          </p:cNvPr>
          <p:cNvSpPr>
            <a:spLocks noGrp="1"/>
          </p:cNvSpPr>
          <p:nvPr>
            <p:ph type="body" idx="1"/>
          </p:nvPr>
        </p:nvSpPr>
        <p:spPr/>
        <p:txBody>
          <a:bodyPr/>
          <a:lstStyle/>
          <a:p>
            <a:endParaRPr lang="en-IT" dirty="0"/>
          </a:p>
        </p:txBody>
      </p:sp>
      <p:sp>
        <p:nvSpPr>
          <p:cNvPr id="4" name="Slide Number Placeholder 3">
            <a:extLst>
              <a:ext uri="{FF2B5EF4-FFF2-40B4-BE49-F238E27FC236}">
                <a16:creationId xmlns:a16="http://schemas.microsoft.com/office/drawing/2014/main" id="{FD7BA0CF-FC67-E030-3207-03E466D548A9}"/>
              </a:ext>
            </a:extLst>
          </p:cNvPr>
          <p:cNvSpPr>
            <a:spLocks noGrp="1"/>
          </p:cNvSpPr>
          <p:nvPr>
            <p:ph type="sldNum" sz="quarter" idx="5"/>
          </p:nvPr>
        </p:nvSpPr>
        <p:spPr/>
        <p:txBody>
          <a:bodyPr/>
          <a:lstStyle/>
          <a:p>
            <a:fld id="{A1FD4C87-9CAF-0C4E-93E7-020DE1465132}" type="slidenum">
              <a:rPr lang="en-IT" smtClean="0"/>
              <a:t>10</a:t>
            </a:fld>
            <a:endParaRPr lang="en-IT"/>
          </a:p>
        </p:txBody>
      </p:sp>
    </p:spTree>
    <p:extLst>
      <p:ext uri="{BB962C8B-B14F-4D97-AF65-F5344CB8AC3E}">
        <p14:creationId xmlns:p14="http://schemas.microsoft.com/office/powerpoint/2010/main" val="2688039020"/>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B2708D0-8DF7-515D-703B-EC485633D3C8}"/>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6A84CA02-AC8F-9B95-2476-813AD165E66E}"/>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6CB0A8CD-7EC0-3DE9-EEDD-FA0C2D6C6DE5}"/>
              </a:ext>
            </a:extLst>
          </p:cNvPr>
          <p:cNvSpPr>
            <a:spLocks noGrp="1"/>
          </p:cNvSpPr>
          <p:nvPr>
            <p:ph type="body" idx="1"/>
          </p:nvPr>
        </p:nvSpPr>
        <p:spPr/>
        <p:txBody>
          <a:bodyPr/>
          <a:lstStyle/>
          <a:p>
            <a:endParaRPr lang="en-IT" dirty="0"/>
          </a:p>
        </p:txBody>
      </p:sp>
      <p:sp>
        <p:nvSpPr>
          <p:cNvPr id="4" name="Slide Number Placeholder 3">
            <a:extLst>
              <a:ext uri="{FF2B5EF4-FFF2-40B4-BE49-F238E27FC236}">
                <a16:creationId xmlns:a16="http://schemas.microsoft.com/office/drawing/2014/main" id="{EBE8576A-2ED0-E33E-46AD-223E6031268E}"/>
              </a:ext>
            </a:extLst>
          </p:cNvPr>
          <p:cNvSpPr>
            <a:spLocks noGrp="1"/>
          </p:cNvSpPr>
          <p:nvPr>
            <p:ph type="sldNum" sz="quarter" idx="5"/>
          </p:nvPr>
        </p:nvSpPr>
        <p:spPr/>
        <p:txBody>
          <a:bodyPr/>
          <a:lstStyle/>
          <a:p>
            <a:fld id="{A1FD4C87-9CAF-0C4E-93E7-020DE1465132}" type="slidenum">
              <a:rPr lang="en-IT" smtClean="0"/>
              <a:t>11</a:t>
            </a:fld>
            <a:endParaRPr lang="en-IT"/>
          </a:p>
        </p:txBody>
      </p:sp>
    </p:spTree>
    <p:extLst>
      <p:ext uri="{BB962C8B-B14F-4D97-AF65-F5344CB8AC3E}">
        <p14:creationId xmlns:p14="http://schemas.microsoft.com/office/powerpoint/2010/main" val="3763510765"/>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5D30367-5299-C766-32FF-47CE50F77AE7}"/>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84A3C0DA-5952-88DD-F388-1B7852A82C69}"/>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404FB6AD-36C7-3D5B-CB3F-C0188380422F}"/>
              </a:ext>
            </a:extLst>
          </p:cNvPr>
          <p:cNvSpPr>
            <a:spLocks noGrp="1"/>
          </p:cNvSpPr>
          <p:nvPr>
            <p:ph type="body" idx="1"/>
          </p:nvPr>
        </p:nvSpPr>
        <p:spPr/>
        <p:txBody>
          <a:bodyPr/>
          <a:lstStyle/>
          <a:p>
            <a:pPr marL="285750" indent="-285750">
              <a:lnSpc>
                <a:spcPct val="130000"/>
              </a:lnSpc>
              <a:buFont typeface="Arial" panose="020B0604020202020204" pitchFamily="34" charset="0"/>
              <a:buChar char="•"/>
            </a:pPr>
            <a:r>
              <a:rPr lang="it-IT" b="1" dirty="0"/>
              <a:t>OKD</a:t>
            </a:r>
          </a:p>
          <a:p>
            <a:pPr marL="598488" lvl="3" indent="-285750">
              <a:lnSpc>
                <a:spcPct val="130000"/>
              </a:lnSpc>
              <a:buFont typeface="Wingdings" panose="05000000000000000000" pitchFamily="2" charset="2"/>
              <a:buChar char="q"/>
            </a:pPr>
            <a:r>
              <a:rPr lang="it-IT" dirty="0"/>
              <a:t>Distribuzione open source di </a:t>
            </a:r>
            <a:r>
              <a:rPr lang="it-IT" dirty="0" err="1"/>
              <a:t>OpenShift</a:t>
            </a:r>
            <a:r>
              <a:rPr lang="it-IT" dirty="0"/>
              <a:t> (basato su </a:t>
            </a:r>
            <a:r>
              <a:rPr lang="it-IT" dirty="0" err="1"/>
              <a:t>Kubernetes</a:t>
            </a:r>
            <a:r>
              <a:rPr lang="it-IT" dirty="0"/>
              <a:t>).</a:t>
            </a:r>
          </a:p>
          <a:p>
            <a:pPr marL="598488" lvl="3" indent="-285750">
              <a:lnSpc>
                <a:spcPct val="130000"/>
              </a:lnSpc>
              <a:buFont typeface="Wingdings" panose="05000000000000000000" pitchFamily="2" charset="2"/>
              <a:buChar char="q"/>
            </a:pPr>
            <a:r>
              <a:rPr lang="it-IT" dirty="0"/>
              <a:t>Cluster di nodi che permette di orchestrare e gestire applicazioni containerizzate in maniera scalabile e resiliente.</a:t>
            </a:r>
          </a:p>
          <a:p>
            <a:pPr marL="598488" lvl="3" indent="-285750">
              <a:lnSpc>
                <a:spcPct val="130000"/>
              </a:lnSpc>
              <a:buFont typeface="Wingdings" panose="05000000000000000000" pitchFamily="2" charset="2"/>
              <a:buChar char="q"/>
            </a:pPr>
            <a:r>
              <a:rPr lang="it-IT" dirty="0"/>
              <a:t>Include funzionalità avanzate come gestione di deployment, networking, storage e sicurezza.</a:t>
            </a:r>
          </a:p>
          <a:p>
            <a:pPr marL="285750" indent="-285750">
              <a:lnSpc>
                <a:spcPct val="130000"/>
              </a:lnSpc>
              <a:spcBef>
                <a:spcPts val="600"/>
              </a:spcBef>
              <a:buFont typeface="Arial" panose="020B0604020202020204" pitchFamily="34" charset="0"/>
              <a:buChar char="•"/>
            </a:pPr>
            <a:r>
              <a:rPr lang="it-IT" b="1" dirty="0" err="1"/>
              <a:t>Pod</a:t>
            </a:r>
            <a:endParaRPr lang="it-IT" dirty="0"/>
          </a:p>
          <a:p>
            <a:pPr marL="598488" lvl="3" indent="-285750">
              <a:lnSpc>
                <a:spcPct val="130000"/>
              </a:lnSpc>
              <a:buFont typeface="Wingdings" panose="05000000000000000000" pitchFamily="2" charset="2"/>
              <a:buChar char="q"/>
            </a:pPr>
            <a:r>
              <a:rPr lang="it-IT" dirty="0"/>
              <a:t>Unità minima di esecuzione all’interno di </a:t>
            </a:r>
            <a:r>
              <a:rPr lang="it-IT" dirty="0" err="1"/>
              <a:t>Kubernetes</a:t>
            </a:r>
            <a:r>
              <a:rPr lang="it-IT" dirty="0"/>
              <a:t> / OKD.</a:t>
            </a:r>
          </a:p>
          <a:p>
            <a:pPr marL="598488" lvl="3" indent="-285750">
              <a:lnSpc>
                <a:spcPct val="130000"/>
              </a:lnSpc>
              <a:buFont typeface="Wingdings" panose="05000000000000000000" pitchFamily="2" charset="2"/>
              <a:buChar char="q"/>
            </a:pPr>
            <a:r>
              <a:rPr lang="it-IT" dirty="0"/>
              <a:t>Può contenere </a:t>
            </a:r>
            <a:r>
              <a:rPr lang="it-IT" b="1" dirty="0"/>
              <a:t>uno o più container</a:t>
            </a:r>
            <a:r>
              <a:rPr lang="it-IT" dirty="0"/>
              <a:t> che condividono </a:t>
            </a:r>
            <a:r>
              <a:rPr lang="it-IT" b="1" dirty="0"/>
              <a:t>storage, rete e configurazioni</a:t>
            </a:r>
            <a:r>
              <a:rPr lang="it-IT" dirty="0"/>
              <a:t>.</a:t>
            </a:r>
          </a:p>
          <a:p>
            <a:pPr marL="598488" lvl="3" indent="-285750">
              <a:lnSpc>
                <a:spcPct val="130000"/>
              </a:lnSpc>
              <a:buFont typeface="Wingdings" panose="05000000000000000000" pitchFamily="2" charset="2"/>
              <a:buChar char="q"/>
            </a:pPr>
            <a:r>
              <a:rPr lang="it-IT" dirty="0"/>
              <a:t>I </a:t>
            </a:r>
            <a:r>
              <a:rPr lang="it-IT" dirty="0" err="1"/>
              <a:t>pod</a:t>
            </a:r>
            <a:r>
              <a:rPr lang="it-IT" dirty="0"/>
              <a:t> vengono creati e gestiti tramite </a:t>
            </a:r>
            <a:r>
              <a:rPr lang="it-IT" b="1" dirty="0"/>
              <a:t>Deployment</a:t>
            </a:r>
            <a:r>
              <a:rPr lang="it-IT" dirty="0"/>
              <a:t>.</a:t>
            </a:r>
          </a:p>
          <a:p>
            <a:pPr marL="285750" indent="-285750">
              <a:lnSpc>
                <a:spcPct val="130000"/>
              </a:lnSpc>
              <a:spcBef>
                <a:spcPts val="600"/>
              </a:spcBef>
              <a:buFont typeface="Arial" panose="020B0604020202020204" pitchFamily="34" charset="0"/>
              <a:buChar char="•"/>
            </a:pPr>
            <a:r>
              <a:rPr lang="it-IT" b="1" dirty="0"/>
              <a:t>Deployment</a:t>
            </a:r>
            <a:endParaRPr lang="it-IT" dirty="0"/>
          </a:p>
          <a:p>
            <a:pPr marL="598488" lvl="3" indent="-285750">
              <a:lnSpc>
                <a:spcPct val="130000"/>
              </a:lnSpc>
              <a:buFont typeface="Wingdings" panose="05000000000000000000" pitchFamily="2" charset="2"/>
              <a:buChar char="q"/>
            </a:pPr>
            <a:r>
              <a:rPr lang="it-IT" dirty="0"/>
              <a:t>Definisce come</a:t>
            </a:r>
            <a:r>
              <a:rPr lang="it-IT" b="1" dirty="0"/>
              <a:t> creare, aggiornare e scalare </a:t>
            </a:r>
            <a:r>
              <a:rPr lang="it-IT" dirty="0"/>
              <a:t>i </a:t>
            </a:r>
            <a:r>
              <a:rPr lang="it-IT" dirty="0" err="1"/>
              <a:t>pod</a:t>
            </a:r>
            <a:r>
              <a:rPr lang="it-IT" dirty="0"/>
              <a:t> all’interno del cluster.</a:t>
            </a:r>
          </a:p>
          <a:p>
            <a:pPr marL="598488" lvl="3" indent="-285750">
              <a:lnSpc>
                <a:spcPct val="130000"/>
              </a:lnSpc>
              <a:buFont typeface="Wingdings" panose="05000000000000000000" pitchFamily="2" charset="2"/>
              <a:buChar char="q"/>
            </a:pPr>
            <a:r>
              <a:rPr lang="it-IT" dirty="0"/>
              <a:t>Garantisce che </a:t>
            </a:r>
            <a:r>
              <a:rPr lang="it-IT" b="1" dirty="0"/>
              <a:t>lo stato desiderato </a:t>
            </a:r>
            <a:r>
              <a:rPr lang="it-IT" dirty="0"/>
              <a:t>dell’applicazione sia mantenuto automaticamente (es. numero di repliche).</a:t>
            </a:r>
          </a:p>
          <a:p>
            <a:pPr marL="285750" indent="-285750">
              <a:lnSpc>
                <a:spcPct val="130000"/>
              </a:lnSpc>
              <a:spcBef>
                <a:spcPts val="600"/>
              </a:spcBef>
              <a:buFont typeface="Arial" panose="020B0604020202020204" pitchFamily="34" charset="0"/>
              <a:buChar char="•"/>
            </a:pPr>
            <a:r>
              <a:rPr lang="it-IT" b="1" dirty="0"/>
              <a:t>File principali per il deployment di un’applicazione</a:t>
            </a:r>
            <a:endParaRPr lang="it-IT" dirty="0"/>
          </a:p>
          <a:p>
            <a:pPr marL="598488" lvl="3" indent="-285750">
              <a:lnSpc>
                <a:spcPct val="130000"/>
              </a:lnSpc>
              <a:buFont typeface="Wingdings" panose="05000000000000000000" pitchFamily="2" charset="2"/>
              <a:buChar char="q"/>
            </a:pPr>
            <a:r>
              <a:rPr lang="it-IT" b="1" dirty="0"/>
              <a:t>Secrets</a:t>
            </a:r>
            <a:r>
              <a:rPr lang="it-IT" dirty="0"/>
              <a:t>: gestiscono dati sensibili (password, token, chiavi).</a:t>
            </a:r>
          </a:p>
          <a:p>
            <a:pPr marL="598488" lvl="3" indent="-285750">
              <a:lnSpc>
                <a:spcPct val="130000"/>
              </a:lnSpc>
              <a:buFont typeface="Wingdings" panose="05000000000000000000" pitchFamily="2" charset="2"/>
              <a:buChar char="q"/>
            </a:pPr>
            <a:r>
              <a:rPr lang="it-IT" b="1" dirty="0" err="1"/>
              <a:t>ConfigMap</a:t>
            </a:r>
            <a:r>
              <a:rPr lang="it-IT" dirty="0"/>
              <a:t>: contengono configurazioni non sensibili per l’applicazione.</a:t>
            </a:r>
          </a:p>
          <a:p>
            <a:pPr marL="598488" lvl="3" indent="-285750">
              <a:lnSpc>
                <a:spcPct val="130000"/>
              </a:lnSpc>
              <a:buFont typeface="Wingdings" panose="05000000000000000000" pitchFamily="2" charset="2"/>
              <a:buChar char="q"/>
            </a:pPr>
            <a:r>
              <a:rPr lang="it-IT" b="1" dirty="0"/>
              <a:t>Deployment</a:t>
            </a:r>
            <a:r>
              <a:rPr lang="it-IT" dirty="0"/>
              <a:t>: definisce la creazione, l’aggiornamento e la scalabilità dei </a:t>
            </a:r>
            <a:r>
              <a:rPr lang="it-IT" dirty="0" err="1"/>
              <a:t>pod</a:t>
            </a:r>
            <a:r>
              <a:rPr lang="it-IT" dirty="0"/>
              <a:t>.</a:t>
            </a:r>
          </a:p>
          <a:p>
            <a:pPr marL="598488" lvl="3" indent="-285750">
              <a:lnSpc>
                <a:spcPct val="130000"/>
              </a:lnSpc>
              <a:buFont typeface="Wingdings" panose="05000000000000000000" pitchFamily="2" charset="2"/>
              <a:buChar char="q"/>
            </a:pPr>
            <a:r>
              <a:rPr lang="it-IT" b="1" dirty="0"/>
              <a:t>Service</a:t>
            </a:r>
            <a:r>
              <a:rPr lang="it-IT" dirty="0"/>
              <a:t>: espone i </a:t>
            </a:r>
            <a:r>
              <a:rPr lang="it-IT" dirty="0" err="1"/>
              <a:t>pod</a:t>
            </a:r>
            <a:r>
              <a:rPr lang="it-IT" dirty="0"/>
              <a:t> e li rende raggiungibili all’interno del cluster.</a:t>
            </a:r>
          </a:p>
          <a:p>
            <a:pPr marL="598488" lvl="3" indent="-285750">
              <a:lnSpc>
                <a:spcPct val="130000"/>
              </a:lnSpc>
              <a:buFont typeface="Wingdings" panose="05000000000000000000" pitchFamily="2" charset="2"/>
              <a:buChar char="q"/>
            </a:pPr>
            <a:r>
              <a:rPr lang="it-IT" b="1" dirty="0" err="1"/>
              <a:t>Route</a:t>
            </a:r>
            <a:r>
              <a:rPr lang="it-IT" dirty="0"/>
              <a:t>: espone i servizi all’esterno del cluster tramite URL pubbliche.</a:t>
            </a:r>
          </a:p>
        </p:txBody>
      </p:sp>
      <p:sp>
        <p:nvSpPr>
          <p:cNvPr id="4" name="Slide Number Placeholder 3">
            <a:extLst>
              <a:ext uri="{FF2B5EF4-FFF2-40B4-BE49-F238E27FC236}">
                <a16:creationId xmlns:a16="http://schemas.microsoft.com/office/drawing/2014/main" id="{B59AECC9-4D2D-B28E-464D-E53983694868}"/>
              </a:ext>
            </a:extLst>
          </p:cNvPr>
          <p:cNvSpPr>
            <a:spLocks noGrp="1"/>
          </p:cNvSpPr>
          <p:nvPr>
            <p:ph type="sldNum" sz="quarter" idx="5"/>
          </p:nvPr>
        </p:nvSpPr>
        <p:spPr/>
        <p:txBody>
          <a:bodyPr/>
          <a:lstStyle/>
          <a:p>
            <a:fld id="{A1FD4C87-9CAF-0C4E-93E7-020DE1465132}" type="slidenum">
              <a:rPr lang="en-IT" smtClean="0"/>
              <a:t>12</a:t>
            </a:fld>
            <a:endParaRPr lang="en-IT"/>
          </a:p>
        </p:txBody>
      </p:sp>
    </p:spTree>
    <p:extLst>
      <p:ext uri="{BB962C8B-B14F-4D97-AF65-F5344CB8AC3E}">
        <p14:creationId xmlns:p14="http://schemas.microsoft.com/office/powerpoint/2010/main" val="2088550029"/>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6061AE7-EC88-45C9-691B-72E17BB02F7D}"/>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19EC2ECE-8F65-729A-BC04-7B6F8ACC6B47}"/>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3824DBA0-66D9-8E83-7695-39611CEC9330}"/>
              </a:ext>
            </a:extLst>
          </p:cNvPr>
          <p:cNvSpPr>
            <a:spLocks noGrp="1"/>
          </p:cNvSpPr>
          <p:nvPr>
            <p:ph type="body" idx="1"/>
          </p:nvPr>
        </p:nvSpPr>
        <p:spPr/>
        <p:txBody>
          <a:bodyPr/>
          <a:lstStyle/>
          <a:p>
            <a:pPr marL="285750" indent="-285750">
              <a:lnSpc>
                <a:spcPct val="130000"/>
              </a:lnSpc>
              <a:buFont typeface="Arial" panose="020B0604020202020204" pitchFamily="34" charset="0"/>
              <a:buChar char="•"/>
            </a:pPr>
            <a:r>
              <a:rPr lang="it-IT" b="1" dirty="0"/>
              <a:t>OKD</a:t>
            </a:r>
          </a:p>
          <a:p>
            <a:pPr marL="598488" lvl="3" indent="-285750">
              <a:lnSpc>
                <a:spcPct val="130000"/>
              </a:lnSpc>
              <a:buFont typeface="Wingdings" panose="05000000000000000000" pitchFamily="2" charset="2"/>
              <a:buChar char="q"/>
            </a:pPr>
            <a:r>
              <a:rPr lang="it-IT" dirty="0"/>
              <a:t>Distribuzione open source di </a:t>
            </a:r>
            <a:r>
              <a:rPr lang="it-IT" dirty="0" err="1"/>
              <a:t>OpenShift</a:t>
            </a:r>
            <a:r>
              <a:rPr lang="it-IT" dirty="0"/>
              <a:t> (basato su </a:t>
            </a:r>
            <a:r>
              <a:rPr lang="it-IT" dirty="0" err="1"/>
              <a:t>Kubernetes</a:t>
            </a:r>
            <a:r>
              <a:rPr lang="it-IT" dirty="0"/>
              <a:t>).</a:t>
            </a:r>
          </a:p>
          <a:p>
            <a:pPr marL="598488" lvl="3" indent="-285750">
              <a:lnSpc>
                <a:spcPct val="130000"/>
              </a:lnSpc>
              <a:buFont typeface="Wingdings" panose="05000000000000000000" pitchFamily="2" charset="2"/>
              <a:buChar char="q"/>
            </a:pPr>
            <a:r>
              <a:rPr lang="it-IT" dirty="0"/>
              <a:t>Cluster di nodi che permette di orchestrare e gestire applicazioni containerizzate in maniera scalabile e resiliente.</a:t>
            </a:r>
          </a:p>
          <a:p>
            <a:pPr marL="598488" lvl="3" indent="-285750">
              <a:lnSpc>
                <a:spcPct val="130000"/>
              </a:lnSpc>
              <a:buFont typeface="Wingdings" panose="05000000000000000000" pitchFamily="2" charset="2"/>
              <a:buChar char="q"/>
            </a:pPr>
            <a:r>
              <a:rPr lang="it-IT" dirty="0"/>
              <a:t>Include funzionalità avanzate come gestione di deployment, networking, storage e sicurezza.</a:t>
            </a:r>
          </a:p>
          <a:p>
            <a:pPr marL="285750" indent="-285750">
              <a:lnSpc>
                <a:spcPct val="130000"/>
              </a:lnSpc>
              <a:spcBef>
                <a:spcPts val="600"/>
              </a:spcBef>
              <a:buFont typeface="Arial" panose="020B0604020202020204" pitchFamily="34" charset="0"/>
              <a:buChar char="•"/>
            </a:pPr>
            <a:r>
              <a:rPr lang="it-IT" b="1" dirty="0" err="1"/>
              <a:t>Pod</a:t>
            </a:r>
            <a:endParaRPr lang="it-IT" dirty="0"/>
          </a:p>
          <a:p>
            <a:pPr marL="598488" lvl="3" indent="-285750">
              <a:lnSpc>
                <a:spcPct val="130000"/>
              </a:lnSpc>
              <a:buFont typeface="Wingdings" panose="05000000000000000000" pitchFamily="2" charset="2"/>
              <a:buChar char="q"/>
            </a:pPr>
            <a:r>
              <a:rPr lang="it-IT" dirty="0"/>
              <a:t>Unità minima di esecuzione all’interno di </a:t>
            </a:r>
            <a:r>
              <a:rPr lang="it-IT" dirty="0" err="1"/>
              <a:t>Kubernetes</a:t>
            </a:r>
            <a:r>
              <a:rPr lang="it-IT" dirty="0"/>
              <a:t> / OKD.</a:t>
            </a:r>
          </a:p>
          <a:p>
            <a:pPr marL="598488" lvl="3" indent="-285750">
              <a:lnSpc>
                <a:spcPct val="130000"/>
              </a:lnSpc>
              <a:buFont typeface="Wingdings" panose="05000000000000000000" pitchFamily="2" charset="2"/>
              <a:buChar char="q"/>
            </a:pPr>
            <a:r>
              <a:rPr lang="it-IT" dirty="0"/>
              <a:t>Può contenere </a:t>
            </a:r>
            <a:r>
              <a:rPr lang="it-IT" b="1" dirty="0"/>
              <a:t>uno o più container</a:t>
            </a:r>
            <a:r>
              <a:rPr lang="it-IT" dirty="0"/>
              <a:t> che condividono </a:t>
            </a:r>
            <a:r>
              <a:rPr lang="it-IT" b="1" dirty="0"/>
              <a:t>storage, rete e configurazioni</a:t>
            </a:r>
            <a:r>
              <a:rPr lang="it-IT" dirty="0"/>
              <a:t>.</a:t>
            </a:r>
          </a:p>
          <a:p>
            <a:pPr marL="598488" lvl="3" indent="-285750">
              <a:lnSpc>
                <a:spcPct val="130000"/>
              </a:lnSpc>
              <a:buFont typeface="Wingdings" panose="05000000000000000000" pitchFamily="2" charset="2"/>
              <a:buChar char="q"/>
            </a:pPr>
            <a:r>
              <a:rPr lang="it-IT" dirty="0"/>
              <a:t>I </a:t>
            </a:r>
            <a:r>
              <a:rPr lang="it-IT" dirty="0" err="1"/>
              <a:t>pod</a:t>
            </a:r>
            <a:r>
              <a:rPr lang="it-IT" dirty="0"/>
              <a:t> vengono creati e gestiti tramite </a:t>
            </a:r>
            <a:r>
              <a:rPr lang="it-IT" b="1" dirty="0"/>
              <a:t>Deployment</a:t>
            </a:r>
            <a:r>
              <a:rPr lang="it-IT" dirty="0"/>
              <a:t>.</a:t>
            </a:r>
          </a:p>
          <a:p>
            <a:pPr marL="285750" indent="-285750">
              <a:lnSpc>
                <a:spcPct val="130000"/>
              </a:lnSpc>
              <a:spcBef>
                <a:spcPts val="600"/>
              </a:spcBef>
              <a:buFont typeface="Arial" panose="020B0604020202020204" pitchFamily="34" charset="0"/>
              <a:buChar char="•"/>
            </a:pPr>
            <a:r>
              <a:rPr lang="it-IT" b="1" dirty="0"/>
              <a:t>Deployment</a:t>
            </a:r>
            <a:endParaRPr lang="it-IT" dirty="0"/>
          </a:p>
          <a:p>
            <a:pPr marL="598488" lvl="3" indent="-285750">
              <a:lnSpc>
                <a:spcPct val="130000"/>
              </a:lnSpc>
              <a:buFont typeface="Wingdings" panose="05000000000000000000" pitchFamily="2" charset="2"/>
              <a:buChar char="q"/>
            </a:pPr>
            <a:r>
              <a:rPr lang="it-IT" dirty="0"/>
              <a:t>Definisce come</a:t>
            </a:r>
            <a:r>
              <a:rPr lang="it-IT" b="1" dirty="0"/>
              <a:t> creare, aggiornare e scalare </a:t>
            </a:r>
            <a:r>
              <a:rPr lang="it-IT" dirty="0"/>
              <a:t>i </a:t>
            </a:r>
            <a:r>
              <a:rPr lang="it-IT" dirty="0" err="1"/>
              <a:t>pod</a:t>
            </a:r>
            <a:r>
              <a:rPr lang="it-IT" dirty="0"/>
              <a:t> all’interno del cluster.</a:t>
            </a:r>
          </a:p>
          <a:p>
            <a:pPr marL="598488" lvl="3" indent="-285750">
              <a:lnSpc>
                <a:spcPct val="130000"/>
              </a:lnSpc>
              <a:buFont typeface="Wingdings" panose="05000000000000000000" pitchFamily="2" charset="2"/>
              <a:buChar char="q"/>
            </a:pPr>
            <a:r>
              <a:rPr lang="it-IT" dirty="0"/>
              <a:t>Garantisce che </a:t>
            </a:r>
            <a:r>
              <a:rPr lang="it-IT" b="1" dirty="0"/>
              <a:t>lo stato desiderato </a:t>
            </a:r>
            <a:r>
              <a:rPr lang="it-IT" dirty="0"/>
              <a:t>dell’applicazione sia mantenuto automaticamente (es. numero di repliche).</a:t>
            </a:r>
          </a:p>
          <a:p>
            <a:pPr marL="285750" indent="-285750">
              <a:lnSpc>
                <a:spcPct val="130000"/>
              </a:lnSpc>
              <a:spcBef>
                <a:spcPts val="600"/>
              </a:spcBef>
              <a:buFont typeface="Arial" panose="020B0604020202020204" pitchFamily="34" charset="0"/>
              <a:buChar char="•"/>
            </a:pPr>
            <a:r>
              <a:rPr lang="it-IT" b="1" dirty="0"/>
              <a:t>File principali per il deployment di un’applicazione</a:t>
            </a:r>
            <a:endParaRPr lang="it-IT" dirty="0"/>
          </a:p>
          <a:p>
            <a:pPr marL="598488" lvl="3" indent="-285750">
              <a:lnSpc>
                <a:spcPct val="130000"/>
              </a:lnSpc>
              <a:buFont typeface="Wingdings" panose="05000000000000000000" pitchFamily="2" charset="2"/>
              <a:buChar char="q"/>
            </a:pPr>
            <a:r>
              <a:rPr lang="it-IT" b="1" dirty="0"/>
              <a:t>Secrets</a:t>
            </a:r>
            <a:r>
              <a:rPr lang="it-IT" dirty="0"/>
              <a:t>: gestiscono dati sensibili (password, token, chiavi).</a:t>
            </a:r>
          </a:p>
          <a:p>
            <a:pPr marL="598488" lvl="3" indent="-285750">
              <a:lnSpc>
                <a:spcPct val="130000"/>
              </a:lnSpc>
              <a:buFont typeface="Wingdings" panose="05000000000000000000" pitchFamily="2" charset="2"/>
              <a:buChar char="q"/>
            </a:pPr>
            <a:r>
              <a:rPr lang="it-IT" b="1" dirty="0" err="1"/>
              <a:t>ConfigMap</a:t>
            </a:r>
            <a:r>
              <a:rPr lang="it-IT" dirty="0"/>
              <a:t>: contengono configurazioni non sensibili per l’applicazione.</a:t>
            </a:r>
          </a:p>
          <a:p>
            <a:pPr marL="598488" lvl="3" indent="-285750">
              <a:lnSpc>
                <a:spcPct val="130000"/>
              </a:lnSpc>
              <a:buFont typeface="Wingdings" panose="05000000000000000000" pitchFamily="2" charset="2"/>
              <a:buChar char="q"/>
            </a:pPr>
            <a:r>
              <a:rPr lang="it-IT" b="1" dirty="0"/>
              <a:t>Deployment</a:t>
            </a:r>
            <a:r>
              <a:rPr lang="it-IT" dirty="0"/>
              <a:t>: definisce la creazione, l’aggiornamento e la scalabilità dei </a:t>
            </a:r>
            <a:r>
              <a:rPr lang="it-IT" dirty="0" err="1"/>
              <a:t>pod</a:t>
            </a:r>
            <a:r>
              <a:rPr lang="it-IT" dirty="0"/>
              <a:t>.</a:t>
            </a:r>
          </a:p>
          <a:p>
            <a:pPr marL="598488" lvl="3" indent="-285750">
              <a:lnSpc>
                <a:spcPct val="130000"/>
              </a:lnSpc>
              <a:buFont typeface="Wingdings" panose="05000000000000000000" pitchFamily="2" charset="2"/>
              <a:buChar char="q"/>
            </a:pPr>
            <a:r>
              <a:rPr lang="it-IT" b="1" dirty="0"/>
              <a:t>Service</a:t>
            </a:r>
            <a:r>
              <a:rPr lang="it-IT" dirty="0"/>
              <a:t>: espone i </a:t>
            </a:r>
            <a:r>
              <a:rPr lang="it-IT" dirty="0" err="1"/>
              <a:t>pod</a:t>
            </a:r>
            <a:r>
              <a:rPr lang="it-IT" dirty="0"/>
              <a:t> e li rende raggiungibili all’interno del cluster.</a:t>
            </a:r>
          </a:p>
          <a:p>
            <a:pPr marL="598488" lvl="3" indent="-285750">
              <a:lnSpc>
                <a:spcPct val="130000"/>
              </a:lnSpc>
              <a:buFont typeface="Wingdings" panose="05000000000000000000" pitchFamily="2" charset="2"/>
              <a:buChar char="q"/>
            </a:pPr>
            <a:r>
              <a:rPr lang="it-IT" b="1" dirty="0" err="1"/>
              <a:t>Route</a:t>
            </a:r>
            <a:r>
              <a:rPr lang="it-IT" dirty="0"/>
              <a:t>: espone i servizi all’esterno del cluster tramite URL pubbliche.</a:t>
            </a:r>
          </a:p>
        </p:txBody>
      </p:sp>
      <p:sp>
        <p:nvSpPr>
          <p:cNvPr id="4" name="Slide Number Placeholder 3">
            <a:extLst>
              <a:ext uri="{FF2B5EF4-FFF2-40B4-BE49-F238E27FC236}">
                <a16:creationId xmlns:a16="http://schemas.microsoft.com/office/drawing/2014/main" id="{7BFEF121-4E19-AA60-9B41-6634C95DAFA7}"/>
              </a:ext>
            </a:extLst>
          </p:cNvPr>
          <p:cNvSpPr>
            <a:spLocks noGrp="1"/>
          </p:cNvSpPr>
          <p:nvPr>
            <p:ph type="sldNum" sz="quarter" idx="5"/>
          </p:nvPr>
        </p:nvSpPr>
        <p:spPr/>
        <p:txBody>
          <a:bodyPr/>
          <a:lstStyle/>
          <a:p>
            <a:fld id="{A1FD4C87-9CAF-0C4E-93E7-020DE1465132}" type="slidenum">
              <a:rPr lang="en-IT" smtClean="0"/>
              <a:t>13</a:t>
            </a:fld>
            <a:endParaRPr lang="en-IT"/>
          </a:p>
        </p:txBody>
      </p:sp>
    </p:spTree>
    <p:extLst>
      <p:ext uri="{BB962C8B-B14F-4D97-AF65-F5344CB8AC3E}">
        <p14:creationId xmlns:p14="http://schemas.microsoft.com/office/powerpoint/2010/main" val="799788047"/>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IT" dirty="0"/>
          </a:p>
        </p:txBody>
      </p:sp>
      <p:sp>
        <p:nvSpPr>
          <p:cNvPr id="4" name="Slide Number Placeholder 3"/>
          <p:cNvSpPr>
            <a:spLocks noGrp="1"/>
          </p:cNvSpPr>
          <p:nvPr>
            <p:ph type="sldNum" sz="quarter" idx="5"/>
          </p:nvPr>
        </p:nvSpPr>
        <p:spPr/>
        <p:txBody>
          <a:bodyPr/>
          <a:lstStyle/>
          <a:p>
            <a:fld id="{A1FD4C87-9CAF-0C4E-93E7-020DE1465132}" type="slidenum">
              <a:rPr lang="en-IT" smtClean="0"/>
              <a:t>14</a:t>
            </a:fld>
            <a:endParaRPr lang="en-IT"/>
          </a:p>
        </p:txBody>
      </p:sp>
    </p:spTree>
    <p:extLst>
      <p:ext uri="{BB962C8B-B14F-4D97-AF65-F5344CB8AC3E}">
        <p14:creationId xmlns:p14="http://schemas.microsoft.com/office/powerpoint/2010/main" val="1947301536"/>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3" Type="http://schemas.openxmlformats.org/officeDocument/2006/relationships/hyperlink" Target="http://bit.ly/2TyoMsr" TargetMode="External"/><Relationship Id="rId2" Type="http://schemas.openxmlformats.org/officeDocument/2006/relationships/hyperlink" Target="https://bit.ly/3A1uf1Q" TargetMode="External"/><Relationship Id="rId1" Type="http://schemas.openxmlformats.org/officeDocument/2006/relationships/slideMaster" Target="../slideMasters/slideMaster1.xml"/><Relationship Id="rId4" Type="http://schemas.openxmlformats.org/officeDocument/2006/relationships/hyperlink" Target="http://bit.ly/2TtBDfr" TargetMode="Externa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p:bg>
      <p:bgPr>
        <a:solidFill>
          <a:schemeClr val="lt1"/>
        </a:solidFill>
        <a:effectLst/>
      </p:bgPr>
    </p:bg>
    <p:spTree>
      <p:nvGrpSpPr>
        <p:cNvPr id="1" name=""/>
        <p:cNvGrpSpPr/>
        <p:nvPr/>
      </p:nvGrpSpPr>
      <p:grpSpPr>
        <a:xfrm>
          <a:off x="0" y="0"/>
          <a:ext cx="0" cy="0"/>
          <a:chOff x="0" y="0"/>
          <a:chExt cx="0" cy="0"/>
        </a:xfrm>
      </p:grpSpPr>
      <p:sp>
        <p:nvSpPr>
          <p:cNvPr id="2" name="PlaceHolder 1"/>
          <p:cNvSpPr>
            <a:spLocks noGrp="1"/>
          </p:cNvSpPr>
          <p:nvPr>
            <p:ph type="title"/>
          </p:nvPr>
        </p:nvSpPr>
        <p:spPr>
          <a:xfrm>
            <a:off x="713160" y="539640"/>
            <a:ext cx="4807080" cy="2003760"/>
          </a:xfrm>
          <a:prstGeom prst="rect">
            <a:avLst/>
          </a:prstGeom>
          <a:noFill/>
          <a:ln w="0">
            <a:noFill/>
          </a:ln>
        </p:spPr>
        <p:txBody>
          <a:bodyPr lIns="91440" tIns="91440" rIns="91440" bIns="91440" anchor="ctr">
            <a:noAutofit/>
          </a:bodyPr>
          <a:lstStyle/>
          <a:p>
            <a:pPr indent="0">
              <a:buNone/>
            </a:pPr>
            <a:r>
              <a:rPr lang="fr-FR" sz="3800" b="0" u="none" strike="noStrike">
                <a:solidFill>
                  <a:schemeClr val="dk1"/>
                </a:solidFill>
                <a:effectLst/>
                <a:uFillTx/>
                <a:latin typeface="Arial"/>
              </a:rPr>
              <a:t>Click to edit the title text format</a:t>
            </a:r>
          </a:p>
        </p:txBody>
      </p:sp>
      <p:sp>
        <p:nvSpPr>
          <p:cNvPr id="3" name="PlaceHolder 2"/>
          <p:cNvSpPr>
            <a:spLocks noGrp="1"/>
          </p:cNvSpPr>
          <p:nvPr>
            <p:ph type="body"/>
          </p:nvPr>
        </p:nvSpPr>
        <p:spPr>
          <a:xfrm>
            <a:off x="5654880" y="1312560"/>
            <a:ext cx="2851920" cy="2851920"/>
          </a:xfrm>
          <a:prstGeom prst="rect">
            <a:avLst/>
          </a:prstGeom>
          <a:noFill/>
          <a:ln w="76320">
            <a:solidFill>
              <a:schemeClr val="lt1"/>
            </a:solidFill>
            <a:round/>
          </a:ln>
        </p:spPr>
        <p:txBody>
          <a:bodyPr lIns="90000" tIns="45000" rIns="90000" bIns="45000" anchor="t">
            <a:normAutofit fontScale="40000" lnSpcReduction="19999"/>
          </a:bodyPr>
          <a:lstStyle/>
          <a:p>
            <a:pPr marL="432000" indent="-324000">
              <a:spcBef>
                <a:spcPts val="1417"/>
              </a:spcBef>
              <a:buClr>
                <a:srgbClr val="000000"/>
              </a:buClr>
              <a:buSzPct val="45000"/>
              <a:buFont typeface="Wingdings" charset="2"/>
              <a:buChar char=""/>
            </a:pPr>
            <a:r>
              <a:rPr lang="fr-FR" sz="1800" b="0" u="none" strike="noStrike">
                <a:solidFill>
                  <a:srgbClr val="000000"/>
                </a:solidFill>
                <a:effectLst/>
                <a:uFillTx/>
                <a:latin typeface="Arial"/>
              </a:rPr>
              <a:t>Click to edit the outline text format</a:t>
            </a:r>
          </a:p>
          <a:p>
            <a:pPr marL="864000" lvl="1" indent="-324000">
              <a:spcBef>
                <a:spcPts val="1134"/>
              </a:spcBef>
              <a:buClr>
                <a:srgbClr val="000000"/>
              </a:buClr>
              <a:buSzPct val="75000"/>
              <a:buFont typeface="Symbol" charset="2"/>
              <a:buChar char=""/>
            </a:pPr>
            <a:r>
              <a:rPr lang="fr-FR" sz="1800" b="0" u="none" strike="noStrike">
                <a:solidFill>
                  <a:srgbClr val="000000"/>
                </a:solidFill>
                <a:effectLst/>
                <a:uFillTx/>
                <a:latin typeface="Arial"/>
              </a:rPr>
              <a:t>Second Outline Level</a:t>
            </a:r>
          </a:p>
          <a:p>
            <a:pPr marL="1296000" lvl="2" indent="-288000">
              <a:spcBef>
                <a:spcPts val="850"/>
              </a:spcBef>
              <a:buClr>
                <a:srgbClr val="000000"/>
              </a:buClr>
              <a:buSzPct val="45000"/>
              <a:buFont typeface="Wingdings" charset="2"/>
              <a:buChar char=""/>
            </a:pPr>
            <a:r>
              <a:rPr lang="fr-FR" sz="1800" b="0" u="none" strike="noStrike">
                <a:solidFill>
                  <a:srgbClr val="000000"/>
                </a:solidFill>
                <a:effectLst/>
                <a:uFillTx/>
                <a:latin typeface="Arial"/>
              </a:rPr>
              <a:t>Third Outline Level</a:t>
            </a:r>
          </a:p>
          <a:p>
            <a:pPr marL="1728000" lvl="3" indent="-216000">
              <a:spcBef>
                <a:spcPts val="567"/>
              </a:spcBef>
              <a:buClr>
                <a:srgbClr val="000000"/>
              </a:buClr>
              <a:buSzPct val="75000"/>
              <a:buFont typeface="Symbol" charset="2"/>
              <a:buChar char=""/>
            </a:pPr>
            <a:r>
              <a:rPr lang="fr-FR" sz="1800" b="0" u="none" strike="noStrike">
                <a:solidFill>
                  <a:srgbClr val="000000"/>
                </a:solidFill>
                <a:effectLst/>
                <a:uFillTx/>
                <a:latin typeface="Arial"/>
              </a:rPr>
              <a:t>Fourth Outline Level</a:t>
            </a:r>
          </a:p>
          <a:p>
            <a:pPr marL="2160000" lvl="4" indent="-216000">
              <a:spcBef>
                <a:spcPts val="283"/>
              </a:spcBef>
              <a:buClr>
                <a:srgbClr val="000000"/>
              </a:buClr>
              <a:buSzPct val="45000"/>
              <a:buFont typeface="Wingdings" charset="2"/>
              <a:buChar char=""/>
            </a:pPr>
            <a:r>
              <a:rPr lang="fr-FR" sz="1800" b="0" u="none" strike="noStrike">
                <a:solidFill>
                  <a:srgbClr val="000000"/>
                </a:solidFill>
                <a:effectLst/>
                <a:uFillTx/>
                <a:latin typeface="Arial"/>
              </a:rPr>
              <a:t>Fifth Outline Level</a:t>
            </a:r>
          </a:p>
          <a:p>
            <a:pPr marL="2592000" lvl="5" indent="-216000">
              <a:spcBef>
                <a:spcPts val="283"/>
              </a:spcBef>
              <a:buClr>
                <a:srgbClr val="000000"/>
              </a:buClr>
              <a:buSzPct val="45000"/>
              <a:buFont typeface="Wingdings" charset="2"/>
              <a:buChar char=""/>
            </a:pPr>
            <a:r>
              <a:rPr lang="fr-FR" sz="1800" b="0" u="none" strike="noStrike">
                <a:solidFill>
                  <a:srgbClr val="000000"/>
                </a:solidFill>
                <a:effectLst/>
                <a:uFillTx/>
                <a:latin typeface="Arial"/>
              </a:rPr>
              <a:t>Sixth Outline Level</a:t>
            </a:r>
          </a:p>
          <a:p>
            <a:pPr marL="3024000" lvl="6" indent="-216000">
              <a:spcBef>
                <a:spcPts val="283"/>
              </a:spcBef>
              <a:buClr>
                <a:srgbClr val="000000"/>
              </a:buClr>
              <a:buSzPct val="45000"/>
              <a:buFont typeface="Wingdings" charset="2"/>
              <a:buChar char=""/>
            </a:pPr>
            <a:r>
              <a:rPr lang="fr-FR" sz="1800" b="0" u="none" strike="noStrike">
                <a:solidFill>
                  <a:srgbClr val="000000"/>
                </a:solidFill>
                <a:effectLst/>
                <a:uFillTx/>
                <a:latin typeface="Arial"/>
              </a:rPr>
              <a:t>Seventh Outline Level</a:t>
            </a: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blank" preserve="1">
  <p:cSld name="BIG_NUMBER">
    <p:bg>
      <p:bgPr>
        <a:solidFill>
          <a:schemeClr val="lt1"/>
        </a:solidFill>
        <a:effectLst/>
      </p:bgPr>
    </p:bg>
    <p:spTree>
      <p:nvGrpSpPr>
        <p:cNvPr id="1" name=""/>
        <p:cNvGrpSpPr/>
        <p:nvPr/>
      </p:nvGrpSpPr>
      <p:grpSpPr>
        <a:xfrm>
          <a:off x="0" y="0"/>
          <a:ext cx="0" cy="0"/>
          <a:chOff x="0" y="0"/>
          <a:chExt cx="0" cy="0"/>
        </a:xfrm>
      </p:grpSpPr>
      <p:sp>
        <p:nvSpPr>
          <p:cNvPr id="4" name="PlaceHolder 1"/>
          <p:cNvSpPr>
            <a:spLocks noGrp="1"/>
          </p:cNvSpPr>
          <p:nvPr>
            <p:ph type="title"/>
          </p:nvPr>
        </p:nvSpPr>
        <p:spPr>
          <a:xfrm>
            <a:off x="713160" y="1440000"/>
            <a:ext cx="4032720" cy="1080360"/>
          </a:xfrm>
          <a:prstGeom prst="rect">
            <a:avLst/>
          </a:prstGeom>
          <a:solidFill>
            <a:schemeClr val="lt2"/>
          </a:solidFill>
          <a:ln w="0">
            <a:noFill/>
          </a:ln>
        </p:spPr>
        <p:txBody>
          <a:bodyPr lIns="91440" tIns="91440" rIns="91440" bIns="91440" anchor="ctr">
            <a:noAutofit/>
          </a:bodyPr>
          <a:lstStyle/>
          <a:p>
            <a:pPr indent="0">
              <a:lnSpc>
                <a:spcPct val="100000"/>
              </a:lnSpc>
              <a:buNone/>
            </a:pPr>
            <a:r>
              <a:rPr lang="fr-FR" sz="5000" b="0" u="none" strike="noStrike">
                <a:solidFill>
                  <a:schemeClr val="dk1"/>
                </a:solidFill>
                <a:effectLst/>
                <a:uFillTx/>
                <a:latin typeface="Archivo Black"/>
                <a:ea typeface="Archivo Black"/>
              </a:rPr>
              <a:t>xx%</a:t>
            </a:r>
            <a:endParaRPr lang="fr-FR" sz="5000" b="0" u="none" strike="noStrike">
              <a:solidFill>
                <a:schemeClr val="dk1"/>
              </a:solidFill>
              <a:effectLst/>
              <a:uFillTx/>
              <a:latin typeface="Arial"/>
            </a:endParaRPr>
          </a:p>
        </p:txBody>
      </p:sp>
      <p:sp>
        <p:nvSpPr>
          <p:cNvPr id="5" name="PlaceHolder 2"/>
          <p:cNvSpPr>
            <a:spLocks noGrp="1"/>
          </p:cNvSpPr>
          <p:nvPr>
            <p:ph type="body"/>
          </p:nvPr>
        </p:nvSpPr>
        <p:spPr>
          <a:xfrm>
            <a:off x="5397480" y="1055160"/>
            <a:ext cx="3033000" cy="3033000"/>
          </a:xfrm>
          <a:prstGeom prst="rect">
            <a:avLst/>
          </a:prstGeom>
          <a:noFill/>
          <a:ln w="38160">
            <a:solidFill>
              <a:schemeClr val="lt1"/>
            </a:solidFill>
            <a:round/>
          </a:ln>
        </p:spPr>
        <p:txBody>
          <a:bodyPr lIns="90000" tIns="45000" rIns="90000" bIns="45000" anchor="t">
            <a:normAutofit fontScale="47500" lnSpcReduction="19999"/>
          </a:bodyPr>
          <a:lstStyle/>
          <a:p>
            <a:pPr marL="432000" indent="-324000">
              <a:spcBef>
                <a:spcPts val="1417"/>
              </a:spcBef>
              <a:buClr>
                <a:srgbClr val="000000"/>
              </a:buClr>
              <a:buSzPct val="45000"/>
              <a:buFont typeface="Wingdings" charset="2"/>
              <a:buChar char=""/>
            </a:pPr>
            <a:r>
              <a:rPr lang="fr-FR" sz="1800" b="0" u="none" strike="noStrike">
                <a:solidFill>
                  <a:srgbClr val="000000"/>
                </a:solidFill>
                <a:effectLst/>
                <a:uFillTx/>
                <a:latin typeface="Arial"/>
              </a:rPr>
              <a:t>Click to edit the outline text format</a:t>
            </a:r>
          </a:p>
          <a:p>
            <a:pPr marL="864000" lvl="1" indent="-324000">
              <a:spcBef>
                <a:spcPts val="1134"/>
              </a:spcBef>
              <a:buClr>
                <a:srgbClr val="000000"/>
              </a:buClr>
              <a:buSzPct val="75000"/>
              <a:buFont typeface="Symbol" charset="2"/>
              <a:buChar char=""/>
            </a:pPr>
            <a:r>
              <a:rPr lang="fr-FR" sz="1800" b="0" u="none" strike="noStrike">
                <a:solidFill>
                  <a:srgbClr val="000000"/>
                </a:solidFill>
                <a:effectLst/>
                <a:uFillTx/>
                <a:latin typeface="Arial"/>
              </a:rPr>
              <a:t>Second Outline Level</a:t>
            </a:r>
          </a:p>
          <a:p>
            <a:pPr marL="1296000" lvl="2" indent="-288000">
              <a:spcBef>
                <a:spcPts val="850"/>
              </a:spcBef>
              <a:buClr>
                <a:srgbClr val="000000"/>
              </a:buClr>
              <a:buSzPct val="45000"/>
              <a:buFont typeface="Wingdings" charset="2"/>
              <a:buChar char=""/>
            </a:pPr>
            <a:r>
              <a:rPr lang="fr-FR" sz="1800" b="0" u="none" strike="noStrike">
                <a:solidFill>
                  <a:srgbClr val="000000"/>
                </a:solidFill>
                <a:effectLst/>
                <a:uFillTx/>
                <a:latin typeface="Arial"/>
              </a:rPr>
              <a:t>Third Outline Level</a:t>
            </a:r>
          </a:p>
          <a:p>
            <a:pPr marL="1728000" lvl="3" indent="-216000">
              <a:spcBef>
                <a:spcPts val="567"/>
              </a:spcBef>
              <a:buClr>
                <a:srgbClr val="000000"/>
              </a:buClr>
              <a:buSzPct val="75000"/>
              <a:buFont typeface="Symbol" charset="2"/>
              <a:buChar char=""/>
            </a:pPr>
            <a:r>
              <a:rPr lang="fr-FR" sz="1800" b="0" u="none" strike="noStrike">
                <a:solidFill>
                  <a:srgbClr val="000000"/>
                </a:solidFill>
                <a:effectLst/>
                <a:uFillTx/>
                <a:latin typeface="Arial"/>
              </a:rPr>
              <a:t>Fourth Outline Level</a:t>
            </a:r>
          </a:p>
          <a:p>
            <a:pPr marL="2160000" lvl="4" indent="-216000">
              <a:spcBef>
                <a:spcPts val="283"/>
              </a:spcBef>
              <a:buClr>
                <a:srgbClr val="000000"/>
              </a:buClr>
              <a:buSzPct val="45000"/>
              <a:buFont typeface="Wingdings" charset="2"/>
              <a:buChar char=""/>
            </a:pPr>
            <a:r>
              <a:rPr lang="fr-FR" sz="1800" b="0" u="none" strike="noStrike">
                <a:solidFill>
                  <a:srgbClr val="000000"/>
                </a:solidFill>
                <a:effectLst/>
                <a:uFillTx/>
                <a:latin typeface="Arial"/>
              </a:rPr>
              <a:t>Fifth Outline Level</a:t>
            </a:r>
          </a:p>
          <a:p>
            <a:pPr marL="2592000" lvl="5" indent="-216000">
              <a:spcBef>
                <a:spcPts val="283"/>
              </a:spcBef>
              <a:buClr>
                <a:srgbClr val="000000"/>
              </a:buClr>
              <a:buSzPct val="45000"/>
              <a:buFont typeface="Wingdings" charset="2"/>
              <a:buChar char=""/>
            </a:pPr>
            <a:r>
              <a:rPr lang="fr-FR" sz="1800" b="0" u="none" strike="noStrike">
                <a:solidFill>
                  <a:srgbClr val="000000"/>
                </a:solidFill>
                <a:effectLst/>
                <a:uFillTx/>
                <a:latin typeface="Arial"/>
              </a:rPr>
              <a:t>Sixth Outline Level</a:t>
            </a:r>
          </a:p>
          <a:p>
            <a:pPr marL="3024000" lvl="6" indent="-216000">
              <a:spcBef>
                <a:spcPts val="283"/>
              </a:spcBef>
              <a:buClr>
                <a:srgbClr val="000000"/>
              </a:buClr>
              <a:buSzPct val="45000"/>
              <a:buFont typeface="Wingdings" charset="2"/>
              <a:buChar char=""/>
            </a:pPr>
            <a:r>
              <a:rPr lang="fr-FR" sz="1800" b="0" u="none" strike="noStrike">
                <a:solidFill>
                  <a:srgbClr val="000000"/>
                </a:solidFill>
                <a:effectLst/>
                <a:uFillTx/>
                <a:latin typeface="Arial"/>
              </a:rPr>
              <a:t>Seventh Outline Level</a:t>
            </a:r>
          </a:p>
        </p:txBody>
      </p:sp>
      <p:grpSp>
        <p:nvGrpSpPr>
          <p:cNvPr id="6" name="Google Shape;146;p11"/>
          <p:cNvGrpSpPr/>
          <p:nvPr/>
        </p:nvGrpSpPr>
        <p:grpSpPr>
          <a:xfrm>
            <a:off x="3333960" y="4349160"/>
            <a:ext cx="1309320" cy="257400"/>
            <a:chOff x="3333960" y="4349160"/>
            <a:chExt cx="1309320" cy="257400"/>
          </a:xfrm>
        </p:grpSpPr>
        <p:sp>
          <p:nvSpPr>
            <p:cNvPr id="7" name="Google Shape;147;p11"/>
            <p:cNvSpPr/>
            <p:nvPr/>
          </p:nvSpPr>
          <p:spPr>
            <a:xfrm flipV="1">
              <a:off x="3753360" y="4533120"/>
              <a:ext cx="73440" cy="73440"/>
            </a:xfrm>
            <a:prstGeom prst="ellipse">
              <a:avLst/>
            </a:prstGeom>
            <a:solidFill>
              <a:schemeClr val="dk1"/>
            </a:solidFill>
            <a:ln w="0">
              <a:noFill/>
            </a:ln>
          </p:spPr>
          <p:style>
            <a:lnRef idx="0">
              <a:scrgbClr r="0" g="0" b="0"/>
            </a:lnRef>
            <a:fillRef idx="0">
              <a:scrgbClr r="0" g="0" b="0"/>
            </a:fillRef>
            <a:effectRef idx="0">
              <a:scrgbClr r="0" g="0" b="0"/>
            </a:effectRef>
            <a:fontRef idx="minor"/>
          </p:style>
          <p:txBody>
            <a:bodyPr tIns="25920" bIns="25920" anchor="ctr">
              <a:noAutofit/>
            </a:bodyPr>
            <a:lstStyle/>
            <a:p>
              <a:pPr defTabSz="914400">
                <a:lnSpc>
                  <a:spcPct val="100000"/>
                </a:lnSpc>
                <a:tabLst>
                  <a:tab pos="0" algn="l"/>
                </a:tabLst>
              </a:pPr>
              <a:endParaRPr lang="en-US" sz="1800" b="0" u="none" strike="noStrike">
                <a:solidFill>
                  <a:srgbClr val="FFFFFF"/>
                </a:solidFill>
                <a:effectLst/>
                <a:uFillTx/>
                <a:latin typeface="OpenSymbol"/>
              </a:endParaRPr>
            </a:p>
          </p:txBody>
        </p:sp>
        <p:sp>
          <p:nvSpPr>
            <p:cNvPr id="8" name="Google Shape;148;p11"/>
            <p:cNvSpPr/>
            <p:nvPr/>
          </p:nvSpPr>
          <p:spPr>
            <a:xfrm flipV="1">
              <a:off x="3957480" y="4533120"/>
              <a:ext cx="73440" cy="73440"/>
            </a:xfrm>
            <a:prstGeom prst="ellipse">
              <a:avLst/>
            </a:prstGeom>
            <a:solidFill>
              <a:schemeClr val="dk1"/>
            </a:solidFill>
            <a:ln w="0">
              <a:noFill/>
            </a:ln>
          </p:spPr>
          <p:style>
            <a:lnRef idx="0">
              <a:scrgbClr r="0" g="0" b="0"/>
            </a:lnRef>
            <a:fillRef idx="0">
              <a:scrgbClr r="0" g="0" b="0"/>
            </a:fillRef>
            <a:effectRef idx="0">
              <a:scrgbClr r="0" g="0" b="0"/>
            </a:effectRef>
            <a:fontRef idx="minor"/>
          </p:style>
          <p:txBody>
            <a:bodyPr tIns="25920" bIns="25920" anchor="ctr">
              <a:noAutofit/>
            </a:bodyPr>
            <a:lstStyle/>
            <a:p>
              <a:pPr defTabSz="914400">
                <a:lnSpc>
                  <a:spcPct val="100000"/>
                </a:lnSpc>
                <a:tabLst>
                  <a:tab pos="0" algn="l"/>
                </a:tabLst>
              </a:pPr>
              <a:endParaRPr lang="en-US" sz="1800" b="0" u="none" strike="noStrike">
                <a:solidFill>
                  <a:srgbClr val="FFFFFF"/>
                </a:solidFill>
                <a:effectLst/>
                <a:uFillTx/>
                <a:latin typeface="OpenSymbol"/>
              </a:endParaRPr>
            </a:p>
          </p:txBody>
        </p:sp>
        <p:sp>
          <p:nvSpPr>
            <p:cNvPr id="9" name="Google Shape;149;p11"/>
            <p:cNvSpPr/>
            <p:nvPr/>
          </p:nvSpPr>
          <p:spPr>
            <a:xfrm flipV="1">
              <a:off x="4161600" y="4533120"/>
              <a:ext cx="73440" cy="73440"/>
            </a:xfrm>
            <a:prstGeom prst="ellipse">
              <a:avLst/>
            </a:prstGeom>
            <a:solidFill>
              <a:schemeClr val="dk1"/>
            </a:solidFill>
            <a:ln w="0">
              <a:noFill/>
            </a:ln>
          </p:spPr>
          <p:style>
            <a:lnRef idx="0">
              <a:scrgbClr r="0" g="0" b="0"/>
            </a:lnRef>
            <a:fillRef idx="0">
              <a:scrgbClr r="0" g="0" b="0"/>
            </a:fillRef>
            <a:effectRef idx="0">
              <a:scrgbClr r="0" g="0" b="0"/>
            </a:effectRef>
            <a:fontRef idx="minor"/>
          </p:style>
          <p:txBody>
            <a:bodyPr tIns="25920" bIns="25920" anchor="ctr">
              <a:noAutofit/>
            </a:bodyPr>
            <a:lstStyle/>
            <a:p>
              <a:pPr defTabSz="914400">
                <a:lnSpc>
                  <a:spcPct val="100000"/>
                </a:lnSpc>
                <a:tabLst>
                  <a:tab pos="0" algn="l"/>
                </a:tabLst>
              </a:pPr>
              <a:endParaRPr lang="en-US" sz="1800" b="0" u="none" strike="noStrike">
                <a:solidFill>
                  <a:srgbClr val="FFFFFF"/>
                </a:solidFill>
                <a:effectLst/>
                <a:uFillTx/>
                <a:latin typeface="OpenSymbol"/>
              </a:endParaRPr>
            </a:p>
          </p:txBody>
        </p:sp>
        <p:sp>
          <p:nvSpPr>
            <p:cNvPr id="10" name="Google Shape;150;p11"/>
            <p:cNvSpPr/>
            <p:nvPr/>
          </p:nvSpPr>
          <p:spPr>
            <a:xfrm flipV="1">
              <a:off x="4365720" y="4533120"/>
              <a:ext cx="73440" cy="73440"/>
            </a:xfrm>
            <a:prstGeom prst="ellipse">
              <a:avLst/>
            </a:prstGeom>
            <a:solidFill>
              <a:schemeClr val="dk1"/>
            </a:solidFill>
            <a:ln w="0">
              <a:noFill/>
            </a:ln>
          </p:spPr>
          <p:style>
            <a:lnRef idx="0">
              <a:scrgbClr r="0" g="0" b="0"/>
            </a:lnRef>
            <a:fillRef idx="0">
              <a:scrgbClr r="0" g="0" b="0"/>
            </a:fillRef>
            <a:effectRef idx="0">
              <a:scrgbClr r="0" g="0" b="0"/>
            </a:effectRef>
            <a:fontRef idx="minor"/>
          </p:style>
          <p:txBody>
            <a:bodyPr tIns="25920" bIns="25920" anchor="ctr">
              <a:noAutofit/>
            </a:bodyPr>
            <a:lstStyle/>
            <a:p>
              <a:pPr defTabSz="914400">
                <a:lnSpc>
                  <a:spcPct val="100000"/>
                </a:lnSpc>
                <a:tabLst>
                  <a:tab pos="0" algn="l"/>
                </a:tabLst>
              </a:pPr>
              <a:endParaRPr lang="en-US" sz="1800" b="0" u="none" strike="noStrike">
                <a:solidFill>
                  <a:srgbClr val="FFFFFF"/>
                </a:solidFill>
                <a:effectLst/>
                <a:uFillTx/>
                <a:latin typeface="OpenSymbol"/>
              </a:endParaRPr>
            </a:p>
          </p:txBody>
        </p:sp>
        <p:sp>
          <p:nvSpPr>
            <p:cNvPr id="11" name="Google Shape;151;p11"/>
            <p:cNvSpPr/>
            <p:nvPr/>
          </p:nvSpPr>
          <p:spPr>
            <a:xfrm flipV="1">
              <a:off x="4569840" y="4533120"/>
              <a:ext cx="73440" cy="73440"/>
            </a:xfrm>
            <a:prstGeom prst="ellipse">
              <a:avLst/>
            </a:prstGeom>
            <a:solidFill>
              <a:schemeClr val="dk1"/>
            </a:solidFill>
            <a:ln w="0">
              <a:noFill/>
            </a:ln>
          </p:spPr>
          <p:style>
            <a:lnRef idx="0">
              <a:scrgbClr r="0" g="0" b="0"/>
            </a:lnRef>
            <a:fillRef idx="0">
              <a:scrgbClr r="0" g="0" b="0"/>
            </a:fillRef>
            <a:effectRef idx="0">
              <a:scrgbClr r="0" g="0" b="0"/>
            </a:effectRef>
            <a:fontRef idx="minor"/>
          </p:style>
          <p:txBody>
            <a:bodyPr tIns="25920" bIns="25920" anchor="ctr">
              <a:noAutofit/>
            </a:bodyPr>
            <a:lstStyle/>
            <a:p>
              <a:pPr defTabSz="914400">
                <a:lnSpc>
                  <a:spcPct val="100000"/>
                </a:lnSpc>
                <a:tabLst>
                  <a:tab pos="0" algn="l"/>
                </a:tabLst>
              </a:pPr>
              <a:endParaRPr lang="en-US" sz="1800" b="0" u="none" strike="noStrike">
                <a:solidFill>
                  <a:srgbClr val="FFFFFF"/>
                </a:solidFill>
                <a:effectLst/>
                <a:uFillTx/>
                <a:latin typeface="OpenSymbol"/>
              </a:endParaRPr>
            </a:p>
          </p:txBody>
        </p:sp>
        <p:sp>
          <p:nvSpPr>
            <p:cNvPr id="12" name="Google Shape;152;p11"/>
            <p:cNvSpPr/>
            <p:nvPr/>
          </p:nvSpPr>
          <p:spPr>
            <a:xfrm flipV="1">
              <a:off x="3333960" y="4349160"/>
              <a:ext cx="73440" cy="73440"/>
            </a:xfrm>
            <a:prstGeom prst="ellipse">
              <a:avLst/>
            </a:prstGeom>
            <a:solidFill>
              <a:schemeClr val="dk1"/>
            </a:solidFill>
            <a:ln w="0">
              <a:noFill/>
            </a:ln>
          </p:spPr>
          <p:style>
            <a:lnRef idx="0">
              <a:scrgbClr r="0" g="0" b="0"/>
            </a:lnRef>
            <a:fillRef idx="0">
              <a:scrgbClr r="0" g="0" b="0"/>
            </a:fillRef>
            <a:effectRef idx="0">
              <a:scrgbClr r="0" g="0" b="0"/>
            </a:effectRef>
            <a:fontRef idx="minor"/>
          </p:style>
          <p:txBody>
            <a:bodyPr tIns="25920" bIns="25920" anchor="ctr">
              <a:noAutofit/>
            </a:bodyPr>
            <a:lstStyle/>
            <a:p>
              <a:pPr defTabSz="914400">
                <a:lnSpc>
                  <a:spcPct val="100000"/>
                </a:lnSpc>
                <a:tabLst>
                  <a:tab pos="0" algn="l"/>
                </a:tabLst>
              </a:pPr>
              <a:endParaRPr lang="en-US" sz="1800" b="0" u="none" strike="noStrike">
                <a:solidFill>
                  <a:srgbClr val="FFFFFF"/>
                </a:solidFill>
                <a:effectLst/>
                <a:uFillTx/>
                <a:latin typeface="OpenSymbol"/>
              </a:endParaRPr>
            </a:p>
          </p:txBody>
        </p:sp>
        <p:sp>
          <p:nvSpPr>
            <p:cNvPr id="13" name="Google Shape;153;p11"/>
            <p:cNvSpPr/>
            <p:nvPr/>
          </p:nvSpPr>
          <p:spPr>
            <a:xfrm flipV="1">
              <a:off x="3538080" y="4349160"/>
              <a:ext cx="73440" cy="73440"/>
            </a:xfrm>
            <a:prstGeom prst="ellipse">
              <a:avLst/>
            </a:prstGeom>
            <a:solidFill>
              <a:schemeClr val="dk1"/>
            </a:solidFill>
            <a:ln w="0">
              <a:noFill/>
            </a:ln>
          </p:spPr>
          <p:style>
            <a:lnRef idx="0">
              <a:scrgbClr r="0" g="0" b="0"/>
            </a:lnRef>
            <a:fillRef idx="0">
              <a:scrgbClr r="0" g="0" b="0"/>
            </a:fillRef>
            <a:effectRef idx="0">
              <a:scrgbClr r="0" g="0" b="0"/>
            </a:effectRef>
            <a:fontRef idx="minor"/>
          </p:style>
          <p:txBody>
            <a:bodyPr tIns="25920" bIns="25920" anchor="ctr">
              <a:noAutofit/>
            </a:bodyPr>
            <a:lstStyle/>
            <a:p>
              <a:pPr defTabSz="914400">
                <a:lnSpc>
                  <a:spcPct val="100000"/>
                </a:lnSpc>
                <a:tabLst>
                  <a:tab pos="0" algn="l"/>
                </a:tabLst>
              </a:pPr>
              <a:endParaRPr lang="en-US" sz="1800" b="0" u="none" strike="noStrike">
                <a:solidFill>
                  <a:srgbClr val="FFFFFF"/>
                </a:solidFill>
                <a:effectLst/>
                <a:uFillTx/>
                <a:latin typeface="OpenSymbol"/>
              </a:endParaRPr>
            </a:p>
          </p:txBody>
        </p:sp>
        <p:sp>
          <p:nvSpPr>
            <p:cNvPr id="14" name="Google Shape;154;p11"/>
            <p:cNvSpPr/>
            <p:nvPr/>
          </p:nvSpPr>
          <p:spPr>
            <a:xfrm flipV="1">
              <a:off x="3742200" y="4349160"/>
              <a:ext cx="73440" cy="73440"/>
            </a:xfrm>
            <a:prstGeom prst="ellipse">
              <a:avLst/>
            </a:prstGeom>
            <a:solidFill>
              <a:schemeClr val="dk1"/>
            </a:solidFill>
            <a:ln w="0">
              <a:noFill/>
            </a:ln>
          </p:spPr>
          <p:style>
            <a:lnRef idx="0">
              <a:scrgbClr r="0" g="0" b="0"/>
            </a:lnRef>
            <a:fillRef idx="0">
              <a:scrgbClr r="0" g="0" b="0"/>
            </a:fillRef>
            <a:effectRef idx="0">
              <a:scrgbClr r="0" g="0" b="0"/>
            </a:effectRef>
            <a:fontRef idx="minor"/>
          </p:style>
          <p:txBody>
            <a:bodyPr tIns="25920" bIns="25920" anchor="ctr">
              <a:noAutofit/>
            </a:bodyPr>
            <a:lstStyle/>
            <a:p>
              <a:pPr defTabSz="914400">
                <a:lnSpc>
                  <a:spcPct val="100000"/>
                </a:lnSpc>
                <a:tabLst>
                  <a:tab pos="0" algn="l"/>
                </a:tabLst>
              </a:pPr>
              <a:endParaRPr lang="en-US" sz="1800" b="0" u="none" strike="noStrike">
                <a:solidFill>
                  <a:srgbClr val="FFFFFF"/>
                </a:solidFill>
                <a:effectLst/>
                <a:uFillTx/>
                <a:latin typeface="OpenSymbol"/>
              </a:endParaRPr>
            </a:p>
          </p:txBody>
        </p:sp>
        <p:sp>
          <p:nvSpPr>
            <p:cNvPr id="15" name="Google Shape;155;p11"/>
            <p:cNvSpPr/>
            <p:nvPr/>
          </p:nvSpPr>
          <p:spPr>
            <a:xfrm flipV="1">
              <a:off x="3946320" y="4349160"/>
              <a:ext cx="73440" cy="73440"/>
            </a:xfrm>
            <a:prstGeom prst="ellipse">
              <a:avLst/>
            </a:prstGeom>
            <a:solidFill>
              <a:schemeClr val="dk1"/>
            </a:solidFill>
            <a:ln w="0">
              <a:noFill/>
            </a:ln>
          </p:spPr>
          <p:style>
            <a:lnRef idx="0">
              <a:scrgbClr r="0" g="0" b="0"/>
            </a:lnRef>
            <a:fillRef idx="0">
              <a:scrgbClr r="0" g="0" b="0"/>
            </a:fillRef>
            <a:effectRef idx="0">
              <a:scrgbClr r="0" g="0" b="0"/>
            </a:effectRef>
            <a:fontRef idx="minor"/>
          </p:style>
          <p:txBody>
            <a:bodyPr tIns="25920" bIns="25920" anchor="ctr">
              <a:noAutofit/>
            </a:bodyPr>
            <a:lstStyle/>
            <a:p>
              <a:pPr defTabSz="914400">
                <a:lnSpc>
                  <a:spcPct val="100000"/>
                </a:lnSpc>
                <a:tabLst>
                  <a:tab pos="0" algn="l"/>
                </a:tabLst>
              </a:pPr>
              <a:endParaRPr lang="en-US" sz="1800" b="0" u="none" strike="noStrike">
                <a:solidFill>
                  <a:srgbClr val="FFFFFF"/>
                </a:solidFill>
                <a:effectLst/>
                <a:uFillTx/>
                <a:latin typeface="OpenSymbol"/>
              </a:endParaRPr>
            </a:p>
          </p:txBody>
        </p:sp>
        <p:sp>
          <p:nvSpPr>
            <p:cNvPr id="16" name="Google Shape;156;p11"/>
            <p:cNvSpPr/>
            <p:nvPr/>
          </p:nvSpPr>
          <p:spPr>
            <a:xfrm flipV="1">
              <a:off x="4150440" y="4349160"/>
              <a:ext cx="73440" cy="73440"/>
            </a:xfrm>
            <a:prstGeom prst="ellipse">
              <a:avLst/>
            </a:prstGeom>
            <a:solidFill>
              <a:schemeClr val="dk1"/>
            </a:solidFill>
            <a:ln w="0">
              <a:noFill/>
            </a:ln>
          </p:spPr>
          <p:style>
            <a:lnRef idx="0">
              <a:scrgbClr r="0" g="0" b="0"/>
            </a:lnRef>
            <a:fillRef idx="0">
              <a:scrgbClr r="0" g="0" b="0"/>
            </a:fillRef>
            <a:effectRef idx="0">
              <a:scrgbClr r="0" g="0" b="0"/>
            </a:effectRef>
            <a:fontRef idx="minor"/>
          </p:style>
          <p:txBody>
            <a:bodyPr tIns="25920" bIns="25920" anchor="ctr">
              <a:noAutofit/>
            </a:bodyPr>
            <a:lstStyle/>
            <a:p>
              <a:pPr defTabSz="914400">
                <a:lnSpc>
                  <a:spcPct val="100000"/>
                </a:lnSpc>
                <a:tabLst>
                  <a:tab pos="0" algn="l"/>
                </a:tabLst>
              </a:pPr>
              <a:endParaRPr lang="en-US" sz="1800" b="0" u="none" strike="noStrike">
                <a:solidFill>
                  <a:srgbClr val="FFFFFF"/>
                </a:solidFill>
                <a:effectLst/>
                <a:uFillTx/>
                <a:latin typeface="OpenSymbol"/>
              </a:endParaRPr>
            </a:p>
          </p:txBody>
        </p:sp>
      </p:gr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blank" preserve="1">
  <p:cSld name="BLANK_1_1_1_1_1_1">
    <p:bg>
      <p:bgPr>
        <a:solidFill>
          <a:schemeClr val="lt1"/>
        </a:solidFill>
        <a:effectLst/>
      </p:bgPr>
    </p:bg>
    <p:spTree>
      <p:nvGrpSpPr>
        <p:cNvPr id="1" name=""/>
        <p:cNvGrpSpPr/>
        <p:nvPr/>
      </p:nvGrpSpPr>
      <p:grpSpPr>
        <a:xfrm>
          <a:off x="0" y="0"/>
          <a:ext cx="0" cy="0"/>
          <a:chOff x="0" y="0"/>
          <a:chExt cx="0" cy="0"/>
        </a:xfrm>
      </p:grpSpPr>
      <p:sp>
        <p:nvSpPr>
          <p:cNvPr id="17" name="PlaceHolder 1"/>
          <p:cNvSpPr>
            <a:spLocks noGrp="1"/>
          </p:cNvSpPr>
          <p:nvPr>
            <p:ph type="title"/>
          </p:nvPr>
        </p:nvSpPr>
        <p:spPr>
          <a:xfrm>
            <a:off x="720000" y="444960"/>
            <a:ext cx="7703640" cy="572400"/>
          </a:xfrm>
          <a:prstGeom prst="rect">
            <a:avLst/>
          </a:prstGeom>
          <a:noFill/>
          <a:ln w="0">
            <a:noFill/>
          </a:ln>
        </p:spPr>
        <p:txBody>
          <a:bodyPr lIns="91440" tIns="91440" rIns="91440" bIns="91440" anchor="t">
            <a:noAutofit/>
          </a:bodyPr>
          <a:lstStyle/>
          <a:p>
            <a:pPr indent="0">
              <a:buNone/>
            </a:pPr>
            <a:r>
              <a:rPr lang="fr-FR" sz="3200" b="0" u="none" strike="noStrike">
                <a:solidFill>
                  <a:schemeClr val="dk1"/>
                </a:solidFill>
                <a:effectLst/>
                <a:uFillTx/>
                <a:latin typeface="Arial"/>
              </a:rPr>
              <a:t>Click to edit the title text format</a:t>
            </a:r>
          </a:p>
        </p:txBody>
      </p:sp>
      <p:sp>
        <p:nvSpPr>
          <p:cNvPr id="18" name="PlaceHolder 2"/>
          <p:cNvSpPr>
            <a:spLocks noGrp="1"/>
          </p:cNvSpPr>
          <p:nvPr>
            <p:ph type="title"/>
          </p:nvPr>
        </p:nvSpPr>
        <p:spPr>
          <a:xfrm>
            <a:off x="796320" y="1633680"/>
            <a:ext cx="707040" cy="1235520"/>
          </a:xfrm>
          <a:prstGeom prst="rect">
            <a:avLst/>
          </a:prstGeom>
          <a:solidFill>
            <a:schemeClr val="lt2"/>
          </a:solidFill>
          <a:ln w="0">
            <a:noFill/>
          </a:ln>
        </p:spPr>
        <p:txBody>
          <a:bodyPr lIns="91440" tIns="91440" rIns="91440" bIns="91440" anchor="ctr">
            <a:noAutofit/>
          </a:bodyPr>
          <a:lstStyle/>
          <a:p>
            <a:pPr indent="0" algn="ctr">
              <a:lnSpc>
                <a:spcPct val="100000"/>
              </a:lnSpc>
              <a:buNone/>
            </a:pPr>
            <a:r>
              <a:rPr lang="fr-FR" sz="3000" b="0" u="none" strike="noStrike">
                <a:solidFill>
                  <a:schemeClr val="dk1"/>
                </a:solidFill>
                <a:effectLst/>
                <a:uFillTx/>
                <a:latin typeface="Archivo Black"/>
                <a:ea typeface="Archivo Black"/>
              </a:rPr>
              <a:t>xx%</a:t>
            </a:r>
            <a:endParaRPr lang="fr-FR" sz="3000" b="0" u="none" strike="noStrike">
              <a:solidFill>
                <a:schemeClr val="dk1"/>
              </a:solidFill>
              <a:effectLst/>
              <a:uFillTx/>
              <a:latin typeface="Arial"/>
            </a:endParaRPr>
          </a:p>
        </p:txBody>
      </p:sp>
      <p:sp>
        <p:nvSpPr>
          <p:cNvPr id="19" name="PlaceHolder 3"/>
          <p:cNvSpPr>
            <a:spLocks noGrp="1"/>
          </p:cNvSpPr>
          <p:nvPr>
            <p:ph type="title"/>
          </p:nvPr>
        </p:nvSpPr>
        <p:spPr>
          <a:xfrm>
            <a:off x="4750920" y="3290760"/>
            <a:ext cx="707040" cy="1235520"/>
          </a:xfrm>
          <a:prstGeom prst="rect">
            <a:avLst/>
          </a:prstGeom>
          <a:solidFill>
            <a:schemeClr val="lt2"/>
          </a:solidFill>
          <a:ln w="0">
            <a:noFill/>
          </a:ln>
        </p:spPr>
        <p:txBody>
          <a:bodyPr lIns="91440" tIns="91440" rIns="91440" bIns="91440" anchor="ctr">
            <a:noAutofit/>
          </a:bodyPr>
          <a:lstStyle/>
          <a:p>
            <a:pPr indent="0" algn="r">
              <a:lnSpc>
                <a:spcPct val="100000"/>
              </a:lnSpc>
              <a:buNone/>
            </a:pPr>
            <a:r>
              <a:rPr lang="fr-FR" sz="3000" b="0" u="none" strike="noStrike">
                <a:solidFill>
                  <a:schemeClr val="dk1"/>
                </a:solidFill>
                <a:effectLst/>
                <a:uFillTx/>
                <a:latin typeface="Archivo Black"/>
                <a:ea typeface="Archivo Black"/>
              </a:rPr>
              <a:t>xx%</a:t>
            </a:r>
            <a:endParaRPr lang="fr-FR" sz="3000" b="0" u="none" strike="noStrike">
              <a:solidFill>
                <a:schemeClr val="dk1"/>
              </a:solidFill>
              <a:effectLst/>
              <a:uFillTx/>
              <a:latin typeface="Arial"/>
            </a:endParaRPr>
          </a:p>
        </p:txBody>
      </p:sp>
      <p:sp>
        <p:nvSpPr>
          <p:cNvPr id="20" name="PlaceHolder 4"/>
          <p:cNvSpPr>
            <a:spLocks noGrp="1"/>
          </p:cNvSpPr>
          <p:nvPr>
            <p:ph type="title"/>
          </p:nvPr>
        </p:nvSpPr>
        <p:spPr>
          <a:xfrm>
            <a:off x="796320" y="3290760"/>
            <a:ext cx="707040" cy="1235520"/>
          </a:xfrm>
          <a:prstGeom prst="rect">
            <a:avLst/>
          </a:prstGeom>
          <a:solidFill>
            <a:schemeClr val="lt2"/>
          </a:solidFill>
          <a:ln w="0">
            <a:noFill/>
          </a:ln>
        </p:spPr>
        <p:txBody>
          <a:bodyPr lIns="91440" tIns="91440" rIns="91440" bIns="91440" anchor="ctr">
            <a:noAutofit/>
          </a:bodyPr>
          <a:lstStyle/>
          <a:p>
            <a:pPr indent="0" algn="r">
              <a:lnSpc>
                <a:spcPct val="100000"/>
              </a:lnSpc>
              <a:buNone/>
            </a:pPr>
            <a:r>
              <a:rPr lang="fr-FR" sz="3000" b="0" u="none" strike="noStrike">
                <a:solidFill>
                  <a:schemeClr val="dk1"/>
                </a:solidFill>
                <a:effectLst/>
                <a:uFillTx/>
                <a:latin typeface="Archivo Black"/>
                <a:ea typeface="Archivo Black"/>
              </a:rPr>
              <a:t>xx%</a:t>
            </a:r>
            <a:endParaRPr lang="fr-FR" sz="3000" b="0" u="none" strike="noStrike">
              <a:solidFill>
                <a:schemeClr val="dk1"/>
              </a:solidFill>
              <a:effectLst/>
              <a:uFillTx/>
              <a:latin typeface="Arial"/>
            </a:endParaRPr>
          </a:p>
        </p:txBody>
      </p:sp>
      <p:sp>
        <p:nvSpPr>
          <p:cNvPr id="21" name="PlaceHolder 5"/>
          <p:cNvSpPr>
            <a:spLocks noGrp="1"/>
          </p:cNvSpPr>
          <p:nvPr>
            <p:ph type="title"/>
          </p:nvPr>
        </p:nvSpPr>
        <p:spPr>
          <a:xfrm>
            <a:off x="4750920" y="1633680"/>
            <a:ext cx="707040" cy="1235520"/>
          </a:xfrm>
          <a:prstGeom prst="rect">
            <a:avLst/>
          </a:prstGeom>
          <a:solidFill>
            <a:schemeClr val="lt2"/>
          </a:solidFill>
          <a:ln w="0">
            <a:noFill/>
          </a:ln>
        </p:spPr>
        <p:txBody>
          <a:bodyPr lIns="91440" tIns="91440" rIns="91440" bIns="91440" anchor="ctr">
            <a:noAutofit/>
          </a:bodyPr>
          <a:lstStyle/>
          <a:p>
            <a:pPr indent="0" algn="r">
              <a:lnSpc>
                <a:spcPct val="100000"/>
              </a:lnSpc>
              <a:buNone/>
            </a:pPr>
            <a:r>
              <a:rPr lang="fr-FR" sz="3000" b="0" u="none" strike="noStrike">
                <a:solidFill>
                  <a:schemeClr val="dk1"/>
                </a:solidFill>
                <a:effectLst/>
                <a:uFillTx/>
                <a:latin typeface="Archivo Black"/>
                <a:ea typeface="Archivo Black"/>
              </a:rPr>
              <a:t>xx%</a:t>
            </a:r>
            <a:endParaRPr lang="fr-FR" sz="3000" b="0" u="none" strike="noStrike">
              <a:solidFill>
                <a:schemeClr val="dk1"/>
              </a:solidFill>
              <a:effectLst/>
              <a:uFillTx/>
              <a:latin typeface="Arial"/>
            </a:endParaRPr>
          </a:p>
        </p:txBody>
      </p:sp>
      <p:grpSp>
        <p:nvGrpSpPr>
          <p:cNvPr id="22" name="Google Shape;172;p13"/>
          <p:cNvGrpSpPr/>
          <p:nvPr/>
        </p:nvGrpSpPr>
        <p:grpSpPr>
          <a:xfrm>
            <a:off x="7527600" y="-437040"/>
            <a:ext cx="2303280" cy="2075400"/>
            <a:chOff x="7527600" y="-437040"/>
            <a:chExt cx="2303280" cy="2075400"/>
          </a:xfrm>
        </p:grpSpPr>
        <p:sp>
          <p:nvSpPr>
            <p:cNvPr id="23" name="Google Shape;173;p13"/>
            <p:cNvSpPr/>
            <p:nvPr/>
          </p:nvSpPr>
          <p:spPr>
            <a:xfrm rot="16200000" flipH="1">
              <a:off x="7653240" y="-57960"/>
              <a:ext cx="1554120" cy="1548360"/>
            </a:xfrm>
            <a:prstGeom prst="rtTriangle">
              <a:avLst/>
            </a:prstGeom>
            <a:solidFill>
              <a:schemeClr val="dk1"/>
            </a:solidFill>
            <a:ln w="0">
              <a:noFill/>
            </a:ln>
          </p:spPr>
          <p:style>
            <a:lnRef idx="0">
              <a:scrgbClr r="0" g="0" b="0"/>
            </a:lnRef>
            <a:fillRef idx="0">
              <a:scrgbClr r="0" g="0" b="0"/>
            </a:fillRef>
            <a:effectRef idx="0">
              <a:scrgbClr r="0" g="0" b="0"/>
            </a:effectRef>
            <a:fontRef idx="minor"/>
          </p:style>
          <p:txBody>
            <a:bodyPr tIns="91440" bIns="91440" anchor="ctr">
              <a:noAutofit/>
            </a:bodyPr>
            <a:lstStyle/>
            <a:p>
              <a:pPr defTabSz="914400">
                <a:lnSpc>
                  <a:spcPct val="100000"/>
                </a:lnSpc>
                <a:tabLst>
                  <a:tab pos="0" algn="l"/>
                </a:tabLst>
              </a:pPr>
              <a:endParaRPr lang="en-US" sz="1800" b="0" u="none" strike="noStrike">
                <a:solidFill>
                  <a:srgbClr val="FFFFFF"/>
                </a:solidFill>
                <a:effectLst/>
                <a:uFillTx/>
                <a:latin typeface="OpenSymbol"/>
              </a:endParaRPr>
            </a:p>
          </p:txBody>
        </p:sp>
        <p:grpSp>
          <p:nvGrpSpPr>
            <p:cNvPr id="24" name="Google Shape;174;p13"/>
            <p:cNvGrpSpPr/>
            <p:nvPr/>
          </p:nvGrpSpPr>
          <p:grpSpPr>
            <a:xfrm>
              <a:off x="7527600" y="-190440"/>
              <a:ext cx="2303280" cy="1828800"/>
              <a:chOff x="7527600" y="-190440"/>
              <a:chExt cx="2303280" cy="1828800"/>
            </a:xfrm>
          </p:grpSpPr>
          <p:sp>
            <p:nvSpPr>
              <p:cNvPr id="25" name="Google Shape;175;p13"/>
              <p:cNvSpPr/>
              <p:nvPr/>
            </p:nvSpPr>
            <p:spPr>
              <a:xfrm rot="2699400" flipH="1">
                <a:off x="8755560" y="666000"/>
                <a:ext cx="1150200" cy="262080"/>
              </a:xfrm>
              <a:prstGeom prst="roundRect">
                <a:avLst>
                  <a:gd name="adj" fmla="val 50000"/>
                </a:avLst>
              </a:prstGeom>
              <a:solidFill>
                <a:schemeClr val="dk2"/>
              </a:solidFill>
              <a:ln w="0">
                <a:noFill/>
              </a:ln>
            </p:spPr>
            <p:style>
              <a:lnRef idx="0">
                <a:scrgbClr r="0" g="0" b="0"/>
              </a:lnRef>
              <a:fillRef idx="0">
                <a:scrgbClr r="0" g="0" b="0"/>
              </a:fillRef>
              <a:effectRef idx="0">
                <a:scrgbClr r="0" g="0" b="0"/>
              </a:effectRef>
              <a:fontRef idx="minor"/>
            </p:style>
            <p:txBody>
              <a:bodyPr tIns="91440" bIns="91440" anchor="ctr">
                <a:noAutofit/>
              </a:bodyPr>
              <a:lstStyle/>
              <a:p>
                <a:pPr defTabSz="914400">
                  <a:lnSpc>
                    <a:spcPct val="100000"/>
                  </a:lnSpc>
                  <a:tabLst>
                    <a:tab pos="0" algn="l"/>
                  </a:tabLst>
                </a:pPr>
                <a:endParaRPr lang="en-US" sz="1800" b="0" u="none" strike="noStrike">
                  <a:solidFill>
                    <a:srgbClr val="000000"/>
                  </a:solidFill>
                  <a:effectLst/>
                  <a:uFillTx/>
                  <a:latin typeface="OpenSymbol"/>
                </a:endParaRPr>
              </a:p>
            </p:txBody>
          </p:sp>
          <p:sp>
            <p:nvSpPr>
              <p:cNvPr id="26" name="Google Shape;176;p13"/>
              <p:cNvSpPr/>
              <p:nvPr/>
            </p:nvSpPr>
            <p:spPr>
              <a:xfrm>
                <a:off x="7979760" y="329040"/>
                <a:ext cx="1309320" cy="1309320"/>
              </a:xfrm>
              <a:prstGeom prst="ellipse">
                <a:avLst/>
              </a:prstGeom>
              <a:noFill/>
              <a:ln w="9525">
                <a:solidFill>
                  <a:srgbClr val="F8F8F8"/>
                </a:solidFill>
                <a:prstDash val="lgDash"/>
                <a:round/>
              </a:ln>
            </p:spPr>
            <p:style>
              <a:lnRef idx="0">
                <a:scrgbClr r="0" g="0" b="0"/>
              </a:lnRef>
              <a:fillRef idx="0">
                <a:scrgbClr r="0" g="0" b="0"/>
              </a:fillRef>
              <a:effectRef idx="0">
                <a:scrgbClr r="0" g="0" b="0"/>
              </a:effectRef>
              <a:fontRef idx="minor"/>
            </p:style>
            <p:txBody>
              <a:bodyPr tIns="91440" bIns="91440" anchor="ctr">
                <a:noAutofit/>
              </a:bodyPr>
              <a:lstStyle/>
              <a:p>
                <a:pPr defTabSz="914400">
                  <a:lnSpc>
                    <a:spcPct val="100000"/>
                  </a:lnSpc>
                  <a:tabLst>
                    <a:tab pos="0" algn="l"/>
                  </a:tabLst>
                </a:pPr>
                <a:endParaRPr lang="en-US" sz="1800" b="0" u="none" strike="noStrike">
                  <a:solidFill>
                    <a:srgbClr val="000000"/>
                  </a:solidFill>
                  <a:effectLst/>
                  <a:uFillTx/>
                  <a:latin typeface="OpenSymbol"/>
                </a:endParaRPr>
              </a:p>
            </p:txBody>
          </p:sp>
          <p:sp>
            <p:nvSpPr>
              <p:cNvPr id="27" name="Google Shape;177;p13"/>
              <p:cNvSpPr/>
              <p:nvPr/>
            </p:nvSpPr>
            <p:spPr>
              <a:xfrm rot="2699400" flipH="1">
                <a:off x="7437960" y="168120"/>
                <a:ext cx="1098360" cy="201600"/>
              </a:xfrm>
              <a:prstGeom prst="roundRect">
                <a:avLst>
                  <a:gd name="adj" fmla="val 50000"/>
                </a:avLst>
              </a:prstGeom>
              <a:solidFill>
                <a:schemeClr val="lt2"/>
              </a:solidFill>
              <a:ln w="0">
                <a:noFill/>
              </a:ln>
            </p:spPr>
            <p:style>
              <a:lnRef idx="0">
                <a:scrgbClr r="0" g="0" b="0"/>
              </a:lnRef>
              <a:fillRef idx="0">
                <a:scrgbClr r="0" g="0" b="0"/>
              </a:fillRef>
              <a:effectRef idx="0">
                <a:scrgbClr r="0" g="0" b="0"/>
              </a:effectRef>
              <a:fontRef idx="minor"/>
            </p:style>
            <p:txBody>
              <a:bodyPr tIns="71280" bIns="71280" anchor="ctr">
                <a:noAutofit/>
              </a:bodyPr>
              <a:lstStyle/>
              <a:p>
                <a:pPr defTabSz="914400">
                  <a:lnSpc>
                    <a:spcPct val="100000"/>
                  </a:lnSpc>
                  <a:tabLst>
                    <a:tab pos="0" algn="l"/>
                  </a:tabLst>
                </a:pPr>
                <a:endParaRPr lang="en-US" sz="1800" b="0" u="none" strike="noStrike">
                  <a:solidFill>
                    <a:srgbClr val="FFFFFF"/>
                  </a:solidFill>
                  <a:effectLst/>
                  <a:uFillTx/>
                  <a:latin typeface="OpenSymbol"/>
                </a:endParaRPr>
              </a:p>
            </p:txBody>
          </p:sp>
        </p:grpSp>
        <p:sp>
          <p:nvSpPr>
            <p:cNvPr id="28" name="Google Shape;178;p13"/>
            <p:cNvSpPr/>
            <p:nvPr/>
          </p:nvSpPr>
          <p:spPr>
            <a:xfrm rot="2700000">
              <a:off x="7775640" y="-183240"/>
              <a:ext cx="770040" cy="127440"/>
            </a:xfrm>
            <a:prstGeom prst="roundRect">
              <a:avLst>
                <a:gd name="adj" fmla="val 50000"/>
              </a:avLst>
            </a:prstGeom>
            <a:solidFill>
              <a:schemeClr val="lt1"/>
            </a:solidFill>
            <a:ln w="0">
              <a:noFill/>
            </a:ln>
          </p:spPr>
          <p:style>
            <a:lnRef idx="0">
              <a:scrgbClr r="0" g="0" b="0"/>
            </a:lnRef>
            <a:fillRef idx="0">
              <a:scrgbClr r="0" g="0" b="0"/>
            </a:fillRef>
            <a:effectRef idx="0">
              <a:scrgbClr r="0" g="0" b="0"/>
            </a:effectRef>
            <a:fontRef idx="minor"/>
          </p:style>
          <p:txBody>
            <a:bodyPr tIns="45360" bIns="45360" anchor="ctr">
              <a:noAutofit/>
            </a:bodyPr>
            <a:lstStyle/>
            <a:p>
              <a:pPr defTabSz="914400">
                <a:lnSpc>
                  <a:spcPct val="100000"/>
                </a:lnSpc>
                <a:tabLst>
                  <a:tab pos="0" algn="l"/>
                </a:tabLst>
              </a:pPr>
              <a:endParaRPr lang="en-US" sz="1800" b="0" u="none" strike="noStrike">
                <a:solidFill>
                  <a:srgbClr val="000000"/>
                </a:solidFill>
                <a:effectLst/>
                <a:uFillTx/>
                <a:latin typeface="OpenSymbol"/>
              </a:endParaRPr>
            </a:p>
          </p:txBody>
        </p:sp>
      </p:gr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blank" preserve="1">
  <p:cSld name="BLANK_1_1">
    <p:bg>
      <p:bgPr>
        <a:solidFill>
          <a:schemeClr val="lt1"/>
        </a:solidFill>
        <a:effectLst/>
      </p:bgPr>
    </p:bg>
    <p:spTree>
      <p:nvGrpSpPr>
        <p:cNvPr id="1" name=""/>
        <p:cNvGrpSpPr/>
        <p:nvPr/>
      </p:nvGrpSpPr>
      <p:grpSpPr>
        <a:xfrm>
          <a:off x="0" y="0"/>
          <a:ext cx="0" cy="0"/>
          <a:chOff x="0" y="0"/>
          <a:chExt cx="0" cy="0"/>
        </a:xfrm>
      </p:grpSpPr>
      <p:sp>
        <p:nvSpPr>
          <p:cNvPr id="29" name="PlaceHolder 1"/>
          <p:cNvSpPr>
            <a:spLocks noGrp="1"/>
          </p:cNvSpPr>
          <p:nvPr>
            <p:ph type="title"/>
          </p:nvPr>
        </p:nvSpPr>
        <p:spPr>
          <a:xfrm>
            <a:off x="713160" y="4091040"/>
            <a:ext cx="4620600" cy="531720"/>
          </a:xfrm>
          <a:prstGeom prst="rect">
            <a:avLst/>
          </a:prstGeom>
          <a:noFill/>
          <a:ln w="0">
            <a:noFill/>
          </a:ln>
        </p:spPr>
        <p:txBody>
          <a:bodyPr lIns="91440" tIns="91440" rIns="91440" bIns="91440" anchor="t">
            <a:noAutofit/>
          </a:bodyPr>
          <a:lstStyle/>
          <a:p>
            <a:pPr indent="0">
              <a:buNone/>
            </a:pPr>
            <a:r>
              <a:rPr lang="fr-FR" sz="2000" b="0" u="none" strike="noStrike">
                <a:solidFill>
                  <a:schemeClr val="dk1"/>
                </a:solidFill>
                <a:effectLst/>
                <a:uFillTx/>
                <a:latin typeface="Arial"/>
              </a:rPr>
              <a:t>Click to edit the title text format</a:t>
            </a:r>
          </a:p>
        </p:txBody>
      </p:sp>
      <p:grpSp>
        <p:nvGrpSpPr>
          <p:cNvPr id="30" name="Google Shape;182;p14"/>
          <p:cNvGrpSpPr/>
          <p:nvPr/>
        </p:nvGrpSpPr>
        <p:grpSpPr>
          <a:xfrm>
            <a:off x="6011280" y="4511160"/>
            <a:ext cx="1309320" cy="257400"/>
            <a:chOff x="6011280" y="4511160"/>
            <a:chExt cx="1309320" cy="257400"/>
          </a:xfrm>
        </p:grpSpPr>
        <p:sp>
          <p:nvSpPr>
            <p:cNvPr id="31" name="Google Shape;183;p14"/>
            <p:cNvSpPr/>
            <p:nvPr/>
          </p:nvSpPr>
          <p:spPr>
            <a:xfrm>
              <a:off x="6430680" y="4511160"/>
              <a:ext cx="73440" cy="73440"/>
            </a:xfrm>
            <a:prstGeom prst="ellipse">
              <a:avLst/>
            </a:prstGeom>
            <a:solidFill>
              <a:schemeClr val="dk1"/>
            </a:solidFill>
            <a:ln w="0">
              <a:noFill/>
            </a:ln>
          </p:spPr>
          <p:style>
            <a:lnRef idx="0">
              <a:scrgbClr r="0" g="0" b="0"/>
            </a:lnRef>
            <a:fillRef idx="0">
              <a:scrgbClr r="0" g="0" b="0"/>
            </a:fillRef>
            <a:effectRef idx="0">
              <a:scrgbClr r="0" g="0" b="0"/>
            </a:effectRef>
            <a:fontRef idx="minor"/>
          </p:style>
          <p:txBody>
            <a:bodyPr tIns="25920" bIns="25920" anchor="ctr">
              <a:noAutofit/>
            </a:bodyPr>
            <a:lstStyle/>
            <a:p>
              <a:pPr defTabSz="914400">
                <a:lnSpc>
                  <a:spcPct val="100000"/>
                </a:lnSpc>
                <a:tabLst>
                  <a:tab pos="0" algn="l"/>
                </a:tabLst>
              </a:pPr>
              <a:endParaRPr lang="en-US" sz="1800" b="0" u="none" strike="noStrike">
                <a:solidFill>
                  <a:srgbClr val="FFFFFF"/>
                </a:solidFill>
                <a:effectLst/>
                <a:uFillTx/>
                <a:latin typeface="OpenSymbol"/>
              </a:endParaRPr>
            </a:p>
          </p:txBody>
        </p:sp>
        <p:sp>
          <p:nvSpPr>
            <p:cNvPr id="32" name="Google Shape;184;p14"/>
            <p:cNvSpPr/>
            <p:nvPr/>
          </p:nvSpPr>
          <p:spPr>
            <a:xfrm>
              <a:off x="6634800" y="4511160"/>
              <a:ext cx="73440" cy="73440"/>
            </a:xfrm>
            <a:prstGeom prst="ellipse">
              <a:avLst/>
            </a:prstGeom>
            <a:solidFill>
              <a:schemeClr val="dk1"/>
            </a:solidFill>
            <a:ln w="0">
              <a:noFill/>
            </a:ln>
          </p:spPr>
          <p:style>
            <a:lnRef idx="0">
              <a:scrgbClr r="0" g="0" b="0"/>
            </a:lnRef>
            <a:fillRef idx="0">
              <a:scrgbClr r="0" g="0" b="0"/>
            </a:fillRef>
            <a:effectRef idx="0">
              <a:scrgbClr r="0" g="0" b="0"/>
            </a:effectRef>
            <a:fontRef idx="minor"/>
          </p:style>
          <p:txBody>
            <a:bodyPr tIns="25920" bIns="25920" anchor="ctr">
              <a:noAutofit/>
            </a:bodyPr>
            <a:lstStyle/>
            <a:p>
              <a:pPr defTabSz="914400">
                <a:lnSpc>
                  <a:spcPct val="100000"/>
                </a:lnSpc>
                <a:tabLst>
                  <a:tab pos="0" algn="l"/>
                </a:tabLst>
              </a:pPr>
              <a:endParaRPr lang="en-US" sz="1800" b="0" u="none" strike="noStrike">
                <a:solidFill>
                  <a:srgbClr val="FFFFFF"/>
                </a:solidFill>
                <a:effectLst/>
                <a:uFillTx/>
                <a:latin typeface="OpenSymbol"/>
              </a:endParaRPr>
            </a:p>
          </p:txBody>
        </p:sp>
        <p:sp>
          <p:nvSpPr>
            <p:cNvPr id="33" name="Google Shape;185;p14"/>
            <p:cNvSpPr/>
            <p:nvPr/>
          </p:nvSpPr>
          <p:spPr>
            <a:xfrm>
              <a:off x="6838920" y="4511160"/>
              <a:ext cx="73440" cy="73440"/>
            </a:xfrm>
            <a:prstGeom prst="ellipse">
              <a:avLst/>
            </a:prstGeom>
            <a:solidFill>
              <a:schemeClr val="dk1"/>
            </a:solidFill>
            <a:ln w="0">
              <a:noFill/>
            </a:ln>
          </p:spPr>
          <p:style>
            <a:lnRef idx="0">
              <a:scrgbClr r="0" g="0" b="0"/>
            </a:lnRef>
            <a:fillRef idx="0">
              <a:scrgbClr r="0" g="0" b="0"/>
            </a:fillRef>
            <a:effectRef idx="0">
              <a:scrgbClr r="0" g="0" b="0"/>
            </a:effectRef>
            <a:fontRef idx="minor"/>
          </p:style>
          <p:txBody>
            <a:bodyPr tIns="25920" bIns="25920" anchor="ctr">
              <a:noAutofit/>
            </a:bodyPr>
            <a:lstStyle/>
            <a:p>
              <a:pPr defTabSz="914400">
                <a:lnSpc>
                  <a:spcPct val="100000"/>
                </a:lnSpc>
                <a:tabLst>
                  <a:tab pos="0" algn="l"/>
                </a:tabLst>
              </a:pPr>
              <a:endParaRPr lang="en-US" sz="1800" b="0" u="none" strike="noStrike">
                <a:solidFill>
                  <a:srgbClr val="FFFFFF"/>
                </a:solidFill>
                <a:effectLst/>
                <a:uFillTx/>
                <a:latin typeface="OpenSymbol"/>
              </a:endParaRPr>
            </a:p>
          </p:txBody>
        </p:sp>
        <p:sp>
          <p:nvSpPr>
            <p:cNvPr id="34" name="Google Shape;186;p14"/>
            <p:cNvSpPr/>
            <p:nvPr/>
          </p:nvSpPr>
          <p:spPr>
            <a:xfrm>
              <a:off x="7043040" y="4511160"/>
              <a:ext cx="73440" cy="73440"/>
            </a:xfrm>
            <a:prstGeom prst="ellipse">
              <a:avLst/>
            </a:prstGeom>
            <a:solidFill>
              <a:schemeClr val="dk1"/>
            </a:solidFill>
            <a:ln w="0">
              <a:noFill/>
            </a:ln>
          </p:spPr>
          <p:style>
            <a:lnRef idx="0">
              <a:scrgbClr r="0" g="0" b="0"/>
            </a:lnRef>
            <a:fillRef idx="0">
              <a:scrgbClr r="0" g="0" b="0"/>
            </a:fillRef>
            <a:effectRef idx="0">
              <a:scrgbClr r="0" g="0" b="0"/>
            </a:effectRef>
            <a:fontRef idx="minor"/>
          </p:style>
          <p:txBody>
            <a:bodyPr tIns="25920" bIns="25920" anchor="ctr">
              <a:noAutofit/>
            </a:bodyPr>
            <a:lstStyle/>
            <a:p>
              <a:pPr defTabSz="914400">
                <a:lnSpc>
                  <a:spcPct val="100000"/>
                </a:lnSpc>
                <a:tabLst>
                  <a:tab pos="0" algn="l"/>
                </a:tabLst>
              </a:pPr>
              <a:endParaRPr lang="en-US" sz="1800" b="0" u="none" strike="noStrike">
                <a:solidFill>
                  <a:srgbClr val="FFFFFF"/>
                </a:solidFill>
                <a:effectLst/>
                <a:uFillTx/>
                <a:latin typeface="OpenSymbol"/>
              </a:endParaRPr>
            </a:p>
          </p:txBody>
        </p:sp>
        <p:sp>
          <p:nvSpPr>
            <p:cNvPr id="35" name="Google Shape;187;p14"/>
            <p:cNvSpPr/>
            <p:nvPr/>
          </p:nvSpPr>
          <p:spPr>
            <a:xfrm>
              <a:off x="7247160" y="4511160"/>
              <a:ext cx="73440" cy="73440"/>
            </a:xfrm>
            <a:prstGeom prst="ellipse">
              <a:avLst/>
            </a:prstGeom>
            <a:solidFill>
              <a:schemeClr val="dk1"/>
            </a:solidFill>
            <a:ln w="0">
              <a:noFill/>
            </a:ln>
          </p:spPr>
          <p:style>
            <a:lnRef idx="0">
              <a:scrgbClr r="0" g="0" b="0"/>
            </a:lnRef>
            <a:fillRef idx="0">
              <a:scrgbClr r="0" g="0" b="0"/>
            </a:fillRef>
            <a:effectRef idx="0">
              <a:scrgbClr r="0" g="0" b="0"/>
            </a:effectRef>
            <a:fontRef idx="minor"/>
          </p:style>
          <p:txBody>
            <a:bodyPr tIns="25920" bIns="25920" anchor="ctr">
              <a:noAutofit/>
            </a:bodyPr>
            <a:lstStyle/>
            <a:p>
              <a:pPr defTabSz="914400">
                <a:lnSpc>
                  <a:spcPct val="100000"/>
                </a:lnSpc>
                <a:tabLst>
                  <a:tab pos="0" algn="l"/>
                </a:tabLst>
              </a:pPr>
              <a:endParaRPr lang="en-US" sz="1800" b="0" u="none" strike="noStrike">
                <a:solidFill>
                  <a:srgbClr val="FFFFFF"/>
                </a:solidFill>
                <a:effectLst/>
                <a:uFillTx/>
                <a:latin typeface="OpenSymbol"/>
              </a:endParaRPr>
            </a:p>
          </p:txBody>
        </p:sp>
        <p:sp>
          <p:nvSpPr>
            <p:cNvPr id="36" name="Google Shape;188;p14"/>
            <p:cNvSpPr/>
            <p:nvPr/>
          </p:nvSpPr>
          <p:spPr>
            <a:xfrm>
              <a:off x="6011280" y="4695120"/>
              <a:ext cx="73440" cy="73440"/>
            </a:xfrm>
            <a:prstGeom prst="ellipse">
              <a:avLst/>
            </a:prstGeom>
            <a:solidFill>
              <a:schemeClr val="dk1"/>
            </a:solidFill>
            <a:ln w="0">
              <a:noFill/>
            </a:ln>
          </p:spPr>
          <p:style>
            <a:lnRef idx="0">
              <a:scrgbClr r="0" g="0" b="0"/>
            </a:lnRef>
            <a:fillRef idx="0">
              <a:scrgbClr r="0" g="0" b="0"/>
            </a:fillRef>
            <a:effectRef idx="0">
              <a:scrgbClr r="0" g="0" b="0"/>
            </a:effectRef>
            <a:fontRef idx="minor"/>
          </p:style>
          <p:txBody>
            <a:bodyPr tIns="25920" bIns="25920" anchor="ctr">
              <a:noAutofit/>
            </a:bodyPr>
            <a:lstStyle/>
            <a:p>
              <a:pPr defTabSz="914400">
                <a:lnSpc>
                  <a:spcPct val="100000"/>
                </a:lnSpc>
                <a:tabLst>
                  <a:tab pos="0" algn="l"/>
                </a:tabLst>
              </a:pPr>
              <a:endParaRPr lang="en-US" sz="1800" b="0" u="none" strike="noStrike">
                <a:solidFill>
                  <a:srgbClr val="FFFFFF"/>
                </a:solidFill>
                <a:effectLst/>
                <a:uFillTx/>
                <a:latin typeface="OpenSymbol"/>
              </a:endParaRPr>
            </a:p>
          </p:txBody>
        </p:sp>
        <p:sp>
          <p:nvSpPr>
            <p:cNvPr id="37" name="Google Shape;189;p14"/>
            <p:cNvSpPr/>
            <p:nvPr/>
          </p:nvSpPr>
          <p:spPr>
            <a:xfrm>
              <a:off x="6215400" y="4695120"/>
              <a:ext cx="73440" cy="73440"/>
            </a:xfrm>
            <a:prstGeom prst="ellipse">
              <a:avLst/>
            </a:prstGeom>
            <a:solidFill>
              <a:schemeClr val="dk1"/>
            </a:solidFill>
            <a:ln w="0">
              <a:noFill/>
            </a:ln>
          </p:spPr>
          <p:style>
            <a:lnRef idx="0">
              <a:scrgbClr r="0" g="0" b="0"/>
            </a:lnRef>
            <a:fillRef idx="0">
              <a:scrgbClr r="0" g="0" b="0"/>
            </a:fillRef>
            <a:effectRef idx="0">
              <a:scrgbClr r="0" g="0" b="0"/>
            </a:effectRef>
            <a:fontRef idx="minor"/>
          </p:style>
          <p:txBody>
            <a:bodyPr tIns="25920" bIns="25920" anchor="ctr">
              <a:noAutofit/>
            </a:bodyPr>
            <a:lstStyle/>
            <a:p>
              <a:pPr defTabSz="914400">
                <a:lnSpc>
                  <a:spcPct val="100000"/>
                </a:lnSpc>
                <a:tabLst>
                  <a:tab pos="0" algn="l"/>
                </a:tabLst>
              </a:pPr>
              <a:endParaRPr lang="en-US" sz="1800" b="0" u="none" strike="noStrike">
                <a:solidFill>
                  <a:srgbClr val="FFFFFF"/>
                </a:solidFill>
                <a:effectLst/>
                <a:uFillTx/>
                <a:latin typeface="OpenSymbol"/>
              </a:endParaRPr>
            </a:p>
          </p:txBody>
        </p:sp>
        <p:sp>
          <p:nvSpPr>
            <p:cNvPr id="38" name="Google Shape;190;p14"/>
            <p:cNvSpPr/>
            <p:nvPr/>
          </p:nvSpPr>
          <p:spPr>
            <a:xfrm>
              <a:off x="6419520" y="4695120"/>
              <a:ext cx="73440" cy="73440"/>
            </a:xfrm>
            <a:prstGeom prst="ellipse">
              <a:avLst/>
            </a:prstGeom>
            <a:solidFill>
              <a:schemeClr val="dk1"/>
            </a:solidFill>
            <a:ln w="0">
              <a:noFill/>
            </a:ln>
          </p:spPr>
          <p:style>
            <a:lnRef idx="0">
              <a:scrgbClr r="0" g="0" b="0"/>
            </a:lnRef>
            <a:fillRef idx="0">
              <a:scrgbClr r="0" g="0" b="0"/>
            </a:fillRef>
            <a:effectRef idx="0">
              <a:scrgbClr r="0" g="0" b="0"/>
            </a:effectRef>
            <a:fontRef idx="minor"/>
          </p:style>
          <p:txBody>
            <a:bodyPr tIns="25920" bIns="25920" anchor="ctr">
              <a:noAutofit/>
            </a:bodyPr>
            <a:lstStyle/>
            <a:p>
              <a:pPr defTabSz="914400">
                <a:lnSpc>
                  <a:spcPct val="100000"/>
                </a:lnSpc>
                <a:tabLst>
                  <a:tab pos="0" algn="l"/>
                </a:tabLst>
              </a:pPr>
              <a:endParaRPr lang="en-US" sz="1800" b="0" u="none" strike="noStrike">
                <a:solidFill>
                  <a:srgbClr val="FFFFFF"/>
                </a:solidFill>
                <a:effectLst/>
                <a:uFillTx/>
                <a:latin typeface="OpenSymbol"/>
              </a:endParaRPr>
            </a:p>
          </p:txBody>
        </p:sp>
        <p:sp>
          <p:nvSpPr>
            <p:cNvPr id="39" name="Google Shape;191;p14"/>
            <p:cNvSpPr/>
            <p:nvPr/>
          </p:nvSpPr>
          <p:spPr>
            <a:xfrm>
              <a:off x="6623640" y="4695120"/>
              <a:ext cx="73440" cy="73440"/>
            </a:xfrm>
            <a:prstGeom prst="ellipse">
              <a:avLst/>
            </a:prstGeom>
            <a:solidFill>
              <a:schemeClr val="dk1"/>
            </a:solidFill>
            <a:ln w="0">
              <a:noFill/>
            </a:ln>
          </p:spPr>
          <p:style>
            <a:lnRef idx="0">
              <a:scrgbClr r="0" g="0" b="0"/>
            </a:lnRef>
            <a:fillRef idx="0">
              <a:scrgbClr r="0" g="0" b="0"/>
            </a:fillRef>
            <a:effectRef idx="0">
              <a:scrgbClr r="0" g="0" b="0"/>
            </a:effectRef>
            <a:fontRef idx="minor"/>
          </p:style>
          <p:txBody>
            <a:bodyPr tIns="25920" bIns="25920" anchor="ctr">
              <a:noAutofit/>
            </a:bodyPr>
            <a:lstStyle/>
            <a:p>
              <a:pPr defTabSz="914400">
                <a:lnSpc>
                  <a:spcPct val="100000"/>
                </a:lnSpc>
                <a:tabLst>
                  <a:tab pos="0" algn="l"/>
                </a:tabLst>
              </a:pPr>
              <a:endParaRPr lang="en-US" sz="1800" b="0" u="none" strike="noStrike">
                <a:solidFill>
                  <a:srgbClr val="FFFFFF"/>
                </a:solidFill>
                <a:effectLst/>
                <a:uFillTx/>
                <a:latin typeface="OpenSymbol"/>
              </a:endParaRPr>
            </a:p>
          </p:txBody>
        </p:sp>
        <p:sp>
          <p:nvSpPr>
            <p:cNvPr id="40" name="Google Shape;192;p14"/>
            <p:cNvSpPr/>
            <p:nvPr/>
          </p:nvSpPr>
          <p:spPr>
            <a:xfrm>
              <a:off x="6827760" y="4695120"/>
              <a:ext cx="73440" cy="73440"/>
            </a:xfrm>
            <a:prstGeom prst="ellipse">
              <a:avLst/>
            </a:prstGeom>
            <a:solidFill>
              <a:schemeClr val="dk1"/>
            </a:solidFill>
            <a:ln w="0">
              <a:noFill/>
            </a:ln>
          </p:spPr>
          <p:style>
            <a:lnRef idx="0">
              <a:scrgbClr r="0" g="0" b="0"/>
            </a:lnRef>
            <a:fillRef idx="0">
              <a:scrgbClr r="0" g="0" b="0"/>
            </a:fillRef>
            <a:effectRef idx="0">
              <a:scrgbClr r="0" g="0" b="0"/>
            </a:effectRef>
            <a:fontRef idx="minor"/>
          </p:style>
          <p:txBody>
            <a:bodyPr tIns="25920" bIns="25920" anchor="ctr">
              <a:noAutofit/>
            </a:bodyPr>
            <a:lstStyle/>
            <a:p>
              <a:pPr defTabSz="914400">
                <a:lnSpc>
                  <a:spcPct val="100000"/>
                </a:lnSpc>
                <a:tabLst>
                  <a:tab pos="0" algn="l"/>
                </a:tabLst>
              </a:pPr>
              <a:endParaRPr lang="en-US" sz="1800" b="0" u="none" strike="noStrike">
                <a:solidFill>
                  <a:srgbClr val="FFFFFF"/>
                </a:solidFill>
                <a:effectLst/>
                <a:uFillTx/>
                <a:latin typeface="OpenSymbol"/>
              </a:endParaRPr>
            </a:p>
          </p:txBody>
        </p:sp>
      </p:gr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blank" preserve="1">
  <p:cSld name="CUSTOM_10">
    <p:bg>
      <p:bgPr>
        <a:solidFill>
          <a:schemeClr val="lt1"/>
        </a:solidFill>
        <a:effectLst/>
      </p:bgPr>
    </p:bg>
    <p:spTree>
      <p:nvGrpSpPr>
        <p:cNvPr id="1" name=""/>
        <p:cNvGrpSpPr/>
        <p:nvPr/>
      </p:nvGrpSpPr>
      <p:grpSpPr>
        <a:xfrm>
          <a:off x="0" y="0"/>
          <a:ext cx="0" cy="0"/>
          <a:chOff x="0" y="0"/>
          <a:chExt cx="0" cy="0"/>
        </a:xfrm>
      </p:grpSpPr>
      <p:sp>
        <p:nvSpPr>
          <p:cNvPr id="41" name="PlaceHolder 1"/>
          <p:cNvSpPr>
            <a:spLocks noGrp="1"/>
          </p:cNvSpPr>
          <p:nvPr>
            <p:ph type="title"/>
          </p:nvPr>
        </p:nvSpPr>
        <p:spPr>
          <a:xfrm>
            <a:off x="720000" y="444960"/>
            <a:ext cx="7703640" cy="572400"/>
          </a:xfrm>
          <a:prstGeom prst="rect">
            <a:avLst/>
          </a:prstGeom>
          <a:noFill/>
          <a:ln w="0">
            <a:noFill/>
          </a:ln>
        </p:spPr>
        <p:txBody>
          <a:bodyPr lIns="91440" tIns="91440" rIns="91440" bIns="91440" anchor="t">
            <a:noAutofit/>
          </a:bodyPr>
          <a:lstStyle/>
          <a:p>
            <a:pPr indent="0">
              <a:buNone/>
            </a:pPr>
            <a:r>
              <a:rPr lang="fr-FR" sz="3200" b="0" u="none" strike="noStrike">
                <a:solidFill>
                  <a:schemeClr val="dk1"/>
                </a:solidFill>
                <a:effectLst/>
                <a:uFillTx/>
                <a:latin typeface="Arial"/>
              </a:rPr>
              <a:t>Click to edit the title text format</a:t>
            </a:r>
          </a:p>
        </p:txBody>
      </p:sp>
      <p:sp>
        <p:nvSpPr>
          <p:cNvPr id="42" name="PlaceHolder 2"/>
          <p:cNvSpPr>
            <a:spLocks noGrp="1"/>
          </p:cNvSpPr>
          <p:nvPr>
            <p:ph type="title"/>
          </p:nvPr>
        </p:nvSpPr>
        <p:spPr>
          <a:xfrm>
            <a:off x="1411560" y="1159200"/>
            <a:ext cx="792000" cy="572400"/>
          </a:xfrm>
          <a:prstGeom prst="rect">
            <a:avLst/>
          </a:prstGeom>
          <a:solidFill>
            <a:schemeClr val="lt2"/>
          </a:solidFill>
          <a:ln w="0">
            <a:noFill/>
          </a:ln>
        </p:spPr>
        <p:txBody>
          <a:bodyPr lIns="91440" tIns="91440" rIns="91440" bIns="91440" anchor="ctr">
            <a:noAutofit/>
          </a:bodyPr>
          <a:lstStyle/>
          <a:p>
            <a:pPr indent="0" algn="ctr">
              <a:lnSpc>
                <a:spcPct val="100000"/>
              </a:lnSpc>
              <a:buNone/>
            </a:pPr>
            <a:r>
              <a:rPr lang="fr-FR" sz="2000" b="0" u="none" strike="noStrike">
                <a:solidFill>
                  <a:schemeClr val="dk1"/>
                </a:solidFill>
                <a:effectLst/>
                <a:uFillTx/>
                <a:latin typeface="Archivo Black"/>
                <a:ea typeface="Archivo Black"/>
              </a:rPr>
              <a:t>xx%</a:t>
            </a:r>
            <a:endParaRPr lang="fr-FR" sz="2000" b="0" u="none" strike="noStrike">
              <a:solidFill>
                <a:schemeClr val="dk1"/>
              </a:solidFill>
              <a:effectLst/>
              <a:uFillTx/>
              <a:latin typeface="Arial"/>
            </a:endParaRPr>
          </a:p>
        </p:txBody>
      </p:sp>
      <p:sp>
        <p:nvSpPr>
          <p:cNvPr id="43" name="PlaceHolder 3"/>
          <p:cNvSpPr>
            <a:spLocks noGrp="1"/>
          </p:cNvSpPr>
          <p:nvPr>
            <p:ph type="title"/>
          </p:nvPr>
        </p:nvSpPr>
        <p:spPr>
          <a:xfrm>
            <a:off x="3958200" y="1159200"/>
            <a:ext cx="792000" cy="572400"/>
          </a:xfrm>
          <a:prstGeom prst="rect">
            <a:avLst/>
          </a:prstGeom>
          <a:solidFill>
            <a:schemeClr val="lt2"/>
          </a:solidFill>
          <a:ln w="0">
            <a:noFill/>
          </a:ln>
        </p:spPr>
        <p:txBody>
          <a:bodyPr lIns="91440" tIns="91440" rIns="91440" bIns="91440" anchor="ctr">
            <a:noAutofit/>
          </a:bodyPr>
          <a:lstStyle/>
          <a:p>
            <a:pPr indent="0" algn="ctr">
              <a:lnSpc>
                <a:spcPct val="100000"/>
              </a:lnSpc>
              <a:buNone/>
            </a:pPr>
            <a:r>
              <a:rPr lang="fr-FR" sz="2000" b="0" u="none" strike="noStrike">
                <a:solidFill>
                  <a:schemeClr val="dk1"/>
                </a:solidFill>
                <a:effectLst/>
                <a:uFillTx/>
                <a:latin typeface="Archivo Black"/>
                <a:ea typeface="Archivo Black"/>
              </a:rPr>
              <a:t>xx%</a:t>
            </a:r>
            <a:endParaRPr lang="fr-FR" sz="2000" b="0" u="none" strike="noStrike">
              <a:solidFill>
                <a:schemeClr val="dk1"/>
              </a:solidFill>
              <a:effectLst/>
              <a:uFillTx/>
              <a:latin typeface="Arial"/>
            </a:endParaRPr>
          </a:p>
        </p:txBody>
      </p:sp>
      <p:sp>
        <p:nvSpPr>
          <p:cNvPr id="44" name="PlaceHolder 4"/>
          <p:cNvSpPr>
            <a:spLocks noGrp="1"/>
          </p:cNvSpPr>
          <p:nvPr>
            <p:ph type="title"/>
          </p:nvPr>
        </p:nvSpPr>
        <p:spPr>
          <a:xfrm>
            <a:off x="6504840" y="1159200"/>
            <a:ext cx="792000" cy="572400"/>
          </a:xfrm>
          <a:prstGeom prst="rect">
            <a:avLst/>
          </a:prstGeom>
          <a:solidFill>
            <a:schemeClr val="lt2"/>
          </a:solidFill>
          <a:ln w="0">
            <a:noFill/>
          </a:ln>
        </p:spPr>
        <p:txBody>
          <a:bodyPr lIns="91440" tIns="91440" rIns="91440" bIns="91440" anchor="ctr">
            <a:noAutofit/>
          </a:bodyPr>
          <a:lstStyle/>
          <a:p>
            <a:pPr indent="0" algn="ctr">
              <a:lnSpc>
                <a:spcPct val="100000"/>
              </a:lnSpc>
              <a:buNone/>
            </a:pPr>
            <a:r>
              <a:rPr lang="fr-FR" sz="2000" b="0" u="none" strike="noStrike">
                <a:solidFill>
                  <a:schemeClr val="dk1"/>
                </a:solidFill>
                <a:effectLst/>
                <a:uFillTx/>
                <a:latin typeface="Archivo Black"/>
                <a:ea typeface="Archivo Black"/>
              </a:rPr>
              <a:t>xx%</a:t>
            </a:r>
            <a:endParaRPr lang="fr-FR" sz="2000" b="0" u="none" strike="noStrike">
              <a:solidFill>
                <a:schemeClr val="dk1"/>
              </a:solidFill>
              <a:effectLst/>
              <a:uFillTx/>
              <a:latin typeface="Arial"/>
            </a:endParaRPr>
          </a:p>
        </p:txBody>
      </p:sp>
      <p:grpSp>
        <p:nvGrpSpPr>
          <p:cNvPr id="45" name="Google Shape;204;p15"/>
          <p:cNvGrpSpPr/>
          <p:nvPr/>
        </p:nvGrpSpPr>
        <p:grpSpPr>
          <a:xfrm>
            <a:off x="7286760" y="387360"/>
            <a:ext cx="2472480" cy="5140080"/>
            <a:chOff x="7286760" y="387360"/>
            <a:chExt cx="2472480" cy="5140080"/>
          </a:xfrm>
        </p:grpSpPr>
        <p:grpSp>
          <p:nvGrpSpPr>
            <p:cNvPr id="46" name="Google Shape;205;p15"/>
            <p:cNvGrpSpPr/>
            <p:nvPr/>
          </p:nvGrpSpPr>
          <p:grpSpPr>
            <a:xfrm>
              <a:off x="7286760" y="3448080"/>
              <a:ext cx="2472480" cy="2079360"/>
              <a:chOff x="7286760" y="3448080"/>
              <a:chExt cx="2472480" cy="2079360"/>
            </a:xfrm>
          </p:grpSpPr>
          <p:sp>
            <p:nvSpPr>
              <p:cNvPr id="47" name="Google Shape;206;p15"/>
              <p:cNvSpPr/>
              <p:nvPr/>
            </p:nvSpPr>
            <p:spPr>
              <a:xfrm rot="5400000" flipH="1" flipV="1">
                <a:off x="7653240" y="3596040"/>
                <a:ext cx="1554120" cy="1548360"/>
              </a:xfrm>
              <a:prstGeom prst="rtTriangle">
                <a:avLst/>
              </a:prstGeom>
              <a:solidFill>
                <a:schemeClr val="dk1"/>
              </a:solidFill>
              <a:ln w="0">
                <a:noFill/>
              </a:ln>
            </p:spPr>
            <p:style>
              <a:lnRef idx="0">
                <a:scrgbClr r="0" g="0" b="0"/>
              </a:lnRef>
              <a:fillRef idx="0">
                <a:scrgbClr r="0" g="0" b="0"/>
              </a:fillRef>
              <a:effectRef idx="0">
                <a:scrgbClr r="0" g="0" b="0"/>
              </a:effectRef>
              <a:fontRef idx="minor"/>
            </p:style>
            <p:txBody>
              <a:bodyPr tIns="91440" bIns="91440" anchor="ctr">
                <a:noAutofit/>
              </a:bodyPr>
              <a:lstStyle/>
              <a:p>
                <a:pPr defTabSz="914400">
                  <a:lnSpc>
                    <a:spcPct val="100000"/>
                  </a:lnSpc>
                  <a:tabLst>
                    <a:tab pos="0" algn="l"/>
                  </a:tabLst>
                </a:pPr>
                <a:endParaRPr lang="en-US" sz="1800" b="0" u="none" strike="noStrike">
                  <a:solidFill>
                    <a:srgbClr val="FFFFFF"/>
                  </a:solidFill>
                  <a:effectLst/>
                  <a:uFillTx/>
                  <a:latin typeface="OpenSymbol"/>
                </a:endParaRPr>
              </a:p>
            </p:txBody>
          </p:sp>
          <p:grpSp>
            <p:nvGrpSpPr>
              <p:cNvPr id="48" name="Google Shape;207;p15"/>
              <p:cNvGrpSpPr/>
              <p:nvPr/>
            </p:nvGrpSpPr>
            <p:grpSpPr>
              <a:xfrm>
                <a:off x="7286760" y="3448080"/>
                <a:ext cx="2472480" cy="2079360"/>
                <a:chOff x="7286760" y="3448080"/>
                <a:chExt cx="2472480" cy="2079360"/>
              </a:xfrm>
            </p:grpSpPr>
            <p:sp>
              <p:nvSpPr>
                <p:cNvPr id="49" name="Google Shape;208;p15"/>
                <p:cNvSpPr/>
                <p:nvPr/>
              </p:nvSpPr>
              <p:spPr>
                <a:xfrm rot="18900600" flipH="1" flipV="1">
                  <a:off x="8684640" y="3816720"/>
                  <a:ext cx="1150200" cy="262080"/>
                </a:xfrm>
                <a:prstGeom prst="roundRect">
                  <a:avLst>
                    <a:gd name="adj" fmla="val 50000"/>
                  </a:avLst>
                </a:prstGeom>
                <a:solidFill>
                  <a:schemeClr val="dk2"/>
                </a:solidFill>
                <a:ln w="0">
                  <a:noFill/>
                </a:ln>
              </p:spPr>
              <p:style>
                <a:lnRef idx="0">
                  <a:scrgbClr r="0" g="0" b="0"/>
                </a:lnRef>
                <a:fillRef idx="0">
                  <a:scrgbClr r="0" g="0" b="0"/>
                </a:fillRef>
                <a:effectRef idx="0">
                  <a:scrgbClr r="0" g="0" b="0"/>
                </a:effectRef>
                <a:fontRef idx="minor"/>
              </p:style>
              <p:txBody>
                <a:bodyPr tIns="91440" bIns="91440" anchor="ctr">
                  <a:noAutofit/>
                </a:bodyPr>
                <a:lstStyle/>
                <a:p>
                  <a:pPr defTabSz="914400">
                    <a:lnSpc>
                      <a:spcPct val="100000"/>
                    </a:lnSpc>
                    <a:tabLst>
                      <a:tab pos="0" algn="l"/>
                    </a:tabLst>
                  </a:pPr>
                  <a:endParaRPr lang="en-US" sz="1800" b="0" u="none" strike="noStrike">
                    <a:solidFill>
                      <a:srgbClr val="000000"/>
                    </a:solidFill>
                    <a:effectLst/>
                    <a:uFillTx/>
                    <a:latin typeface="OpenSymbol"/>
                  </a:endParaRPr>
                </a:p>
              </p:txBody>
            </p:sp>
            <p:sp>
              <p:nvSpPr>
                <p:cNvPr id="50" name="Google Shape;209;p15"/>
                <p:cNvSpPr/>
                <p:nvPr/>
              </p:nvSpPr>
              <p:spPr>
                <a:xfrm flipV="1">
                  <a:off x="7979760" y="3447720"/>
                  <a:ext cx="1309320" cy="1309320"/>
                </a:xfrm>
                <a:prstGeom prst="ellipse">
                  <a:avLst/>
                </a:prstGeom>
                <a:noFill/>
                <a:ln w="9525">
                  <a:solidFill>
                    <a:srgbClr val="F8F8F8"/>
                  </a:solidFill>
                  <a:prstDash val="lgDash"/>
                  <a:round/>
                </a:ln>
              </p:spPr>
              <p:style>
                <a:lnRef idx="0">
                  <a:scrgbClr r="0" g="0" b="0"/>
                </a:lnRef>
                <a:fillRef idx="0">
                  <a:scrgbClr r="0" g="0" b="0"/>
                </a:fillRef>
                <a:effectRef idx="0">
                  <a:scrgbClr r="0" g="0" b="0"/>
                </a:effectRef>
                <a:fontRef idx="minor"/>
              </p:style>
              <p:txBody>
                <a:bodyPr tIns="91440" bIns="91440" anchor="ctr">
                  <a:noAutofit/>
                </a:bodyPr>
                <a:lstStyle/>
                <a:p>
                  <a:pPr defTabSz="914400">
                    <a:lnSpc>
                      <a:spcPct val="100000"/>
                    </a:lnSpc>
                    <a:tabLst>
                      <a:tab pos="0" algn="l"/>
                    </a:tabLst>
                  </a:pPr>
                  <a:endParaRPr lang="en-US" sz="1800" b="0" u="none" strike="noStrike">
                    <a:solidFill>
                      <a:srgbClr val="000000"/>
                    </a:solidFill>
                    <a:effectLst/>
                    <a:uFillTx/>
                    <a:latin typeface="OpenSymbol"/>
                  </a:endParaRPr>
                </a:p>
              </p:txBody>
            </p:sp>
            <p:sp>
              <p:nvSpPr>
                <p:cNvPr id="51" name="Google Shape;210;p15"/>
                <p:cNvSpPr/>
                <p:nvPr/>
              </p:nvSpPr>
              <p:spPr>
                <a:xfrm rot="18900600" flipH="1" flipV="1">
                  <a:off x="7197120" y="4966560"/>
                  <a:ext cx="1098360" cy="201600"/>
                </a:xfrm>
                <a:prstGeom prst="roundRect">
                  <a:avLst>
                    <a:gd name="adj" fmla="val 50000"/>
                  </a:avLst>
                </a:prstGeom>
                <a:solidFill>
                  <a:schemeClr val="lt2"/>
                </a:solidFill>
                <a:ln w="0">
                  <a:noFill/>
                </a:ln>
              </p:spPr>
              <p:style>
                <a:lnRef idx="0">
                  <a:scrgbClr r="0" g="0" b="0"/>
                </a:lnRef>
                <a:fillRef idx="0">
                  <a:scrgbClr r="0" g="0" b="0"/>
                </a:fillRef>
                <a:effectRef idx="0">
                  <a:scrgbClr r="0" g="0" b="0"/>
                </a:effectRef>
                <a:fontRef idx="minor"/>
              </p:style>
              <p:txBody>
                <a:bodyPr tIns="71280" bIns="71280" anchor="ctr">
                  <a:noAutofit/>
                </a:bodyPr>
                <a:lstStyle/>
                <a:p>
                  <a:pPr defTabSz="914400">
                    <a:lnSpc>
                      <a:spcPct val="100000"/>
                    </a:lnSpc>
                    <a:tabLst>
                      <a:tab pos="0" algn="l"/>
                    </a:tabLst>
                  </a:pPr>
                  <a:endParaRPr lang="en-US" sz="1800" b="0" u="none" strike="noStrike">
                    <a:solidFill>
                      <a:srgbClr val="FFFFFF"/>
                    </a:solidFill>
                    <a:effectLst/>
                    <a:uFillTx/>
                    <a:latin typeface="OpenSymbol"/>
                  </a:endParaRPr>
                </a:p>
              </p:txBody>
            </p:sp>
          </p:grpSp>
          <p:sp>
            <p:nvSpPr>
              <p:cNvPr id="52" name="Google Shape;211;p15"/>
              <p:cNvSpPr/>
              <p:nvPr/>
            </p:nvSpPr>
            <p:spPr>
              <a:xfrm rot="18900000" flipV="1">
                <a:off x="7775640" y="5142240"/>
                <a:ext cx="770400" cy="127440"/>
              </a:xfrm>
              <a:prstGeom prst="roundRect">
                <a:avLst>
                  <a:gd name="adj" fmla="val 50000"/>
                </a:avLst>
              </a:prstGeom>
              <a:solidFill>
                <a:schemeClr val="lt1"/>
              </a:solidFill>
              <a:ln w="0">
                <a:noFill/>
              </a:ln>
            </p:spPr>
            <p:style>
              <a:lnRef idx="0">
                <a:scrgbClr r="0" g="0" b="0"/>
              </a:lnRef>
              <a:fillRef idx="0">
                <a:scrgbClr r="0" g="0" b="0"/>
              </a:fillRef>
              <a:effectRef idx="0">
                <a:scrgbClr r="0" g="0" b="0"/>
              </a:effectRef>
              <a:fontRef idx="minor"/>
            </p:style>
            <p:txBody>
              <a:bodyPr tIns="45360" bIns="45360" anchor="ctr">
                <a:noAutofit/>
              </a:bodyPr>
              <a:lstStyle/>
              <a:p>
                <a:pPr defTabSz="914400">
                  <a:lnSpc>
                    <a:spcPct val="100000"/>
                  </a:lnSpc>
                  <a:tabLst>
                    <a:tab pos="0" algn="l"/>
                  </a:tabLst>
                </a:pPr>
                <a:endParaRPr lang="en-US" sz="1800" b="0" u="none" strike="noStrike">
                  <a:solidFill>
                    <a:srgbClr val="000000"/>
                  </a:solidFill>
                  <a:effectLst/>
                  <a:uFillTx/>
                  <a:latin typeface="OpenSymbol"/>
                </a:endParaRPr>
              </a:p>
            </p:txBody>
          </p:sp>
        </p:grpSp>
        <p:grpSp>
          <p:nvGrpSpPr>
            <p:cNvPr id="53" name="Google Shape;212;p15"/>
            <p:cNvGrpSpPr/>
            <p:nvPr/>
          </p:nvGrpSpPr>
          <p:grpSpPr>
            <a:xfrm>
              <a:off x="7432920" y="387360"/>
              <a:ext cx="1309320" cy="257400"/>
              <a:chOff x="7432920" y="387360"/>
              <a:chExt cx="1309320" cy="257400"/>
            </a:xfrm>
          </p:grpSpPr>
          <p:sp>
            <p:nvSpPr>
              <p:cNvPr id="54" name="Google Shape;213;p15"/>
              <p:cNvSpPr/>
              <p:nvPr/>
            </p:nvSpPr>
            <p:spPr>
              <a:xfrm flipV="1">
                <a:off x="7852320" y="571320"/>
                <a:ext cx="73440" cy="73440"/>
              </a:xfrm>
              <a:prstGeom prst="ellipse">
                <a:avLst/>
              </a:prstGeom>
              <a:solidFill>
                <a:schemeClr val="dk1"/>
              </a:solidFill>
              <a:ln w="0">
                <a:noFill/>
              </a:ln>
            </p:spPr>
            <p:style>
              <a:lnRef idx="0">
                <a:scrgbClr r="0" g="0" b="0"/>
              </a:lnRef>
              <a:fillRef idx="0">
                <a:scrgbClr r="0" g="0" b="0"/>
              </a:fillRef>
              <a:effectRef idx="0">
                <a:scrgbClr r="0" g="0" b="0"/>
              </a:effectRef>
              <a:fontRef idx="minor"/>
            </p:style>
            <p:txBody>
              <a:bodyPr tIns="25920" bIns="25920" anchor="ctr">
                <a:noAutofit/>
              </a:bodyPr>
              <a:lstStyle/>
              <a:p>
                <a:pPr defTabSz="914400">
                  <a:lnSpc>
                    <a:spcPct val="100000"/>
                  </a:lnSpc>
                  <a:tabLst>
                    <a:tab pos="0" algn="l"/>
                  </a:tabLst>
                </a:pPr>
                <a:endParaRPr lang="en-US" sz="1800" b="0" u="none" strike="noStrike">
                  <a:solidFill>
                    <a:srgbClr val="FFFFFF"/>
                  </a:solidFill>
                  <a:effectLst/>
                  <a:uFillTx/>
                  <a:latin typeface="OpenSymbol"/>
                </a:endParaRPr>
              </a:p>
            </p:txBody>
          </p:sp>
          <p:sp>
            <p:nvSpPr>
              <p:cNvPr id="55" name="Google Shape;214;p15"/>
              <p:cNvSpPr/>
              <p:nvPr/>
            </p:nvSpPr>
            <p:spPr>
              <a:xfrm flipV="1">
                <a:off x="8056440" y="571320"/>
                <a:ext cx="73440" cy="73440"/>
              </a:xfrm>
              <a:prstGeom prst="ellipse">
                <a:avLst/>
              </a:prstGeom>
              <a:solidFill>
                <a:schemeClr val="dk1"/>
              </a:solidFill>
              <a:ln w="0">
                <a:noFill/>
              </a:ln>
            </p:spPr>
            <p:style>
              <a:lnRef idx="0">
                <a:scrgbClr r="0" g="0" b="0"/>
              </a:lnRef>
              <a:fillRef idx="0">
                <a:scrgbClr r="0" g="0" b="0"/>
              </a:fillRef>
              <a:effectRef idx="0">
                <a:scrgbClr r="0" g="0" b="0"/>
              </a:effectRef>
              <a:fontRef idx="minor"/>
            </p:style>
            <p:txBody>
              <a:bodyPr tIns="25920" bIns="25920" anchor="ctr">
                <a:noAutofit/>
              </a:bodyPr>
              <a:lstStyle/>
              <a:p>
                <a:pPr defTabSz="914400">
                  <a:lnSpc>
                    <a:spcPct val="100000"/>
                  </a:lnSpc>
                  <a:tabLst>
                    <a:tab pos="0" algn="l"/>
                  </a:tabLst>
                </a:pPr>
                <a:endParaRPr lang="en-US" sz="1800" b="0" u="none" strike="noStrike">
                  <a:solidFill>
                    <a:srgbClr val="FFFFFF"/>
                  </a:solidFill>
                  <a:effectLst/>
                  <a:uFillTx/>
                  <a:latin typeface="OpenSymbol"/>
                </a:endParaRPr>
              </a:p>
            </p:txBody>
          </p:sp>
          <p:sp>
            <p:nvSpPr>
              <p:cNvPr id="56" name="Google Shape;215;p15"/>
              <p:cNvSpPr/>
              <p:nvPr/>
            </p:nvSpPr>
            <p:spPr>
              <a:xfrm flipV="1">
                <a:off x="8260560" y="571320"/>
                <a:ext cx="73440" cy="73440"/>
              </a:xfrm>
              <a:prstGeom prst="ellipse">
                <a:avLst/>
              </a:prstGeom>
              <a:solidFill>
                <a:schemeClr val="dk1"/>
              </a:solidFill>
              <a:ln w="0">
                <a:noFill/>
              </a:ln>
            </p:spPr>
            <p:style>
              <a:lnRef idx="0">
                <a:scrgbClr r="0" g="0" b="0"/>
              </a:lnRef>
              <a:fillRef idx="0">
                <a:scrgbClr r="0" g="0" b="0"/>
              </a:fillRef>
              <a:effectRef idx="0">
                <a:scrgbClr r="0" g="0" b="0"/>
              </a:effectRef>
              <a:fontRef idx="minor"/>
            </p:style>
            <p:txBody>
              <a:bodyPr tIns="25920" bIns="25920" anchor="ctr">
                <a:noAutofit/>
              </a:bodyPr>
              <a:lstStyle/>
              <a:p>
                <a:pPr defTabSz="914400">
                  <a:lnSpc>
                    <a:spcPct val="100000"/>
                  </a:lnSpc>
                  <a:tabLst>
                    <a:tab pos="0" algn="l"/>
                  </a:tabLst>
                </a:pPr>
                <a:endParaRPr lang="en-US" sz="1800" b="0" u="none" strike="noStrike">
                  <a:solidFill>
                    <a:srgbClr val="FFFFFF"/>
                  </a:solidFill>
                  <a:effectLst/>
                  <a:uFillTx/>
                  <a:latin typeface="OpenSymbol"/>
                </a:endParaRPr>
              </a:p>
            </p:txBody>
          </p:sp>
          <p:sp>
            <p:nvSpPr>
              <p:cNvPr id="57" name="Google Shape;216;p15"/>
              <p:cNvSpPr/>
              <p:nvPr/>
            </p:nvSpPr>
            <p:spPr>
              <a:xfrm flipV="1">
                <a:off x="8464680" y="571320"/>
                <a:ext cx="73440" cy="73440"/>
              </a:xfrm>
              <a:prstGeom prst="ellipse">
                <a:avLst/>
              </a:prstGeom>
              <a:solidFill>
                <a:schemeClr val="dk1"/>
              </a:solidFill>
              <a:ln w="0">
                <a:noFill/>
              </a:ln>
            </p:spPr>
            <p:style>
              <a:lnRef idx="0">
                <a:scrgbClr r="0" g="0" b="0"/>
              </a:lnRef>
              <a:fillRef idx="0">
                <a:scrgbClr r="0" g="0" b="0"/>
              </a:fillRef>
              <a:effectRef idx="0">
                <a:scrgbClr r="0" g="0" b="0"/>
              </a:effectRef>
              <a:fontRef idx="minor"/>
            </p:style>
            <p:txBody>
              <a:bodyPr tIns="25920" bIns="25920" anchor="ctr">
                <a:noAutofit/>
              </a:bodyPr>
              <a:lstStyle/>
              <a:p>
                <a:pPr defTabSz="914400">
                  <a:lnSpc>
                    <a:spcPct val="100000"/>
                  </a:lnSpc>
                  <a:tabLst>
                    <a:tab pos="0" algn="l"/>
                  </a:tabLst>
                </a:pPr>
                <a:endParaRPr lang="en-US" sz="1800" b="0" u="none" strike="noStrike">
                  <a:solidFill>
                    <a:srgbClr val="FFFFFF"/>
                  </a:solidFill>
                  <a:effectLst/>
                  <a:uFillTx/>
                  <a:latin typeface="OpenSymbol"/>
                </a:endParaRPr>
              </a:p>
            </p:txBody>
          </p:sp>
          <p:sp>
            <p:nvSpPr>
              <p:cNvPr id="58" name="Google Shape;217;p15"/>
              <p:cNvSpPr/>
              <p:nvPr/>
            </p:nvSpPr>
            <p:spPr>
              <a:xfrm flipV="1">
                <a:off x="8668800" y="571320"/>
                <a:ext cx="73440" cy="73440"/>
              </a:xfrm>
              <a:prstGeom prst="ellipse">
                <a:avLst/>
              </a:prstGeom>
              <a:solidFill>
                <a:schemeClr val="dk1"/>
              </a:solidFill>
              <a:ln w="0">
                <a:noFill/>
              </a:ln>
            </p:spPr>
            <p:style>
              <a:lnRef idx="0">
                <a:scrgbClr r="0" g="0" b="0"/>
              </a:lnRef>
              <a:fillRef idx="0">
                <a:scrgbClr r="0" g="0" b="0"/>
              </a:fillRef>
              <a:effectRef idx="0">
                <a:scrgbClr r="0" g="0" b="0"/>
              </a:effectRef>
              <a:fontRef idx="minor"/>
            </p:style>
            <p:txBody>
              <a:bodyPr tIns="25920" bIns="25920" anchor="ctr">
                <a:noAutofit/>
              </a:bodyPr>
              <a:lstStyle/>
              <a:p>
                <a:pPr defTabSz="914400">
                  <a:lnSpc>
                    <a:spcPct val="100000"/>
                  </a:lnSpc>
                  <a:tabLst>
                    <a:tab pos="0" algn="l"/>
                  </a:tabLst>
                </a:pPr>
                <a:endParaRPr lang="en-US" sz="1800" b="0" u="none" strike="noStrike">
                  <a:solidFill>
                    <a:srgbClr val="FFFFFF"/>
                  </a:solidFill>
                  <a:effectLst/>
                  <a:uFillTx/>
                  <a:latin typeface="OpenSymbol"/>
                </a:endParaRPr>
              </a:p>
            </p:txBody>
          </p:sp>
          <p:sp>
            <p:nvSpPr>
              <p:cNvPr id="59" name="Google Shape;218;p15"/>
              <p:cNvSpPr/>
              <p:nvPr/>
            </p:nvSpPr>
            <p:spPr>
              <a:xfrm flipV="1">
                <a:off x="7432920" y="387360"/>
                <a:ext cx="73440" cy="73440"/>
              </a:xfrm>
              <a:prstGeom prst="ellipse">
                <a:avLst/>
              </a:prstGeom>
              <a:solidFill>
                <a:schemeClr val="dk1"/>
              </a:solidFill>
              <a:ln w="0">
                <a:noFill/>
              </a:ln>
            </p:spPr>
            <p:style>
              <a:lnRef idx="0">
                <a:scrgbClr r="0" g="0" b="0"/>
              </a:lnRef>
              <a:fillRef idx="0">
                <a:scrgbClr r="0" g="0" b="0"/>
              </a:fillRef>
              <a:effectRef idx="0">
                <a:scrgbClr r="0" g="0" b="0"/>
              </a:effectRef>
              <a:fontRef idx="minor"/>
            </p:style>
            <p:txBody>
              <a:bodyPr tIns="25920" bIns="25920" anchor="ctr">
                <a:noAutofit/>
              </a:bodyPr>
              <a:lstStyle/>
              <a:p>
                <a:pPr defTabSz="914400">
                  <a:lnSpc>
                    <a:spcPct val="100000"/>
                  </a:lnSpc>
                  <a:tabLst>
                    <a:tab pos="0" algn="l"/>
                  </a:tabLst>
                </a:pPr>
                <a:endParaRPr lang="en-US" sz="1800" b="0" u="none" strike="noStrike">
                  <a:solidFill>
                    <a:srgbClr val="FFFFFF"/>
                  </a:solidFill>
                  <a:effectLst/>
                  <a:uFillTx/>
                  <a:latin typeface="OpenSymbol"/>
                </a:endParaRPr>
              </a:p>
            </p:txBody>
          </p:sp>
          <p:sp>
            <p:nvSpPr>
              <p:cNvPr id="60" name="Google Shape;219;p15"/>
              <p:cNvSpPr/>
              <p:nvPr/>
            </p:nvSpPr>
            <p:spPr>
              <a:xfrm flipV="1">
                <a:off x="7637040" y="387360"/>
                <a:ext cx="73440" cy="73440"/>
              </a:xfrm>
              <a:prstGeom prst="ellipse">
                <a:avLst/>
              </a:prstGeom>
              <a:solidFill>
                <a:schemeClr val="dk1"/>
              </a:solidFill>
              <a:ln w="0">
                <a:noFill/>
              </a:ln>
            </p:spPr>
            <p:style>
              <a:lnRef idx="0">
                <a:scrgbClr r="0" g="0" b="0"/>
              </a:lnRef>
              <a:fillRef idx="0">
                <a:scrgbClr r="0" g="0" b="0"/>
              </a:fillRef>
              <a:effectRef idx="0">
                <a:scrgbClr r="0" g="0" b="0"/>
              </a:effectRef>
              <a:fontRef idx="minor"/>
            </p:style>
            <p:txBody>
              <a:bodyPr tIns="25920" bIns="25920" anchor="ctr">
                <a:noAutofit/>
              </a:bodyPr>
              <a:lstStyle/>
              <a:p>
                <a:pPr defTabSz="914400">
                  <a:lnSpc>
                    <a:spcPct val="100000"/>
                  </a:lnSpc>
                  <a:tabLst>
                    <a:tab pos="0" algn="l"/>
                  </a:tabLst>
                </a:pPr>
                <a:endParaRPr lang="en-US" sz="1800" b="0" u="none" strike="noStrike">
                  <a:solidFill>
                    <a:srgbClr val="FFFFFF"/>
                  </a:solidFill>
                  <a:effectLst/>
                  <a:uFillTx/>
                  <a:latin typeface="OpenSymbol"/>
                </a:endParaRPr>
              </a:p>
            </p:txBody>
          </p:sp>
          <p:sp>
            <p:nvSpPr>
              <p:cNvPr id="61" name="Google Shape;220;p15"/>
              <p:cNvSpPr/>
              <p:nvPr/>
            </p:nvSpPr>
            <p:spPr>
              <a:xfrm flipV="1">
                <a:off x="7841160" y="387360"/>
                <a:ext cx="73440" cy="73440"/>
              </a:xfrm>
              <a:prstGeom prst="ellipse">
                <a:avLst/>
              </a:prstGeom>
              <a:solidFill>
                <a:schemeClr val="dk1"/>
              </a:solidFill>
              <a:ln w="0">
                <a:noFill/>
              </a:ln>
            </p:spPr>
            <p:style>
              <a:lnRef idx="0">
                <a:scrgbClr r="0" g="0" b="0"/>
              </a:lnRef>
              <a:fillRef idx="0">
                <a:scrgbClr r="0" g="0" b="0"/>
              </a:fillRef>
              <a:effectRef idx="0">
                <a:scrgbClr r="0" g="0" b="0"/>
              </a:effectRef>
              <a:fontRef idx="minor"/>
            </p:style>
            <p:txBody>
              <a:bodyPr tIns="25920" bIns="25920" anchor="ctr">
                <a:noAutofit/>
              </a:bodyPr>
              <a:lstStyle/>
              <a:p>
                <a:pPr defTabSz="914400">
                  <a:lnSpc>
                    <a:spcPct val="100000"/>
                  </a:lnSpc>
                  <a:tabLst>
                    <a:tab pos="0" algn="l"/>
                  </a:tabLst>
                </a:pPr>
                <a:endParaRPr lang="en-US" sz="1800" b="0" u="none" strike="noStrike">
                  <a:solidFill>
                    <a:srgbClr val="FFFFFF"/>
                  </a:solidFill>
                  <a:effectLst/>
                  <a:uFillTx/>
                  <a:latin typeface="OpenSymbol"/>
                </a:endParaRPr>
              </a:p>
            </p:txBody>
          </p:sp>
          <p:sp>
            <p:nvSpPr>
              <p:cNvPr id="62" name="Google Shape;221;p15"/>
              <p:cNvSpPr/>
              <p:nvPr/>
            </p:nvSpPr>
            <p:spPr>
              <a:xfrm flipV="1">
                <a:off x="8045280" y="387360"/>
                <a:ext cx="73440" cy="73440"/>
              </a:xfrm>
              <a:prstGeom prst="ellipse">
                <a:avLst/>
              </a:prstGeom>
              <a:solidFill>
                <a:schemeClr val="dk1"/>
              </a:solidFill>
              <a:ln w="0">
                <a:noFill/>
              </a:ln>
            </p:spPr>
            <p:style>
              <a:lnRef idx="0">
                <a:scrgbClr r="0" g="0" b="0"/>
              </a:lnRef>
              <a:fillRef idx="0">
                <a:scrgbClr r="0" g="0" b="0"/>
              </a:fillRef>
              <a:effectRef idx="0">
                <a:scrgbClr r="0" g="0" b="0"/>
              </a:effectRef>
              <a:fontRef idx="minor"/>
            </p:style>
            <p:txBody>
              <a:bodyPr tIns="25920" bIns="25920" anchor="ctr">
                <a:noAutofit/>
              </a:bodyPr>
              <a:lstStyle/>
              <a:p>
                <a:pPr defTabSz="914400">
                  <a:lnSpc>
                    <a:spcPct val="100000"/>
                  </a:lnSpc>
                  <a:tabLst>
                    <a:tab pos="0" algn="l"/>
                  </a:tabLst>
                </a:pPr>
                <a:endParaRPr lang="en-US" sz="1800" b="0" u="none" strike="noStrike">
                  <a:solidFill>
                    <a:srgbClr val="FFFFFF"/>
                  </a:solidFill>
                  <a:effectLst/>
                  <a:uFillTx/>
                  <a:latin typeface="OpenSymbol"/>
                </a:endParaRPr>
              </a:p>
            </p:txBody>
          </p:sp>
          <p:sp>
            <p:nvSpPr>
              <p:cNvPr id="63" name="Google Shape;222;p15"/>
              <p:cNvSpPr/>
              <p:nvPr/>
            </p:nvSpPr>
            <p:spPr>
              <a:xfrm flipV="1">
                <a:off x="8249400" y="387360"/>
                <a:ext cx="73440" cy="73440"/>
              </a:xfrm>
              <a:prstGeom prst="ellipse">
                <a:avLst/>
              </a:prstGeom>
              <a:solidFill>
                <a:schemeClr val="dk1"/>
              </a:solidFill>
              <a:ln w="0">
                <a:noFill/>
              </a:ln>
            </p:spPr>
            <p:style>
              <a:lnRef idx="0">
                <a:scrgbClr r="0" g="0" b="0"/>
              </a:lnRef>
              <a:fillRef idx="0">
                <a:scrgbClr r="0" g="0" b="0"/>
              </a:fillRef>
              <a:effectRef idx="0">
                <a:scrgbClr r="0" g="0" b="0"/>
              </a:effectRef>
              <a:fontRef idx="minor"/>
            </p:style>
            <p:txBody>
              <a:bodyPr tIns="25920" bIns="25920" anchor="ctr">
                <a:noAutofit/>
              </a:bodyPr>
              <a:lstStyle/>
              <a:p>
                <a:pPr defTabSz="914400">
                  <a:lnSpc>
                    <a:spcPct val="100000"/>
                  </a:lnSpc>
                  <a:tabLst>
                    <a:tab pos="0" algn="l"/>
                  </a:tabLst>
                </a:pPr>
                <a:endParaRPr lang="en-US" sz="1800" b="0" u="none" strike="noStrike">
                  <a:solidFill>
                    <a:srgbClr val="FFFFFF"/>
                  </a:solidFill>
                  <a:effectLst/>
                  <a:uFillTx/>
                  <a:latin typeface="OpenSymbol"/>
                </a:endParaRPr>
              </a:p>
            </p:txBody>
          </p:sp>
        </p:grpSp>
      </p:gr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TITLE_AND_TWO_COLUMNS_1">
    <p:bg>
      <p:bgPr>
        <a:solidFill>
          <a:schemeClr val="lt1"/>
        </a:solidFill>
        <a:effectLst/>
      </p:bgPr>
    </p:bg>
    <p:spTree>
      <p:nvGrpSpPr>
        <p:cNvPr id="1" name=""/>
        <p:cNvGrpSpPr/>
        <p:nvPr/>
      </p:nvGrpSpPr>
      <p:grpSpPr>
        <a:xfrm>
          <a:off x="0" y="0"/>
          <a:ext cx="0" cy="0"/>
          <a:chOff x="0" y="0"/>
          <a:chExt cx="0" cy="0"/>
        </a:xfrm>
      </p:grpSpPr>
      <p:sp>
        <p:nvSpPr>
          <p:cNvPr id="64" name="PlaceHolder 1"/>
          <p:cNvSpPr>
            <a:spLocks noGrp="1"/>
          </p:cNvSpPr>
          <p:nvPr>
            <p:ph type="title"/>
          </p:nvPr>
        </p:nvSpPr>
        <p:spPr>
          <a:xfrm>
            <a:off x="720000" y="444960"/>
            <a:ext cx="7703640" cy="572400"/>
          </a:xfrm>
          <a:prstGeom prst="rect">
            <a:avLst/>
          </a:prstGeom>
          <a:noFill/>
          <a:ln w="0">
            <a:noFill/>
          </a:ln>
        </p:spPr>
        <p:txBody>
          <a:bodyPr lIns="91440" tIns="91440" rIns="91440" bIns="91440" anchor="t">
            <a:noAutofit/>
          </a:bodyPr>
          <a:lstStyle/>
          <a:p>
            <a:pPr indent="0">
              <a:buNone/>
            </a:pPr>
            <a:r>
              <a:rPr lang="fr-FR" sz="3200" b="0" u="none" strike="noStrike">
                <a:solidFill>
                  <a:schemeClr val="dk1"/>
                </a:solidFill>
                <a:effectLst/>
                <a:uFillTx/>
                <a:latin typeface="Arial"/>
              </a:rPr>
              <a:t>Click to edit the title text format</a:t>
            </a:r>
          </a:p>
        </p:txBody>
      </p:sp>
      <p:grpSp>
        <p:nvGrpSpPr>
          <p:cNvPr id="65" name="Google Shape;229;p16"/>
          <p:cNvGrpSpPr/>
          <p:nvPr/>
        </p:nvGrpSpPr>
        <p:grpSpPr>
          <a:xfrm>
            <a:off x="7432920" y="387360"/>
            <a:ext cx="2397960" cy="5136480"/>
            <a:chOff x="7432920" y="387360"/>
            <a:chExt cx="2397960" cy="5136480"/>
          </a:xfrm>
        </p:grpSpPr>
        <p:grpSp>
          <p:nvGrpSpPr>
            <p:cNvPr id="66" name="Google Shape;230;p16"/>
            <p:cNvGrpSpPr/>
            <p:nvPr/>
          </p:nvGrpSpPr>
          <p:grpSpPr>
            <a:xfrm>
              <a:off x="7527600" y="3448080"/>
              <a:ext cx="2303280" cy="2075760"/>
              <a:chOff x="7527600" y="3448080"/>
              <a:chExt cx="2303280" cy="2075760"/>
            </a:xfrm>
          </p:grpSpPr>
          <p:sp>
            <p:nvSpPr>
              <p:cNvPr id="67" name="Google Shape;231;p16"/>
              <p:cNvSpPr/>
              <p:nvPr/>
            </p:nvSpPr>
            <p:spPr>
              <a:xfrm rot="5400000" flipH="1" flipV="1">
                <a:off x="7653240" y="3596040"/>
                <a:ext cx="1554120" cy="1548360"/>
              </a:xfrm>
              <a:prstGeom prst="rtTriangle">
                <a:avLst/>
              </a:prstGeom>
              <a:solidFill>
                <a:schemeClr val="dk1"/>
              </a:solidFill>
              <a:ln w="0">
                <a:noFill/>
              </a:ln>
            </p:spPr>
            <p:style>
              <a:lnRef idx="0">
                <a:scrgbClr r="0" g="0" b="0"/>
              </a:lnRef>
              <a:fillRef idx="0">
                <a:scrgbClr r="0" g="0" b="0"/>
              </a:fillRef>
              <a:effectRef idx="0">
                <a:scrgbClr r="0" g="0" b="0"/>
              </a:effectRef>
              <a:fontRef idx="minor"/>
            </p:style>
            <p:txBody>
              <a:bodyPr tIns="91440" bIns="91440" anchor="ctr">
                <a:noAutofit/>
              </a:bodyPr>
              <a:lstStyle/>
              <a:p>
                <a:pPr defTabSz="914400">
                  <a:lnSpc>
                    <a:spcPct val="100000"/>
                  </a:lnSpc>
                  <a:tabLst>
                    <a:tab pos="0" algn="l"/>
                  </a:tabLst>
                </a:pPr>
                <a:endParaRPr lang="en-US" sz="1800" b="0" u="none" strike="noStrike">
                  <a:solidFill>
                    <a:srgbClr val="FFFFFF"/>
                  </a:solidFill>
                  <a:effectLst/>
                  <a:uFillTx/>
                  <a:latin typeface="OpenSymbol"/>
                </a:endParaRPr>
              </a:p>
            </p:txBody>
          </p:sp>
          <p:grpSp>
            <p:nvGrpSpPr>
              <p:cNvPr id="68" name="Google Shape;232;p16"/>
              <p:cNvGrpSpPr/>
              <p:nvPr/>
            </p:nvGrpSpPr>
            <p:grpSpPr>
              <a:xfrm>
                <a:off x="7527600" y="3448080"/>
                <a:ext cx="2303280" cy="1829160"/>
                <a:chOff x="7527600" y="3448080"/>
                <a:chExt cx="2303280" cy="1829160"/>
              </a:xfrm>
            </p:grpSpPr>
            <p:sp>
              <p:nvSpPr>
                <p:cNvPr id="69" name="Google Shape;233;p16"/>
                <p:cNvSpPr/>
                <p:nvPr/>
              </p:nvSpPr>
              <p:spPr>
                <a:xfrm rot="18900600" flipH="1" flipV="1">
                  <a:off x="8756280" y="4159080"/>
                  <a:ext cx="1150200" cy="262080"/>
                </a:xfrm>
                <a:prstGeom prst="roundRect">
                  <a:avLst>
                    <a:gd name="adj" fmla="val 50000"/>
                  </a:avLst>
                </a:prstGeom>
                <a:solidFill>
                  <a:schemeClr val="dk2"/>
                </a:solidFill>
                <a:ln w="0">
                  <a:noFill/>
                </a:ln>
              </p:spPr>
              <p:style>
                <a:lnRef idx="0">
                  <a:scrgbClr r="0" g="0" b="0"/>
                </a:lnRef>
                <a:fillRef idx="0">
                  <a:scrgbClr r="0" g="0" b="0"/>
                </a:fillRef>
                <a:effectRef idx="0">
                  <a:scrgbClr r="0" g="0" b="0"/>
                </a:effectRef>
                <a:fontRef idx="minor"/>
              </p:style>
              <p:txBody>
                <a:bodyPr tIns="91440" bIns="91440" anchor="ctr">
                  <a:noAutofit/>
                </a:bodyPr>
                <a:lstStyle/>
                <a:p>
                  <a:pPr defTabSz="914400">
                    <a:lnSpc>
                      <a:spcPct val="100000"/>
                    </a:lnSpc>
                    <a:tabLst>
                      <a:tab pos="0" algn="l"/>
                    </a:tabLst>
                  </a:pPr>
                  <a:endParaRPr lang="en-US" sz="1800" b="0" u="none" strike="noStrike">
                    <a:solidFill>
                      <a:srgbClr val="000000"/>
                    </a:solidFill>
                    <a:effectLst/>
                    <a:uFillTx/>
                    <a:latin typeface="OpenSymbol"/>
                  </a:endParaRPr>
                </a:p>
              </p:txBody>
            </p:sp>
            <p:sp>
              <p:nvSpPr>
                <p:cNvPr id="70" name="Google Shape;234;p16"/>
                <p:cNvSpPr/>
                <p:nvPr/>
              </p:nvSpPr>
              <p:spPr>
                <a:xfrm flipV="1">
                  <a:off x="7979760" y="3447720"/>
                  <a:ext cx="1309320" cy="1309320"/>
                </a:xfrm>
                <a:prstGeom prst="ellipse">
                  <a:avLst/>
                </a:prstGeom>
                <a:noFill/>
                <a:ln w="9525">
                  <a:solidFill>
                    <a:srgbClr val="F8F8F8"/>
                  </a:solidFill>
                  <a:prstDash val="lgDash"/>
                  <a:round/>
                </a:ln>
              </p:spPr>
              <p:style>
                <a:lnRef idx="0">
                  <a:scrgbClr r="0" g="0" b="0"/>
                </a:lnRef>
                <a:fillRef idx="0">
                  <a:scrgbClr r="0" g="0" b="0"/>
                </a:fillRef>
                <a:effectRef idx="0">
                  <a:scrgbClr r="0" g="0" b="0"/>
                </a:effectRef>
                <a:fontRef idx="minor"/>
              </p:style>
              <p:txBody>
                <a:bodyPr tIns="91440" bIns="91440" anchor="ctr">
                  <a:noAutofit/>
                </a:bodyPr>
                <a:lstStyle/>
                <a:p>
                  <a:pPr defTabSz="914400">
                    <a:lnSpc>
                      <a:spcPct val="100000"/>
                    </a:lnSpc>
                    <a:tabLst>
                      <a:tab pos="0" algn="l"/>
                    </a:tabLst>
                  </a:pPr>
                  <a:endParaRPr lang="en-US" sz="1800" b="0" u="none" strike="noStrike">
                    <a:solidFill>
                      <a:srgbClr val="000000"/>
                    </a:solidFill>
                    <a:effectLst/>
                    <a:uFillTx/>
                    <a:latin typeface="OpenSymbol"/>
                  </a:endParaRPr>
                </a:p>
              </p:txBody>
            </p:sp>
            <p:sp>
              <p:nvSpPr>
                <p:cNvPr id="71" name="Google Shape;235;p16"/>
                <p:cNvSpPr/>
                <p:nvPr/>
              </p:nvSpPr>
              <p:spPr>
                <a:xfrm rot="18900600" flipH="1" flipV="1">
                  <a:off x="7437960" y="4716360"/>
                  <a:ext cx="1098360" cy="201600"/>
                </a:xfrm>
                <a:prstGeom prst="roundRect">
                  <a:avLst>
                    <a:gd name="adj" fmla="val 50000"/>
                  </a:avLst>
                </a:prstGeom>
                <a:solidFill>
                  <a:schemeClr val="lt2"/>
                </a:solidFill>
                <a:ln w="0">
                  <a:noFill/>
                </a:ln>
              </p:spPr>
              <p:style>
                <a:lnRef idx="0">
                  <a:scrgbClr r="0" g="0" b="0"/>
                </a:lnRef>
                <a:fillRef idx="0">
                  <a:scrgbClr r="0" g="0" b="0"/>
                </a:fillRef>
                <a:effectRef idx="0">
                  <a:scrgbClr r="0" g="0" b="0"/>
                </a:effectRef>
                <a:fontRef idx="minor"/>
              </p:style>
              <p:txBody>
                <a:bodyPr tIns="71280" bIns="71280" anchor="ctr">
                  <a:noAutofit/>
                </a:bodyPr>
                <a:lstStyle/>
                <a:p>
                  <a:pPr defTabSz="914400">
                    <a:lnSpc>
                      <a:spcPct val="100000"/>
                    </a:lnSpc>
                    <a:tabLst>
                      <a:tab pos="0" algn="l"/>
                    </a:tabLst>
                  </a:pPr>
                  <a:endParaRPr lang="en-US" sz="1800" b="0" u="none" strike="noStrike">
                    <a:solidFill>
                      <a:srgbClr val="FFFFFF"/>
                    </a:solidFill>
                    <a:effectLst/>
                    <a:uFillTx/>
                    <a:latin typeface="OpenSymbol"/>
                  </a:endParaRPr>
                </a:p>
              </p:txBody>
            </p:sp>
          </p:grpSp>
          <p:sp>
            <p:nvSpPr>
              <p:cNvPr id="72" name="Google Shape;236;p16"/>
              <p:cNvSpPr/>
              <p:nvPr/>
            </p:nvSpPr>
            <p:spPr>
              <a:xfrm rot="18900000" flipV="1">
                <a:off x="7775640" y="5142240"/>
                <a:ext cx="770400" cy="127440"/>
              </a:xfrm>
              <a:prstGeom prst="roundRect">
                <a:avLst>
                  <a:gd name="adj" fmla="val 50000"/>
                </a:avLst>
              </a:prstGeom>
              <a:solidFill>
                <a:schemeClr val="lt1"/>
              </a:solidFill>
              <a:ln w="0">
                <a:noFill/>
              </a:ln>
            </p:spPr>
            <p:style>
              <a:lnRef idx="0">
                <a:scrgbClr r="0" g="0" b="0"/>
              </a:lnRef>
              <a:fillRef idx="0">
                <a:scrgbClr r="0" g="0" b="0"/>
              </a:fillRef>
              <a:effectRef idx="0">
                <a:scrgbClr r="0" g="0" b="0"/>
              </a:effectRef>
              <a:fontRef idx="minor"/>
            </p:style>
            <p:txBody>
              <a:bodyPr tIns="45360" bIns="45360" anchor="ctr">
                <a:noAutofit/>
              </a:bodyPr>
              <a:lstStyle/>
              <a:p>
                <a:pPr defTabSz="914400">
                  <a:lnSpc>
                    <a:spcPct val="100000"/>
                  </a:lnSpc>
                  <a:tabLst>
                    <a:tab pos="0" algn="l"/>
                  </a:tabLst>
                </a:pPr>
                <a:endParaRPr lang="en-US" sz="1800" b="0" u="none" strike="noStrike">
                  <a:solidFill>
                    <a:srgbClr val="000000"/>
                  </a:solidFill>
                  <a:effectLst/>
                  <a:uFillTx/>
                  <a:latin typeface="OpenSymbol"/>
                </a:endParaRPr>
              </a:p>
            </p:txBody>
          </p:sp>
        </p:grpSp>
        <p:grpSp>
          <p:nvGrpSpPr>
            <p:cNvPr id="73" name="Google Shape;237;p16"/>
            <p:cNvGrpSpPr/>
            <p:nvPr/>
          </p:nvGrpSpPr>
          <p:grpSpPr>
            <a:xfrm>
              <a:off x="7432920" y="387360"/>
              <a:ext cx="1309320" cy="257400"/>
              <a:chOff x="7432920" y="387360"/>
              <a:chExt cx="1309320" cy="257400"/>
            </a:xfrm>
          </p:grpSpPr>
          <p:sp>
            <p:nvSpPr>
              <p:cNvPr id="74" name="Google Shape;238;p16"/>
              <p:cNvSpPr/>
              <p:nvPr/>
            </p:nvSpPr>
            <p:spPr>
              <a:xfrm flipV="1">
                <a:off x="7852320" y="571320"/>
                <a:ext cx="73440" cy="73440"/>
              </a:xfrm>
              <a:prstGeom prst="ellipse">
                <a:avLst/>
              </a:prstGeom>
              <a:solidFill>
                <a:schemeClr val="dk1"/>
              </a:solidFill>
              <a:ln w="0">
                <a:noFill/>
              </a:ln>
            </p:spPr>
            <p:style>
              <a:lnRef idx="0">
                <a:scrgbClr r="0" g="0" b="0"/>
              </a:lnRef>
              <a:fillRef idx="0">
                <a:scrgbClr r="0" g="0" b="0"/>
              </a:fillRef>
              <a:effectRef idx="0">
                <a:scrgbClr r="0" g="0" b="0"/>
              </a:effectRef>
              <a:fontRef idx="minor"/>
            </p:style>
            <p:txBody>
              <a:bodyPr tIns="25920" bIns="25920" anchor="ctr">
                <a:noAutofit/>
              </a:bodyPr>
              <a:lstStyle/>
              <a:p>
                <a:pPr defTabSz="914400">
                  <a:lnSpc>
                    <a:spcPct val="100000"/>
                  </a:lnSpc>
                  <a:tabLst>
                    <a:tab pos="0" algn="l"/>
                  </a:tabLst>
                </a:pPr>
                <a:endParaRPr lang="en-US" sz="1800" b="0" u="none" strike="noStrike">
                  <a:solidFill>
                    <a:srgbClr val="FFFFFF"/>
                  </a:solidFill>
                  <a:effectLst/>
                  <a:uFillTx/>
                  <a:latin typeface="OpenSymbol"/>
                </a:endParaRPr>
              </a:p>
            </p:txBody>
          </p:sp>
          <p:sp>
            <p:nvSpPr>
              <p:cNvPr id="75" name="Google Shape;239;p16"/>
              <p:cNvSpPr/>
              <p:nvPr/>
            </p:nvSpPr>
            <p:spPr>
              <a:xfrm flipV="1">
                <a:off x="8056440" y="571320"/>
                <a:ext cx="73440" cy="73440"/>
              </a:xfrm>
              <a:prstGeom prst="ellipse">
                <a:avLst/>
              </a:prstGeom>
              <a:solidFill>
                <a:schemeClr val="dk1"/>
              </a:solidFill>
              <a:ln w="0">
                <a:noFill/>
              </a:ln>
            </p:spPr>
            <p:style>
              <a:lnRef idx="0">
                <a:scrgbClr r="0" g="0" b="0"/>
              </a:lnRef>
              <a:fillRef idx="0">
                <a:scrgbClr r="0" g="0" b="0"/>
              </a:fillRef>
              <a:effectRef idx="0">
                <a:scrgbClr r="0" g="0" b="0"/>
              </a:effectRef>
              <a:fontRef idx="minor"/>
            </p:style>
            <p:txBody>
              <a:bodyPr tIns="25920" bIns="25920" anchor="ctr">
                <a:noAutofit/>
              </a:bodyPr>
              <a:lstStyle/>
              <a:p>
                <a:pPr defTabSz="914400">
                  <a:lnSpc>
                    <a:spcPct val="100000"/>
                  </a:lnSpc>
                  <a:tabLst>
                    <a:tab pos="0" algn="l"/>
                  </a:tabLst>
                </a:pPr>
                <a:endParaRPr lang="en-US" sz="1800" b="0" u="none" strike="noStrike">
                  <a:solidFill>
                    <a:srgbClr val="FFFFFF"/>
                  </a:solidFill>
                  <a:effectLst/>
                  <a:uFillTx/>
                  <a:latin typeface="OpenSymbol"/>
                </a:endParaRPr>
              </a:p>
            </p:txBody>
          </p:sp>
          <p:sp>
            <p:nvSpPr>
              <p:cNvPr id="76" name="Google Shape;240;p16"/>
              <p:cNvSpPr/>
              <p:nvPr/>
            </p:nvSpPr>
            <p:spPr>
              <a:xfrm flipV="1">
                <a:off x="8260560" y="571320"/>
                <a:ext cx="73440" cy="73440"/>
              </a:xfrm>
              <a:prstGeom prst="ellipse">
                <a:avLst/>
              </a:prstGeom>
              <a:solidFill>
                <a:schemeClr val="dk1"/>
              </a:solidFill>
              <a:ln w="0">
                <a:noFill/>
              </a:ln>
            </p:spPr>
            <p:style>
              <a:lnRef idx="0">
                <a:scrgbClr r="0" g="0" b="0"/>
              </a:lnRef>
              <a:fillRef idx="0">
                <a:scrgbClr r="0" g="0" b="0"/>
              </a:fillRef>
              <a:effectRef idx="0">
                <a:scrgbClr r="0" g="0" b="0"/>
              </a:effectRef>
              <a:fontRef idx="minor"/>
            </p:style>
            <p:txBody>
              <a:bodyPr tIns="25920" bIns="25920" anchor="ctr">
                <a:noAutofit/>
              </a:bodyPr>
              <a:lstStyle/>
              <a:p>
                <a:pPr defTabSz="914400">
                  <a:lnSpc>
                    <a:spcPct val="100000"/>
                  </a:lnSpc>
                  <a:tabLst>
                    <a:tab pos="0" algn="l"/>
                  </a:tabLst>
                </a:pPr>
                <a:endParaRPr lang="en-US" sz="1800" b="0" u="none" strike="noStrike">
                  <a:solidFill>
                    <a:srgbClr val="FFFFFF"/>
                  </a:solidFill>
                  <a:effectLst/>
                  <a:uFillTx/>
                  <a:latin typeface="OpenSymbol"/>
                </a:endParaRPr>
              </a:p>
            </p:txBody>
          </p:sp>
          <p:sp>
            <p:nvSpPr>
              <p:cNvPr id="77" name="Google Shape;241;p16"/>
              <p:cNvSpPr/>
              <p:nvPr/>
            </p:nvSpPr>
            <p:spPr>
              <a:xfrm flipV="1">
                <a:off x="8464680" y="571320"/>
                <a:ext cx="73440" cy="73440"/>
              </a:xfrm>
              <a:prstGeom prst="ellipse">
                <a:avLst/>
              </a:prstGeom>
              <a:solidFill>
                <a:schemeClr val="dk1"/>
              </a:solidFill>
              <a:ln w="0">
                <a:noFill/>
              </a:ln>
            </p:spPr>
            <p:style>
              <a:lnRef idx="0">
                <a:scrgbClr r="0" g="0" b="0"/>
              </a:lnRef>
              <a:fillRef idx="0">
                <a:scrgbClr r="0" g="0" b="0"/>
              </a:fillRef>
              <a:effectRef idx="0">
                <a:scrgbClr r="0" g="0" b="0"/>
              </a:effectRef>
              <a:fontRef idx="minor"/>
            </p:style>
            <p:txBody>
              <a:bodyPr tIns="25920" bIns="25920" anchor="ctr">
                <a:noAutofit/>
              </a:bodyPr>
              <a:lstStyle/>
              <a:p>
                <a:pPr defTabSz="914400">
                  <a:lnSpc>
                    <a:spcPct val="100000"/>
                  </a:lnSpc>
                  <a:tabLst>
                    <a:tab pos="0" algn="l"/>
                  </a:tabLst>
                </a:pPr>
                <a:endParaRPr lang="en-US" sz="1800" b="0" u="none" strike="noStrike">
                  <a:solidFill>
                    <a:srgbClr val="FFFFFF"/>
                  </a:solidFill>
                  <a:effectLst/>
                  <a:uFillTx/>
                  <a:latin typeface="OpenSymbol"/>
                </a:endParaRPr>
              </a:p>
            </p:txBody>
          </p:sp>
          <p:sp>
            <p:nvSpPr>
              <p:cNvPr id="78" name="Google Shape;242;p16"/>
              <p:cNvSpPr/>
              <p:nvPr/>
            </p:nvSpPr>
            <p:spPr>
              <a:xfrm flipV="1">
                <a:off x="8668800" y="571320"/>
                <a:ext cx="73440" cy="73440"/>
              </a:xfrm>
              <a:prstGeom prst="ellipse">
                <a:avLst/>
              </a:prstGeom>
              <a:solidFill>
                <a:schemeClr val="dk1"/>
              </a:solidFill>
              <a:ln w="0">
                <a:noFill/>
              </a:ln>
            </p:spPr>
            <p:style>
              <a:lnRef idx="0">
                <a:scrgbClr r="0" g="0" b="0"/>
              </a:lnRef>
              <a:fillRef idx="0">
                <a:scrgbClr r="0" g="0" b="0"/>
              </a:fillRef>
              <a:effectRef idx="0">
                <a:scrgbClr r="0" g="0" b="0"/>
              </a:effectRef>
              <a:fontRef idx="minor"/>
            </p:style>
            <p:txBody>
              <a:bodyPr tIns="25920" bIns="25920" anchor="ctr">
                <a:noAutofit/>
              </a:bodyPr>
              <a:lstStyle/>
              <a:p>
                <a:pPr defTabSz="914400">
                  <a:lnSpc>
                    <a:spcPct val="100000"/>
                  </a:lnSpc>
                  <a:tabLst>
                    <a:tab pos="0" algn="l"/>
                  </a:tabLst>
                </a:pPr>
                <a:endParaRPr lang="en-US" sz="1800" b="0" u="none" strike="noStrike">
                  <a:solidFill>
                    <a:srgbClr val="FFFFFF"/>
                  </a:solidFill>
                  <a:effectLst/>
                  <a:uFillTx/>
                  <a:latin typeface="OpenSymbol"/>
                </a:endParaRPr>
              </a:p>
            </p:txBody>
          </p:sp>
          <p:sp>
            <p:nvSpPr>
              <p:cNvPr id="79" name="Google Shape;243;p16"/>
              <p:cNvSpPr/>
              <p:nvPr/>
            </p:nvSpPr>
            <p:spPr>
              <a:xfrm flipV="1">
                <a:off x="7432920" y="387360"/>
                <a:ext cx="73440" cy="73440"/>
              </a:xfrm>
              <a:prstGeom prst="ellipse">
                <a:avLst/>
              </a:prstGeom>
              <a:solidFill>
                <a:schemeClr val="dk1"/>
              </a:solidFill>
              <a:ln w="0">
                <a:noFill/>
              </a:ln>
            </p:spPr>
            <p:style>
              <a:lnRef idx="0">
                <a:scrgbClr r="0" g="0" b="0"/>
              </a:lnRef>
              <a:fillRef idx="0">
                <a:scrgbClr r="0" g="0" b="0"/>
              </a:fillRef>
              <a:effectRef idx="0">
                <a:scrgbClr r="0" g="0" b="0"/>
              </a:effectRef>
              <a:fontRef idx="minor"/>
            </p:style>
            <p:txBody>
              <a:bodyPr tIns="25920" bIns="25920" anchor="ctr">
                <a:noAutofit/>
              </a:bodyPr>
              <a:lstStyle/>
              <a:p>
                <a:pPr defTabSz="914400">
                  <a:lnSpc>
                    <a:spcPct val="100000"/>
                  </a:lnSpc>
                  <a:tabLst>
                    <a:tab pos="0" algn="l"/>
                  </a:tabLst>
                </a:pPr>
                <a:endParaRPr lang="en-US" sz="1800" b="0" u="none" strike="noStrike">
                  <a:solidFill>
                    <a:srgbClr val="FFFFFF"/>
                  </a:solidFill>
                  <a:effectLst/>
                  <a:uFillTx/>
                  <a:latin typeface="OpenSymbol"/>
                </a:endParaRPr>
              </a:p>
            </p:txBody>
          </p:sp>
          <p:sp>
            <p:nvSpPr>
              <p:cNvPr id="80" name="Google Shape;244;p16"/>
              <p:cNvSpPr/>
              <p:nvPr/>
            </p:nvSpPr>
            <p:spPr>
              <a:xfrm flipV="1">
                <a:off x="7637040" y="387360"/>
                <a:ext cx="73440" cy="73440"/>
              </a:xfrm>
              <a:prstGeom prst="ellipse">
                <a:avLst/>
              </a:prstGeom>
              <a:solidFill>
                <a:schemeClr val="dk1"/>
              </a:solidFill>
              <a:ln w="0">
                <a:noFill/>
              </a:ln>
            </p:spPr>
            <p:style>
              <a:lnRef idx="0">
                <a:scrgbClr r="0" g="0" b="0"/>
              </a:lnRef>
              <a:fillRef idx="0">
                <a:scrgbClr r="0" g="0" b="0"/>
              </a:fillRef>
              <a:effectRef idx="0">
                <a:scrgbClr r="0" g="0" b="0"/>
              </a:effectRef>
              <a:fontRef idx="minor"/>
            </p:style>
            <p:txBody>
              <a:bodyPr tIns="25920" bIns="25920" anchor="ctr">
                <a:noAutofit/>
              </a:bodyPr>
              <a:lstStyle/>
              <a:p>
                <a:pPr defTabSz="914400">
                  <a:lnSpc>
                    <a:spcPct val="100000"/>
                  </a:lnSpc>
                  <a:tabLst>
                    <a:tab pos="0" algn="l"/>
                  </a:tabLst>
                </a:pPr>
                <a:endParaRPr lang="en-US" sz="1800" b="0" u="none" strike="noStrike">
                  <a:solidFill>
                    <a:srgbClr val="FFFFFF"/>
                  </a:solidFill>
                  <a:effectLst/>
                  <a:uFillTx/>
                  <a:latin typeface="OpenSymbol"/>
                </a:endParaRPr>
              </a:p>
            </p:txBody>
          </p:sp>
          <p:sp>
            <p:nvSpPr>
              <p:cNvPr id="81" name="Google Shape;245;p16"/>
              <p:cNvSpPr/>
              <p:nvPr/>
            </p:nvSpPr>
            <p:spPr>
              <a:xfrm flipV="1">
                <a:off x="7841160" y="387360"/>
                <a:ext cx="73440" cy="73440"/>
              </a:xfrm>
              <a:prstGeom prst="ellipse">
                <a:avLst/>
              </a:prstGeom>
              <a:solidFill>
                <a:schemeClr val="dk1"/>
              </a:solidFill>
              <a:ln w="0">
                <a:noFill/>
              </a:ln>
            </p:spPr>
            <p:style>
              <a:lnRef idx="0">
                <a:scrgbClr r="0" g="0" b="0"/>
              </a:lnRef>
              <a:fillRef idx="0">
                <a:scrgbClr r="0" g="0" b="0"/>
              </a:fillRef>
              <a:effectRef idx="0">
                <a:scrgbClr r="0" g="0" b="0"/>
              </a:effectRef>
              <a:fontRef idx="minor"/>
            </p:style>
            <p:txBody>
              <a:bodyPr tIns="25920" bIns="25920" anchor="ctr">
                <a:noAutofit/>
              </a:bodyPr>
              <a:lstStyle/>
              <a:p>
                <a:pPr defTabSz="914400">
                  <a:lnSpc>
                    <a:spcPct val="100000"/>
                  </a:lnSpc>
                  <a:tabLst>
                    <a:tab pos="0" algn="l"/>
                  </a:tabLst>
                </a:pPr>
                <a:endParaRPr lang="en-US" sz="1800" b="0" u="none" strike="noStrike">
                  <a:solidFill>
                    <a:srgbClr val="FFFFFF"/>
                  </a:solidFill>
                  <a:effectLst/>
                  <a:uFillTx/>
                  <a:latin typeface="OpenSymbol"/>
                </a:endParaRPr>
              </a:p>
            </p:txBody>
          </p:sp>
          <p:sp>
            <p:nvSpPr>
              <p:cNvPr id="82" name="Google Shape;246;p16"/>
              <p:cNvSpPr/>
              <p:nvPr/>
            </p:nvSpPr>
            <p:spPr>
              <a:xfrm flipV="1">
                <a:off x="8045280" y="387360"/>
                <a:ext cx="73440" cy="73440"/>
              </a:xfrm>
              <a:prstGeom prst="ellipse">
                <a:avLst/>
              </a:prstGeom>
              <a:solidFill>
                <a:schemeClr val="dk1"/>
              </a:solidFill>
              <a:ln w="0">
                <a:noFill/>
              </a:ln>
            </p:spPr>
            <p:style>
              <a:lnRef idx="0">
                <a:scrgbClr r="0" g="0" b="0"/>
              </a:lnRef>
              <a:fillRef idx="0">
                <a:scrgbClr r="0" g="0" b="0"/>
              </a:fillRef>
              <a:effectRef idx="0">
                <a:scrgbClr r="0" g="0" b="0"/>
              </a:effectRef>
              <a:fontRef idx="minor"/>
            </p:style>
            <p:txBody>
              <a:bodyPr tIns="25920" bIns="25920" anchor="ctr">
                <a:noAutofit/>
              </a:bodyPr>
              <a:lstStyle/>
              <a:p>
                <a:pPr defTabSz="914400">
                  <a:lnSpc>
                    <a:spcPct val="100000"/>
                  </a:lnSpc>
                  <a:tabLst>
                    <a:tab pos="0" algn="l"/>
                  </a:tabLst>
                </a:pPr>
                <a:endParaRPr lang="en-US" sz="1800" b="0" u="none" strike="noStrike">
                  <a:solidFill>
                    <a:srgbClr val="FFFFFF"/>
                  </a:solidFill>
                  <a:effectLst/>
                  <a:uFillTx/>
                  <a:latin typeface="OpenSymbol"/>
                </a:endParaRPr>
              </a:p>
            </p:txBody>
          </p:sp>
          <p:sp>
            <p:nvSpPr>
              <p:cNvPr id="83" name="Google Shape;247;p16"/>
              <p:cNvSpPr/>
              <p:nvPr/>
            </p:nvSpPr>
            <p:spPr>
              <a:xfrm flipV="1">
                <a:off x="8249400" y="387360"/>
                <a:ext cx="73440" cy="73440"/>
              </a:xfrm>
              <a:prstGeom prst="ellipse">
                <a:avLst/>
              </a:prstGeom>
              <a:solidFill>
                <a:schemeClr val="dk1"/>
              </a:solidFill>
              <a:ln w="0">
                <a:noFill/>
              </a:ln>
            </p:spPr>
            <p:style>
              <a:lnRef idx="0">
                <a:scrgbClr r="0" g="0" b="0"/>
              </a:lnRef>
              <a:fillRef idx="0">
                <a:scrgbClr r="0" g="0" b="0"/>
              </a:fillRef>
              <a:effectRef idx="0">
                <a:scrgbClr r="0" g="0" b="0"/>
              </a:effectRef>
              <a:fontRef idx="minor"/>
            </p:style>
            <p:txBody>
              <a:bodyPr tIns="25920" bIns="25920" anchor="ctr">
                <a:noAutofit/>
              </a:bodyPr>
              <a:lstStyle/>
              <a:p>
                <a:pPr defTabSz="914400">
                  <a:lnSpc>
                    <a:spcPct val="100000"/>
                  </a:lnSpc>
                  <a:tabLst>
                    <a:tab pos="0" algn="l"/>
                  </a:tabLst>
                </a:pPr>
                <a:endParaRPr lang="en-US" sz="1800" b="0" u="none" strike="noStrike">
                  <a:solidFill>
                    <a:srgbClr val="FFFFFF"/>
                  </a:solidFill>
                  <a:effectLst/>
                  <a:uFillTx/>
                  <a:latin typeface="OpenSymbol"/>
                </a:endParaRPr>
              </a:p>
            </p:txBody>
          </p:sp>
        </p:grpSp>
      </p:gr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blank" preserve="1">
  <p:cSld name="TITLE_AND_TWO_COLUMNS_1_1">
    <p:bg>
      <p:bgPr>
        <a:solidFill>
          <a:schemeClr val="lt1"/>
        </a:solidFill>
        <a:effectLst/>
      </p:bgPr>
    </p:bg>
    <p:spTree>
      <p:nvGrpSpPr>
        <p:cNvPr id="1" name=""/>
        <p:cNvGrpSpPr/>
        <p:nvPr/>
      </p:nvGrpSpPr>
      <p:grpSpPr>
        <a:xfrm>
          <a:off x="0" y="0"/>
          <a:ext cx="0" cy="0"/>
          <a:chOff x="0" y="0"/>
          <a:chExt cx="0" cy="0"/>
        </a:xfrm>
      </p:grpSpPr>
      <p:sp>
        <p:nvSpPr>
          <p:cNvPr id="84" name="PlaceHolder 1"/>
          <p:cNvSpPr>
            <a:spLocks noGrp="1"/>
          </p:cNvSpPr>
          <p:nvPr>
            <p:ph type="title"/>
          </p:nvPr>
        </p:nvSpPr>
        <p:spPr>
          <a:xfrm>
            <a:off x="720000" y="444960"/>
            <a:ext cx="7710480" cy="572400"/>
          </a:xfrm>
          <a:prstGeom prst="rect">
            <a:avLst/>
          </a:prstGeom>
          <a:noFill/>
          <a:ln w="0">
            <a:noFill/>
          </a:ln>
        </p:spPr>
        <p:txBody>
          <a:bodyPr lIns="91440" tIns="91440" rIns="91440" bIns="91440" anchor="t">
            <a:noAutofit/>
          </a:bodyPr>
          <a:lstStyle/>
          <a:p>
            <a:pPr indent="0">
              <a:buNone/>
            </a:pPr>
            <a:r>
              <a:rPr lang="fr-FR" sz="3200" b="0" u="none" strike="noStrike">
                <a:solidFill>
                  <a:schemeClr val="dk1"/>
                </a:solidFill>
                <a:effectLst/>
                <a:uFillTx/>
                <a:latin typeface="Arial"/>
              </a:rPr>
              <a:t>Click to edit the title text format</a:t>
            </a:r>
          </a:p>
        </p:txBody>
      </p:sp>
      <p:sp>
        <p:nvSpPr>
          <p:cNvPr id="85" name="PlaceHolder 2"/>
          <p:cNvSpPr>
            <a:spLocks noGrp="1"/>
          </p:cNvSpPr>
          <p:nvPr>
            <p:ph type="body"/>
          </p:nvPr>
        </p:nvSpPr>
        <p:spPr>
          <a:xfrm>
            <a:off x="720000" y="1326240"/>
            <a:ext cx="3811680" cy="3282120"/>
          </a:xfrm>
          <a:prstGeom prst="rect">
            <a:avLst/>
          </a:prstGeom>
          <a:noFill/>
          <a:ln w="0">
            <a:noFill/>
          </a:ln>
        </p:spPr>
        <p:txBody>
          <a:bodyPr lIns="91440" tIns="91440" rIns="91440" bIns="91440" anchor="t">
            <a:noAutofit/>
          </a:bodyPr>
          <a:lstStyle/>
          <a:p>
            <a:pPr marL="432000" indent="-324000">
              <a:spcBef>
                <a:spcPts val="1417"/>
              </a:spcBef>
              <a:buClr>
                <a:srgbClr val="000000"/>
              </a:buClr>
              <a:buSzPct val="45000"/>
              <a:buFont typeface="Wingdings" charset="2"/>
              <a:buChar char=""/>
            </a:pPr>
            <a:r>
              <a:rPr lang="fr-FR" sz="1400" b="0" u="none" strike="noStrike">
                <a:solidFill>
                  <a:srgbClr val="000000"/>
                </a:solidFill>
                <a:effectLst/>
                <a:uFillTx/>
                <a:latin typeface="Arial"/>
              </a:rPr>
              <a:t>Click to edit the outline text format</a:t>
            </a:r>
          </a:p>
          <a:p>
            <a:pPr marL="864000" lvl="1" indent="-324000">
              <a:spcBef>
                <a:spcPts val="1134"/>
              </a:spcBef>
              <a:buClr>
                <a:srgbClr val="000000"/>
              </a:buClr>
              <a:buSzPct val="75000"/>
              <a:buFont typeface="Symbol" charset="2"/>
              <a:buChar char=""/>
            </a:pPr>
            <a:r>
              <a:rPr lang="fr-FR" sz="1400" b="0" u="none" strike="noStrike">
                <a:solidFill>
                  <a:srgbClr val="000000"/>
                </a:solidFill>
                <a:effectLst/>
                <a:uFillTx/>
                <a:latin typeface="Arial"/>
              </a:rPr>
              <a:t>Second Outline Level</a:t>
            </a:r>
          </a:p>
          <a:p>
            <a:pPr marL="1296000" lvl="2" indent="-288000">
              <a:spcBef>
                <a:spcPts val="850"/>
              </a:spcBef>
              <a:buClr>
                <a:srgbClr val="000000"/>
              </a:buClr>
              <a:buSzPct val="45000"/>
              <a:buFont typeface="Wingdings" charset="2"/>
              <a:buChar char=""/>
            </a:pPr>
            <a:r>
              <a:rPr lang="fr-FR" sz="1400" b="0" u="none" strike="noStrike">
                <a:solidFill>
                  <a:srgbClr val="000000"/>
                </a:solidFill>
                <a:effectLst/>
                <a:uFillTx/>
                <a:latin typeface="Arial"/>
              </a:rPr>
              <a:t>Third Outline Level</a:t>
            </a:r>
          </a:p>
          <a:p>
            <a:pPr marL="1728000" lvl="3" indent="-216000">
              <a:spcBef>
                <a:spcPts val="567"/>
              </a:spcBef>
              <a:buClr>
                <a:srgbClr val="000000"/>
              </a:buClr>
              <a:buSzPct val="75000"/>
              <a:buFont typeface="Symbol" charset="2"/>
              <a:buChar char=""/>
            </a:pPr>
            <a:r>
              <a:rPr lang="fr-FR" sz="1400" b="0" u="none" strike="noStrike">
                <a:solidFill>
                  <a:srgbClr val="000000"/>
                </a:solidFill>
                <a:effectLst/>
                <a:uFillTx/>
                <a:latin typeface="Arial"/>
              </a:rPr>
              <a:t>Fourth Outline Level</a:t>
            </a:r>
          </a:p>
          <a:p>
            <a:pPr marL="2160000" lvl="4" indent="-216000">
              <a:spcBef>
                <a:spcPts val="283"/>
              </a:spcBef>
              <a:buClr>
                <a:srgbClr val="000000"/>
              </a:buClr>
              <a:buSzPct val="45000"/>
              <a:buFont typeface="Wingdings" charset="2"/>
              <a:buChar char=""/>
            </a:pPr>
            <a:r>
              <a:rPr lang="fr-FR" sz="1400" b="0" u="none" strike="noStrike">
                <a:solidFill>
                  <a:srgbClr val="000000"/>
                </a:solidFill>
                <a:effectLst/>
                <a:uFillTx/>
                <a:latin typeface="Arial"/>
              </a:rPr>
              <a:t>Fifth Outline Level</a:t>
            </a:r>
          </a:p>
          <a:p>
            <a:pPr marL="2592000" lvl="5" indent="-216000">
              <a:spcBef>
                <a:spcPts val="283"/>
              </a:spcBef>
              <a:buClr>
                <a:srgbClr val="000000"/>
              </a:buClr>
              <a:buSzPct val="45000"/>
              <a:buFont typeface="Wingdings" charset="2"/>
              <a:buChar char=""/>
            </a:pPr>
            <a:r>
              <a:rPr lang="fr-FR" sz="1400" b="0" u="none" strike="noStrike">
                <a:solidFill>
                  <a:srgbClr val="000000"/>
                </a:solidFill>
                <a:effectLst/>
                <a:uFillTx/>
                <a:latin typeface="Arial"/>
              </a:rPr>
              <a:t>Sixth Outline Level</a:t>
            </a:r>
          </a:p>
          <a:p>
            <a:pPr marL="3024000" lvl="6" indent="-216000">
              <a:spcBef>
                <a:spcPts val="283"/>
              </a:spcBef>
              <a:buClr>
                <a:srgbClr val="000000"/>
              </a:buClr>
              <a:buSzPct val="45000"/>
              <a:buFont typeface="Wingdings" charset="2"/>
              <a:buChar char=""/>
            </a:pPr>
            <a:r>
              <a:rPr lang="fr-FR" sz="1400" b="0" u="none" strike="noStrike">
                <a:solidFill>
                  <a:srgbClr val="000000"/>
                </a:solidFill>
                <a:effectLst/>
                <a:uFillTx/>
                <a:latin typeface="Arial"/>
              </a:rPr>
              <a:t>Seventh Outline Level</a:t>
            </a:r>
          </a:p>
        </p:txBody>
      </p:sp>
      <p:sp>
        <p:nvSpPr>
          <p:cNvPr id="86" name="PlaceHolder 3"/>
          <p:cNvSpPr>
            <a:spLocks noGrp="1"/>
          </p:cNvSpPr>
          <p:nvPr>
            <p:ph type="body"/>
          </p:nvPr>
        </p:nvSpPr>
        <p:spPr>
          <a:xfrm>
            <a:off x="4618800" y="1326240"/>
            <a:ext cx="3811680" cy="3282120"/>
          </a:xfrm>
          <a:prstGeom prst="rect">
            <a:avLst/>
          </a:prstGeom>
          <a:noFill/>
          <a:ln w="0">
            <a:noFill/>
          </a:ln>
        </p:spPr>
        <p:txBody>
          <a:bodyPr lIns="91440" tIns="91440" rIns="91440" bIns="91440" anchor="t">
            <a:noAutofit/>
          </a:bodyPr>
          <a:lstStyle/>
          <a:p>
            <a:pPr marL="432000" indent="-324000">
              <a:spcBef>
                <a:spcPts val="1417"/>
              </a:spcBef>
              <a:buClr>
                <a:srgbClr val="000000"/>
              </a:buClr>
              <a:buSzPct val="45000"/>
              <a:buFont typeface="Wingdings" charset="2"/>
              <a:buChar char=""/>
            </a:pPr>
            <a:r>
              <a:rPr lang="fr-FR" sz="1400" b="0" u="none" strike="noStrike">
                <a:solidFill>
                  <a:srgbClr val="000000"/>
                </a:solidFill>
                <a:effectLst/>
                <a:uFillTx/>
                <a:latin typeface="Arial"/>
              </a:rPr>
              <a:t>Click to edit the outline text format</a:t>
            </a:r>
          </a:p>
          <a:p>
            <a:pPr marL="864000" lvl="1" indent="-324000">
              <a:spcBef>
                <a:spcPts val="1134"/>
              </a:spcBef>
              <a:buClr>
                <a:srgbClr val="000000"/>
              </a:buClr>
              <a:buSzPct val="75000"/>
              <a:buFont typeface="Symbol" charset="2"/>
              <a:buChar char=""/>
            </a:pPr>
            <a:r>
              <a:rPr lang="fr-FR" sz="1400" b="0" u="none" strike="noStrike">
                <a:solidFill>
                  <a:srgbClr val="000000"/>
                </a:solidFill>
                <a:effectLst/>
                <a:uFillTx/>
                <a:latin typeface="Arial"/>
              </a:rPr>
              <a:t>Second Outline Level</a:t>
            </a:r>
          </a:p>
          <a:p>
            <a:pPr marL="1296000" lvl="2" indent="-288000">
              <a:spcBef>
                <a:spcPts val="850"/>
              </a:spcBef>
              <a:buClr>
                <a:srgbClr val="000000"/>
              </a:buClr>
              <a:buSzPct val="45000"/>
              <a:buFont typeface="Wingdings" charset="2"/>
              <a:buChar char=""/>
            </a:pPr>
            <a:r>
              <a:rPr lang="fr-FR" sz="1400" b="0" u="none" strike="noStrike">
                <a:solidFill>
                  <a:srgbClr val="000000"/>
                </a:solidFill>
                <a:effectLst/>
                <a:uFillTx/>
                <a:latin typeface="Arial"/>
              </a:rPr>
              <a:t>Third Outline Level</a:t>
            </a:r>
          </a:p>
          <a:p>
            <a:pPr marL="1728000" lvl="3" indent="-216000">
              <a:spcBef>
                <a:spcPts val="567"/>
              </a:spcBef>
              <a:buClr>
                <a:srgbClr val="000000"/>
              </a:buClr>
              <a:buSzPct val="75000"/>
              <a:buFont typeface="Symbol" charset="2"/>
              <a:buChar char=""/>
            </a:pPr>
            <a:r>
              <a:rPr lang="fr-FR" sz="1400" b="0" u="none" strike="noStrike">
                <a:solidFill>
                  <a:srgbClr val="000000"/>
                </a:solidFill>
                <a:effectLst/>
                <a:uFillTx/>
                <a:latin typeface="Arial"/>
              </a:rPr>
              <a:t>Fourth Outline Level</a:t>
            </a:r>
          </a:p>
          <a:p>
            <a:pPr marL="2160000" lvl="4" indent="-216000">
              <a:spcBef>
                <a:spcPts val="283"/>
              </a:spcBef>
              <a:buClr>
                <a:srgbClr val="000000"/>
              </a:buClr>
              <a:buSzPct val="45000"/>
              <a:buFont typeface="Wingdings" charset="2"/>
              <a:buChar char=""/>
            </a:pPr>
            <a:r>
              <a:rPr lang="fr-FR" sz="1400" b="0" u="none" strike="noStrike">
                <a:solidFill>
                  <a:srgbClr val="000000"/>
                </a:solidFill>
                <a:effectLst/>
                <a:uFillTx/>
                <a:latin typeface="Arial"/>
              </a:rPr>
              <a:t>Fifth Outline Level</a:t>
            </a:r>
          </a:p>
          <a:p>
            <a:pPr marL="2592000" lvl="5" indent="-216000">
              <a:spcBef>
                <a:spcPts val="283"/>
              </a:spcBef>
              <a:buClr>
                <a:srgbClr val="000000"/>
              </a:buClr>
              <a:buSzPct val="45000"/>
              <a:buFont typeface="Wingdings" charset="2"/>
              <a:buChar char=""/>
            </a:pPr>
            <a:r>
              <a:rPr lang="fr-FR" sz="1400" b="0" u="none" strike="noStrike">
                <a:solidFill>
                  <a:srgbClr val="000000"/>
                </a:solidFill>
                <a:effectLst/>
                <a:uFillTx/>
                <a:latin typeface="Arial"/>
              </a:rPr>
              <a:t>Sixth Outline Level</a:t>
            </a:r>
          </a:p>
          <a:p>
            <a:pPr marL="3024000" lvl="6" indent="-216000">
              <a:spcBef>
                <a:spcPts val="283"/>
              </a:spcBef>
              <a:buClr>
                <a:srgbClr val="000000"/>
              </a:buClr>
              <a:buSzPct val="45000"/>
              <a:buFont typeface="Wingdings" charset="2"/>
              <a:buChar char=""/>
            </a:pPr>
            <a:r>
              <a:rPr lang="fr-FR" sz="1400" b="0" u="none" strike="noStrike">
                <a:solidFill>
                  <a:srgbClr val="000000"/>
                </a:solidFill>
                <a:effectLst/>
                <a:uFillTx/>
                <a:latin typeface="Arial"/>
              </a:rPr>
              <a:t>Seventh Outline Level</a:t>
            </a:r>
          </a:p>
        </p:txBody>
      </p:sp>
      <p:grpSp>
        <p:nvGrpSpPr>
          <p:cNvPr id="87" name="Google Shape;252;p17"/>
          <p:cNvGrpSpPr/>
          <p:nvPr/>
        </p:nvGrpSpPr>
        <p:grpSpPr>
          <a:xfrm>
            <a:off x="7267320" y="387360"/>
            <a:ext cx="2455920" cy="5138280"/>
            <a:chOff x="7267320" y="387360"/>
            <a:chExt cx="2455920" cy="5138280"/>
          </a:xfrm>
        </p:grpSpPr>
        <p:grpSp>
          <p:nvGrpSpPr>
            <p:cNvPr id="88" name="Google Shape;253;p17"/>
            <p:cNvGrpSpPr/>
            <p:nvPr/>
          </p:nvGrpSpPr>
          <p:grpSpPr>
            <a:xfrm>
              <a:off x="7432920" y="387360"/>
              <a:ext cx="1309320" cy="257400"/>
              <a:chOff x="7432920" y="387360"/>
              <a:chExt cx="1309320" cy="257400"/>
            </a:xfrm>
          </p:grpSpPr>
          <p:sp>
            <p:nvSpPr>
              <p:cNvPr id="89" name="Google Shape;254;p17"/>
              <p:cNvSpPr/>
              <p:nvPr/>
            </p:nvSpPr>
            <p:spPr>
              <a:xfrm flipV="1">
                <a:off x="7852320" y="571320"/>
                <a:ext cx="73440" cy="73440"/>
              </a:xfrm>
              <a:prstGeom prst="ellipse">
                <a:avLst/>
              </a:prstGeom>
              <a:solidFill>
                <a:schemeClr val="dk1"/>
              </a:solidFill>
              <a:ln w="0">
                <a:noFill/>
              </a:ln>
            </p:spPr>
            <p:style>
              <a:lnRef idx="0">
                <a:scrgbClr r="0" g="0" b="0"/>
              </a:lnRef>
              <a:fillRef idx="0">
                <a:scrgbClr r="0" g="0" b="0"/>
              </a:fillRef>
              <a:effectRef idx="0">
                <a:scrgbClr r="0" g="0" b="0"/>
              </a:effectRef>
              <a:fontRef idx="minor"/>
            </p:style>
            <p:txBody>
              <a:bodyPr tIns="25920" bIns="25920" anchor="ctr">
                <a:noAutofit/>
              </a:bodyPr>
              <a:lstStyle/>
              <a:p>
                <a:pPr defTabSz="914400">
                  <a:lnSpc>
                    <a:spcPct val="100000"/>
                  </a:lnSpc>
                  <a:tabLst>
                    <a:tab pos="0" algn="l"/>
                  </a:tabLst>
                </a:pPr>
                <a:endParaRPr lang="en-US" sz="1800" b="0" u="none" strike="noStrike">
                  <a:solidFill>
                    <a:srgbClr val="FFFFFF"/>
                  </a:solidFill>
                  <a:effectLst/>
                  <a:uFillTx/>
                  <a:latin typeface="OpenSymbol"/>
                </a:endParaRPr>
              </a:p>
            </p:txBody>
          </p:sp>
          <p:sp>
            <p:nvSpPr>
              <p:cNvPr id="90" name="Google Shape;255;p17"/>
              <p:cNvSpPr/>
              <p:nvPr/>
            </p:nvSpPr>
            <p:spPr>
              <a:xfrm flipV="1">
                <a:off x="8056440" y="571320"/>
                <a:ext cx="73440" cy="73440"/>
              </a:xfrm>
              <a:prstGeom prst="ellipse">
                <a:avLst/>
              </a:prstGeom>
              <a:solidFill>
                <a:schemeClr val="dk1"/>
              </a:solidFill>
              <a:ln w="0">
                <a:noFill/>
              </a:ln>
            </p:spPr>
            <p:style>
              <a:lnRef idx="0">
                <a:scrgbClr r="0" g="0" b="0"/>
              </a:lnRef>
              <a:fillRef idx="0">
                <a:scrgbClr r="0" g="0" b="0"/>
              </a:fillRef>
              <a:effectRef idx="0">
                <a:scrgbClr r="0" g="0" b="0"/>
              </a:effectRef>
              <a:fontRef idx="minor"/>
            </p:style>
            <p:txBody>
              <a:bodyPr tIns="25920" bIns="25920" anchor="ctr">
                <a:noAutofit/>
              </a:bodyPr>
              <a:lstStyle/>
              <a:p>
                <a:pPr defTabSz="914400">
                  <a:lnSpc>
                    <a:spcPct val="100000"/>
                  </a:lnSpc>
                  <a:tabLst>
                    <a:tab pos="0" algn="l"/>
                  </a:tabLst>
                </a:pPr>
                <a:endParaRPr lang="en-US" sz="1800" b="0" u="none" strike="noStrike">
                  <a:solidFill>
                    <a:srgbClr val="FFFFFF"/>
                  </a:solidFill>
                  <a:effectLst/>
                  <a:uFillTx/>
                  <a:latin typeface="OpenSymbol"/>
                </a:endParaRPr>
              </a:p>
            </p:txBody>
          </p:sp>
          <p:sp>
            <p:nvSpPr>
              <p:cNvPr id="91" name="Google Shape;256;p17"/>
              <p:cNvSpPr/>
              <p:nvPr/>
            </p:nvSpPr>
            <p:spPr>
              <a:xfrm flipV="1">
                <a:off x="8260560" y="571320"/>
                <a:ext cx="73440" cy="73440"/>
              </a:xfrm>
              <a:prstGeom prst="ellipse">
                <a:avLst/>
              </a:prstGeom>
              <a:solidFill>
                <a:schemeClr val="dk1"/>
              </a:solidFill>
              <a:ln w="0">
                <a:noFill/>
              </a:ln>
            </p:spPr>
            <p:style>
              <a:lnRef idx="0">
                <a:scrgbClr r="0" g="0" b="0"/>
              </a:lnRef>
              <a:fillRef idx="0">
                <a:scrgbClr r="0" g="0" b="0"/>
              </a:fillRef>
              <a:effectRef idx="0">
                <a:scrgbClr r="0" g="0" b="0"/>
              </a:effectRef>
              <a:fontRef idx="minor"/>
            </p:style>
            <p:txBody>
              <a:bodyPr tIns="25920" bIns="25920" anchor="ctr">
                <a:noAutofit/>
              </a:bodyPr>
              <a:lstStyle/>
              <a:p>
                <a:pPr defTabSz="914400">
                  <a:lnSpc>
                    <a:spcPct val="100000"/>
                  </a:lnSpc>
                  <a:tabLst>
                    <a:tab pos="0" algn="l"/>
                  </a:tabLst>
                </a:pPr>
                <a:endParaRPr lang="en-US" sz="1800" b="0" u="none" strike="noStrike">
                  <a:solidFill>
                    <a:srgbClr val="FFFFFF"/>
                  </a:solidFill>
                  <a:effectLst/>
                  <a:uFillTx/>
                  <a:latin typeface="OpenSymbol"/>
                </a:endParaRPr>
              </a:p>
            </p:txBody>
          </p:sp>
          <p:sp>
            <p:nvSpPr>
              <p:cNvPr id="92" name="Google Shape;257;p17"/>
              <p:cNvSpPr/>
              <p:nvPr/>
            </p:nvSpPr>
            <p:spPr>
              <a:xfrm flipV="1">
                <a:off x="8464680" y="571320"/>
                <a:ext cx="73440" cy="73440"/>
              </a:xfrm>
              <a:prstGeom prst="ellipse">
                <a:avLst/>
              </a:prstGeom>
              <a:solidFill>
                <a:schemeClr val="dk1"/>
              </a:solidFill>
              <a:ln w="0">
                <a:noFill/>
              </a:ln>
            </p:spPr>
            <p:style>
              <a:lnRef idx="0">
                <a:scrgbClr r="0" g="0" b="0"/>
              </a:lnRef>
              <a:fillRef idx="0">
                <a:scrgbClr r="0" g="0" b="0"/>
              </a:fillRef>
              <a:effectRef idx="0">
                <a:scrgbClr r="0" g="0" b="0"/>
              </a:effectRef>
              <a:fontRef idx="minor"/>
            </p:style>
            <p:txBody>
              <a:bodyPr tIns="25920" bIns="25920" anchor="ctr">
                <a:noAutofit/>
              </a:bodyPr>
              <a:lstStyle/>
              <a:p>
                <a:pPr defTabSz="914400">
                  <a:lnSpc>
                    <a:spcPct val="100000"/>
                  </a:lnSpc>
                  <a:tabLst>
                    <a:tab pos="0" algn="l"/>
                  </a:tabLst>
                </a:pPr>
                <a:endParaRPr lang="en-US" sz="1800" b="0" u="none" strike="noStrike">
                  <a:solidFill>
                    <a:srgbClr val="FFFFFF"/>
                  </a:solidFill>
                  <a:effectLst/>
                  <a:uFillTx/>
                  <a:latin typeface="OpenSymbol"/>
                </a:endParaRPr>
              </a:p>
            </p:txBody>
          </p:sp>
          <p:sp>
            <p:nvSpPr>
              <p:cNvPr id="93" name="Google Shape;258;p17"/>
              <p:cNvSpPr/>
              <p:nvPr/>
            </p:nvSpPr>
            <p:spPr>
              <a:xfrm flipV="1">
                <a:off x="8668800" y="571320"/>
                <a:ext cx="73440" cy="73440"/>
              </a:xfrm>
              <a:prstGeom prst="ellipse">
                <a:avLst/>
              </a:prstGeom>
              <a:solidFill>
                <a:schemeClr val="dk1"/>
              </a:solidFill>
              <a:ln w="0">
                <a:noFill/>
              </a:ln>
            </p:spPr>
            <p:style>
              <a:lnRef idx="0">
                <a:scrgbClr r="0" g="0" b="0"/>
              </a:lnRef>
              <a:fillRef idx="0">
                <a:scrgbClr r="0" g="0" b="0"/>
              </a:fillRef>
              <a:effectRef idx="0">
                <a:scrgbClr r="0" g="0" b="0"/>
              </a:effectRef>
              <a:fontRef idx="minor"/>
            </p:style>
            <p:txBody>
              <a:bodyPr tIns="25920" bIns="25920" anchor="ctr">
                <a:noAutofit/>
              </a:bodyPr>
              <a:lstStyle/>
              <a:p>
                <a:pPr defTabSz="914400">
                  <a:lnSpc>
                    <a:spcPct val="100000"/>
                  </a:lnSpc>
                  <a:tabLst>
                    <a:tab pos="0" algn="l"/>
                  </a:tabLst>
                </a:pPr>
                <a:endParaRPr lang="en-US" sz="1800" b="0" u="none" strike="noStrike">
                  <a:solidFill>
                    <a:srgbClr val="FFFFFF"/>
                  </a:solidFill>
                  <a:effectLst/>
                  <a:uFillTx/>
                  <a:latin typeface="OpenSymbol"/>
                </a:endParaRPr>
              </a:p>
            </p:txBody>
          </p:sp>
          <p:sp>
            <p:nvSpPr>
              <p:cNvPr id="94" name="Google Shape;259;p17"/>
              <p:cNvSpPr/>
              <p:nvPr/>
            </p:nvSpPr>
            <p:spPr>
              <a:xfrm flipV="1">
                <a:off x="7432920" y="387360"/>
                <a:ext cx="73440" cy="73440"/>
              </a:xfrm>
              <a:prstGeom prst="ellipse">
                <a:avLst/>
              </a:prstGeom>
              <a:solidFill>
                <a:schemeClr val="dk1"/>
              </a:solidFill>
              <a:ln w="0">
                <a:noFill/>
              </a:ln>
            </p:spPr>
            <p:style>
              <a:lnRef idx="0">
                <a:scrgbClr r="0" g="0" b="0"/>
              </a:lnRef>
              <a:fillRef idx="0">
                <a:scrgbClr r="0" g="0" b="0"/>
              </a:fillRef>
              <a:effectRef idx="0">
                <a:scrgbClr r="0" g="0" b="0"/>
              </a:effectRef>
              <a:fontRef idx="minor"/>
            </p:style>
            <p:txBody>
              <a:bodyPr tIns="25920" bIns="25920" anchor="ctr">
                <a:noAutofit/>
              </a:bodyPr>
              <a:lstStyle/>
              <a:p>
                <a:pPr defTabSz="914400">
                  <a:lnSpc>
                    <a:spcPct val="100000"/>
                  </a:lnSpc>
                  <a:tabLst>
                    <a:tab pos="0" algn="l"/>
                  </a:tabLst>
                </a:pPr>
                <a:endParaRPr lang="en-US" sz="1800" b="0" u="none" strike="noStrike">
                  <a:solidFill>
                    <a:srgbClr val="FFFFFF"/>
                  </a:solidFill>
                  <a:effectLst/>
                  <a:uFillTx/>
                  <a:latin typeface="OpenSymbol"/>
                </a:endParaRPr>
              </a:p>
            </p:txBody>
          </p:sp>
          <p:sp>
            <p:nvSpPr>
              <p:cNvPr id="95" name="Google Shape;260;p17"/>
              <p:cNvSpPr/>
              <p:nvPr/>
            </p:nvSpPr>
            <p:spPr>
              <a:xfrm flipV="1">
                <a:off x="7637040" y="387360"/>
                <a:ext cx="73440" cy="73440"/>
              </a:xfrm>
              <a:prstGeom prst="ellipse">
                <a:avLst/>
              </a:prstGeom>
              <a:solidFill>
                <a:schemeClr val="dk1"/>
              </a:solidFill>
              <a:ln w="0">
                <a:noFill/>
              </a:ln>
            </p:spPr>
            <p:style>
              <a:lnRef idx="0">
                <a:scrgbClr r="0" g="0" b="0"/>
              </a:lnRef>
              <a:fillRef idx="0">
                <a:scrgbClr r="0" g="0" b="0"/>
              </a:fillRef>
              <a:effectRef idx="0">
                <a:scrgbClr r="0" g="0" b="0"/>
              </a:effectRef>
              <a:fontRef idx="minor"/>
            </p:style>
            <p:txBody>
              <a:bodyPr tIns="25920" bIns="25920" anchor="ctr">
                <a:noAutofit/>
              </a:bodyPr>
              <a:lstStyle/>
              <a:p>
                <a:pPr defTabSz="914400">
                  <a:lnSpc>
                    <a:spcPct val="100000"/>
                  </a:lnSpc>
                  <a:tabLst>
                    <a:tab pos="0" algn="l"/>
                  </a:tabLst>
                </a:pPr>
                <a:endParaRPr lang="en-US" sz="1800" b="0" u="none" strike="noStrike">
                  <a:solidFill>
                    <a:srgbClr val="FFFFFF"/>
                  </a:solidFill>
                  <a:effectLst/>
                  <a:uFillTx/>
                  <a:latin typeface="OpenSymbol"/>
                </a:endParaRPr>
              </a:p>
            </p:txBody>
          </p:sp>
          <p:sp>
            <p:nvSpPr>
              <p:cNvPr id="96" name="Google Shape;261;p17"/>
              <p:cNvSpPr/>
              <p:nvPr/>
            </p:nvSpPr>
            <p:spPr>
              <a:xfrm flipV="1">
                <a:off x="7841160" y="387360"/>
                <a:ext cx="73440" cy="73440"/>
              </a:xfrm>
              <a:prstGeom prst="ellipse">
                <a:avLst/>
              </a:prstGeom>
              <a:solidFill>
                <a:schemeClr val="dk1"/>
              </a:solidFill>
              <a:ln w="0">
                <a:noFill/>
              </a:ln>
            </p:spPr>
            <p:style>
              <a:lnRef idx="0">
                <a:scrgbClr r="0" g="0" b="0"/>
              </a:lnRef>
              <a:fillRef idx="0">
                <a:scrgbClr r="0" g="0" b="0"/>
              </a:fillRef>
              <a:effectRef idx="0">
                <a:scrgbClr r="0" g="0" b="0"/>
              </a:effectRef>
              <a:fontRef idx="minor"/>
            </p:style>
            <p:txBody>
              <a:bodyPr tIns="25920" bIns="25920" anchor="ctr">
                <a:noAutofit/>
              </a:bodyPr>
              <a:lstStyle/>
              <a:p>
                <a:pPr defTabSz="914400">
                  <a:lnSpc>
                    <a:spcPct val="100000"/>
                  </a:lnSpc>
                  <a:tabLst>
                    <a:tab pos="0" algn="l"/>
                  </a:tabLst>
                </a:pPr>
                <a:endParaRPr lang="en-US" sz="1800" b="0" u="none" strike="noStrike">
                  <a:solidFill>
                    <a:srgbClr val="FFFFFF"/>
                  </a:solidFill>
                  <a:effectLst/>
                  <a:uFillTx/>
                  <a:latin typeface="OpenSymbol"/>
                </a:endParaRPr>
              </a:p>
            </p:txBody>
          </p:sp>
          <p:sp>
            <p:nvSpPr>
              <p:cNvPr id="97" name="Google Shape;262;p17"/>
              <p:cNvSpPr/>
              <p:nvPr/>
            </p:nvSpPr>
            <p:spPr>
              <a:xfrm flipV="1">
                <a:off x="8045280" y="387360"/>
                <a:ext cx="73440" cy="73440"/>
              </a:xfrm>
              <a:prstGeom prst="ellipse">
                <a:avLst/>
              </a:prstGeom>
              <a:solidFill>
                <a:schemeClr val="dk1"/>
              </a:solidFill>
              <a:ln w="0">
                <a:noFill/>
              </a:ln>
            </p:spPr>
            <p:style>
              <a:lnRef idx="0">
                <a:scrgbClr r="0" g="0" b="0"/>
              </a:lnRef>
              <a:fillRef idx="0">
                <a:scrgbClr r="0" g="0" b="0"/>
              </a:fillRef>
              <a:effectRef idx="0">
                <a:scrgbClr r="0" g="0" b="0"/>
              </a:effectRef>
              <a:fontRef idx="minor"/>
            </p:style>
            <p:txBody>
              <a:bodyPr tIns="25920" bIns="25920" anchor="ctr">
                <a:noAutofit/>
              </a:bodyPr>
              <a:lstStyle/>
              <a:p>
                <a:pPr defTabSz="914400">
                  <a:lnSpc>
                    <a:spcPct val="100000"/>
                  </a:lnSpc>
                  <a:tabLst>
                    <a:tab pos="0" algn="l"/>
                  </a:tabLst>
                </a:pPr>
                <a:endParaRPr lang="en-US" sz="1800" b="0" u="none" strike="noStrike">
                  <a:solidFill>
                    <a:srgbClr val="FFFFFF"/>
                  </a:solidFill>
                  <a:effectLst/>
                  <a:uFillTx/>
                  <a:latin typeface="OpenSymbol"/>
                </a:endParaRPr>
              </a:p>
            </p:txBody>
          </p:sp>
          <p:sp>
            <p:nvSpPr>
              <p:cNvPr id="98" name="Google Shape;263;p17"/>
              <p:cNvSpPr/>
              <p:nvPr/>
            </p:nvSpPr>
            <p:spPr>
              <a:xfrm flipV="1">
                <a:off x="8249400" y="387360"/>
                <a:ext cx="73440" cy="73440"/>
              </a:xfrm>
              <a:prstGeom prst="ellipse">
                <a:avLst/>
              </a:prstGeom>
              <a:solidFill>
                <a:schemeClr val="dk1"/>
              </a:solidFill>
              <a:ln w="0">
                <a:noFill/>
              </a:ln>
            </p:spPr>
            <p:style>
              <a:lnRef idx="0">
                <a:scrgbClr r="0" g="0" b="0"/>
              </a:lnRef>
              <a:fillRef idx="0">
                <a:scrgbClr r="0" g="0" b="0"/>
              </a:fillRef>
              <a:effectRef idx="0">
                <a:scrgbClr r="0" g="0" b="0"/>
              </a:effectRef>
              <a:fontRef idx="minor"/>
            </p:style>
            <p:txBody>
              <a:bodyPr tIns="25920" bIns="25920" anchor="ctr">
                <a:noAutofit/>
              </a:bodyPr>
              <a:lstStyle/>
              <a:p>
                <a:pPr defTabSz="914400">
                  <a:lnSpc>
                    <a:spcPct val="100000"/>
                  </a:lnSpc>
                  <a:tabLst>
                    <a:tab pos="0" algn="l"/>
                  </a:tabLst>
                </a:pPr>
                <a:endParaRPr lang="en-US" sz="1800" b="0" u="none" strike="noStrike">
                  <a:solidFill>
                    <a:srgbClr val="FFFFFF"/>
                  </a:solidFill>
                  <a:effectLst/>
                  <a:uFillTx/>
                  <a:latin typeface="OpenSymbol"/>
                </a:endParaRPr>
              </a:p>
            </p:txBody>
          </p:sp>
        </p:grpSp>
        <p:grpSp>
          <p:nvGrpSpPr>
            <p:cNvPr id="99" name="Google Shape;264;p17"/>
            <p:cNvGrpSpPr/>
            <p:nvPr/>
          </p:nvGrpSpPr>
          <p:grpSpPr>
            <a:xfrm>
              <a:off x="7267320" y="3608280"/>
              <a:ext cx="2455920" cy="1917360"/>
              <a:chOff x="7267320" y="3608280"/>
              <a:chExt cx="2455920" cy="1917360"/>
            </a:xfrm>
          </p:grpSpPr>
          <p:sp>
            <p:nvSpPr>
              <p:cNvPr id="100" name="Google Shape;265;p17"/>
              <p:cNvSpPr/>
              <p:nvPr/>
            </p:nvSpPr>
            <p:spPr>
              <a:xfrm rot="5400000" flipH="1" flipV="1">
                <a:off x="7653240" y="3610800"/>
                <a:ext cx="1554120" cy="1548360"/>
              </a:xfrm>
              <a:prstGeom prst="rtTriangle">
                <a:avLst/>
              </a:prstGeom>
              <a:solidFill>
                <a:schemeClr val="dk1"/>
              </a:solidFill>
              <a:ln w="0">
                <a:noFill/>
              </a:ln>
            </p:spPr>
            <p:style>
              <a:lnRef idx="0">
                <a:scrgbClr r="0" g="0" b="0"/>
              </a:lnRef>
              <a:fillRef idx="0">
                <a:scrgbClr r="0" g="0" b="0"/>
              </a:fillRef>
              <a:effectRef idx="0">
                <a:scrgbClr r="0" g="0" b="0"/>
              </a:effectRef>
              <a:fontRef idx="minor"/>
            </p:style>
            <p:txBody>
              <a:bodyPr tIns="91440" bIns="91440" anchor="ctr">
                <a:noAutofit/>
              </a:bodyPr>
              <a:lstStyle/>
              <a:p>
                <a:pPr defTabSz="914400">
                  <a:lnSpc>
                    <a:spcPct val="100000"/>
                  </a:lnSpc>
                  <a:tabLst>
                    <a:tab pos="0" algn="l"/>
                  </a:tabLst>
                </a:pPr>
                <a:endParaRPr lang="en-US" sz="1800" b="0" u="none" strike="noStrike">
                  <a:solidFill>
                    <a:srgbClr val="FFFFFF"/>
                  </a:solidFill>
                  <a:effectLst/>
                  <a:uFillTx/>
                  <a:latin typeface="OpenSymbol"/>
                </a:endParaRPr>
              </a:p>
            </p:txBody>
          </p:sp>
          <p:sp>
            <p:nvSpPr>
              <p:cNvPr id="101" name="Google Shape;266;p17"/>
              <p:cNvSpPr/>
              <p:nvPr/>
            </p:nvSpPr>
            <p:spPr>
              <a:xfrm rot="18900600" flipH="1" flipV="1">
                <a:off x="8648640" y="4254840"/>
                <a:ext cx="1150200" cy="262080"/>
              </a:xfrm>
              <a:prstGeom prst="roundRect">
                <a:avLst>
                  <a:gd name="adj" fmla="val 50000"/>
                </a:avLst>
              </a:prstGeom>
              <a:solidFill>
                <a:schemeClr val="dk2"/>
              </a:solidFill>
              <a:ln w="0">
                <a:noFill/>
              </a:ln>
            </p:spPr>
            <p:style>
              <a:lnRef idx="0">
                <a:scrgbClr r="0" g="0" b="0"/>
              </a:lnRef>
              <a:fillRef idx="0">
                <a:scrgbClr r="0" g="0" b="0"/>
              </a:fillRef>
              <a:effectRef idx="0">
                <a:scrgbClr r="0" g="0" b="0"/>
              </a:effectRef>
              <a:fontRef idx="minor"/>
            </p:style>
            <p:txBody>
              <a:bodyPr tIns="91440" bIns="91440" anchor="ctr">
                <a:noAutofit/>
              </a:bodyPr>
              <a:lstStyle/>
              <a:p>
                <a:pPr defTabSz="914400">
                  <a:lnSpc>
                    <a:spcPct val="100000"/>
                  </a:lnSpc>
                  <a:tabLst>
                    <a:tab pos="0" algn="l"/>
                  </a:tabLst>
                </a:pPr>
                <a:endParaRPr lang="en-US" sz="1800" b="0" u="none" strike="noStrike">
                  <a:solidFill>
                    <a:srgbClr val="000000"/>
                  </a:solidFill>
                  <a:effectLst/>
                  <a:uFillTx/>
                  <a:latin typeface="OpenSymbol"/>
                </a:endParaRPr>
              </a:p>
            </p:txBody>
          </p:sp>
          <p:sp>
            <p:nvSpPr>
              <p:cNvPr id="102" name="Google Shape;267;p17"/>
              <p:cNvSpPr/>
              <p:nvPr/>
            </p:nvSpPr>
            <p:spPr>
              <a:xfrm flipV="1">
                <a:off x="7719480" y="3696120"/>
                <a:ext cx="1309320" cy="1309320"/>
              </a:xfrm>
              <a:prstGeom prst="ellipse">
                <a:avLst/>
              </a:prstGeom>
              <a:noFill/>
              <a:ln w="9525">
                <a:solidFill>
                  <a:srgbClr val="F8F8F8"/>
                </a:solidFill>
                <a:prstDash val="lgDash"/>
                <a:round/>
              </a:ln>
            </p:spPr>
            <p:style>
              <a:lnRef idx="0">
                <a:scrgbClr r="0" g="0" b="0"/>
              </a:lnRef>
              <a:fillRef idx="0">
                <a:scrgbClr r="0" g="0" b="0"/>
              </a:fillRef>
              <a:effectRef idx="0">
                <a:scrgbClr r="0" g="0" b="0"/>
              </a:effectRef>
              <a:fontRef idx="minor"/>
            </p:style>
            <p:txBody>
              <a:bodyPr tIns="91440" bIns="91440" anchor="ctr">
                <a:noAutofit/>
              </a:bodyPr>
              <a:lstStyle/>
              <a:p>
                <a:pPr defTabSz="914400">
                  <a:lnSpc>
                    <a:spcPct val="100000"/>
                  </a:lnSpc>
                  <a:tabLst>
                    <a:tab pos="0" algn="l"/>
                  </a:tabLst>
                </a:pPr>
                <a:endParaRPr lang="en-US" sz="1800" b="0" u="none" strike="noStrike">
                  <a:solidFill>
                    <a:srgbClr val="000000"/>
                  </a:solidFill>
                  <a:effectLst/>
                  <a:uFillTx/>
                  <a:latin typeface="OpenSymbol"/>
                </a:endParaRPr>
              </a:p>
            </p:txBody>
          </p:sp>
          <p:sp>
            <p:nvSpPr>
              <p:cNvPr id="103" name="Google Shape;268;p17"/>
              <p:cNvSpPr/>
              <p:nvPr/>
            </p:nvSpPr>
            <p:spPr>
              <a:xfrm rot="18900600" flipH="1" flipV="1">
                <a:off x="7177680" y="4964760"/>
                <a:ext cx="1098360" cy="201600"/>
              </a:xfrm>
              <a:prstGeom prst="roundRect">
                <a:avLst>
                  <a:gd name="adj" fmla="val 50000"/>
                </a:avLst>
              </a:prstGeom>
              <a:solidFill>
                <a:schemeClr val="lt2"/>
              </a:solidFill>
              <a:ln w="0">
                <a:noFill/>
              </a:ln>
            </p:spPr>
            <p:style>
              <a:lnRef idx="0">
                <a:scrgbClr r="0" g="0" b="0"/>
              </a:lnRef>
              <a:fillRef idx="0">
                <a:scrgbClr r="0" g="0" b="0"/>
              </a:fillRef>
              <a:effectRef idx="0">
                <a:scrgbClr r="0" g="0" b="0"/>
              </a:effectRef>
              <a:fontRef idx="minor"/>
            </p:style>
            <p:txBody>
              <a:bodyPr tIns="71280" bIns="71280" anchor="ctr">
                <a:noAutofit/>
              </a:bodyPr>
              <a:lstStyle/>
              <a:p>
                <a:pPr defTabSz="914400">
                  <a:lnSpc>
                    <a:spcPct val="100000"/>
                  </a:lnSpc>
                  <a:tabLst>
                    <a:tab pos="0" algn="l"/>
                  </a:tabLst>
                </a:pPr>
                <a:endParaRPr lang="en-US" sz="1800" b="0" u="none" strike="noStrike">
                  <a:solidFill>
                    <a:srgbClr val="FFFFFF"/>
                  </a:solidFill>
                  <a:effectLst/>
                  <a:uFillTx/>
                  <a:latin typeface="OpenSymbol"/>
                </a:endParaRPr>
              </a:p>
            </p:txBody>
          </p:sp>
        </p:grpSp>
      </p:gr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blank" preserve="1">
  <p:cSld name="CUSTOM_6_1">
    <p:bg>
      <p:bgPr>
        <a:solidFill>
          <a:schemeClr val="lt1"/>
        </a:solidFill>
        <a:effectLst/>
      </p:bgPr>
    </p:bg>
    <p:spTree>
      <p:nvGrpSpPr>
        <p:cNvPr id="1" name=""/>
        <p:cNvGrpSpPr/>
        <p:nvPr/>
      </p:nvGrpSpPr>
      <p:grpSpPr>
        <a:xfrm>
          <a:off x="0" y="0"/>
          <a:ext cx="0" cy="0"/>
          <a:chOff x="0" y="0"/>
          <a:chExt cx="0" cy="0"/>
        </a:xfrm>
      </p:grpSpPr>
      <p:sp>
        <p:nvSpPr>
          <p:cNvPr id="104" name="PlaceHolder 1"/>
          <p:cNvSpPr>
            <a:spLocks noGrp="1"/>
          </p:cNvSpPr>
          <p:nvPr>
            <p:ph type="title"/>
          </p:nvPr>
        </p:nvSpPr>
        <p:spPr>
          <a:xfrm>
            <a:off x="720000" y="444960"/>
            <a:ext cx="7703640" cy="572400"/>
          </a:xfrm>
          <a:prstGeom prst="rect">
            <a:avLst/>
          </a:prstGeom>
          <a:noFill/>
          <a:ln w="0">
            <a:noFill/>
          </a:ln>
        </p:spPr>
        <p:txBody>
          <a:bodyPr lIns="91440" tIns="91440" rIns="91440" bIns="91440" anchor="t">
            <a:noAutofit/>
          </a:bodyPr>
          <a:lstStyle/>
          <a:p>
            <a:pPr indent="0">
              <a:buNone/>
            </a:pPr>
            <a:r>
              <a:rPr lang="fr-FR" sz="3200" b="0" u="none" strike="noStrike">
                <a:solidFill>
                  <a:schemeClr val="dk1"/>
                </a:solidFill>
                <a:effectLst/>
                <a:uFillTx/>
                <a:latin typeface="Arial"/>
              </a:rPr>
              <a:t>Click to edit the title text format</a:t>
            </a:r>
          </a:p>
        </p:txBody>
      </p:sp>
      <p:grpSp>
        <p:nvGrpSpPr>
          <p:cNvPr id="105" name="Google Shape;277;p18"/>
          <p:cNvGrpSpPr/>
          <p:nvPr/>
        </p:nvGrpSpPr>
        <p:grpSpPr>
          <a:xfrm>
            <a:off x="7527600" y="-437040"/>
            <a:ext cx="2303280" cy="2075400"/>
            <a:chOff x="7527600" y="-437040"/>
            <a:chExt cx="2303280" cy="2075400"/>
          </a:xfrm>
        </p:grpSpPr>
        <p:sp>
          <p:nvSpPr>
            <p:cNvPr id="106" name="Google Shape;278;p18"/>
            <p:cNvSpPr/>
            <p:nvPr/>
          </p:nvSpPr>
          <p:spPr>
            <a:xfrm rot="16200000" flipH="1">
              <a:off x="7653240" y="-57960"/>
              <a:ext cx="1554120" cy="1548360"/>
            </a:xfrm>
            <a:prstGeom prst="rtTriangle">
              <a:avLst/>
            </a:prstGeom>
            <a:solidFill>
              <a:schemeClr val="dk1"/>
            </a:solidFill>
            <a:ln w="0">
              <a:noFill/>
            </a:ln>
          </p:spPr>
          <p:style>
            <a:lnRef idx="0">
              <a:scrgbClr r="0" g="0" b="0"/>
            </a:lnRef>
            <a:fillRef idx="0">
              <a:scrgbClr r="0" g="0" b="0"/>
            </a:fillRef>
            <a:effectRef idx="0">
              <a:scrgbClr r="0" g="0" b="0"/>
            </a:effectRef>
            <a:fontRef idx="minor"/>
          </p:style>
          <p:txBody>
            <a:bodyPr tIns="91440" bIns="91440" anchor="ctr">
              <a:noAutofit/>
            </a:bodyPr>
            <a:lstStyle/>
            <a:p>
              <a:pPr defTabSz="914400">
                <a:lnSpc>
                  <a:spcPct val="100000"/>
                </a:lnSpc>
                <a:tabLst>
                  <a:tab pos="0" algn="l"/>
                </a:tabLst>
              </a:pPr>
              <a:endParaRPr lang="en-US" sz="1800" b="0" u="none" strike="noStrike">
                <a:solidFill>
                  <a:srgbClr val="FFFFFF"/>
                </a:solidFill>
                <a:effectLst/>
                <a:uFillTx/>
                <a:latin typeface="OpenSymbol"/>
              </a:endParaRPr>
            </a:p>
          </p:txBody>
        </p:sp>
        <p:grpSp>
          <p:nvGrpSpPr>
            <p:cNvPr id="107" name="Google Shape;279;p18"/>
            <p:cNvGrpSpPr/>
            <p:nvPr/>
          </p:nvGrpSpPr>
          <p:grpSpPr>
            <a:xfrm>
              <a:off x="7527600" y="-190440"/>
              <a:ext cx="2303280" cy="1828800"/>
              <a:chOff x="7527600" y="-190440"/>
              <a:chExt cx="2303280" cy="1828800"/>
            </a:xfrm>
          </p:grpSpPr>
          <p:sp>
            <p:nvSpPr>
              <p:cNvPr id="108" name="Google Shape;280;p18"/>
              <p:cNvSpPr/>
              <p:nvPr/>
            </p:nvSpPr>
            <p:spPr>
              <a:xfrm rot="2699400" flipH="1">
                <a:off x="8755560" y="666000"/>
                <a:ext cx="1150200" cy="262080"/>
              </a:xfrm>
              <a:prstGeom prst="roundRect">
                <a:avLst>
                  <a:gd name="adj" fmla="val 50000"/>
                </a:avLst>
              </a:prstGeom>
              <a:solidFill>
                <a:schemeClr val="dk2"/>
              </a:solidFill>
              <a:ln w="0">
                <a:noFill/>
              </a:ln>
            </p:spPr>
            <p:style>
              <a:lnRef idx="0">
                <a:scrgbClr r="0" g="0" b="0"/>
              </a:lnRef>
              <a:fillRef idx="0">
                <a:scrgbClr r="0" g="0" b="0"/>
              </a:fillRef>
              <a:effectRef idx="0">
                <a:scrgbClr r="0" g="0" b="0"/>
              </a:effectRef>
              <a:fontRef idx="minor"/>
            </p:style>
            <p:txBody>
              <a:bodyPr tIns="91440" bIns="91440" anchor="ctr">
                <a:noAutofit/>
              </a:bodyPr>
              <a:lstStyle/>
              <a:p>
                <a:pPr defTabSz="914400">
                  <a:lnSpc>
                    <a:spcPct val="100000"/>
                  </a:lnSpc>
                  <a:tabLst>
                    <a:tab pos="0" algn="l"/>
                  </a:tabLst>
                </a:pPr>
                <a:endParaRPr lang="en-US" sz="1800" b="0" u="none" strike="noStrike">
                  <a:solidFill>
                    <a:srgbClr val="000000"/>
                  </a:solidFill>
                  <a:effectLst/>
                  <a:uFillTx/>
                  <a:latin typeface="OpenSymbol"/>
                </a:endParaRPr>
              </a:p>
            </p:txBody>
          </p:sp>
          <p:sp>
            <p:nvSpPr>
              <p:cNvPr id="109" name="Google Shape;281;p18"/>
              <p:cNvSpPr/>
              <p:nvPr/>
            </p:nvSpPr>
            <p:spPr>
              <a:xfrm>
                <a:off x="7979760" y="329040"/>
                <a:ext cx="1309320" cy="1309320"/>
              </a:xfrm>
              <a:prstGeom prst="ellipse">
                <a:avLst/>
              </a:prstGeom>
              <a:noFill/>
              <a:ln w="9525">
                <a:solidFill>
                  <a:srgbClr val="F8F8F8"/>
                </a:solidFill>
                <a:prstDash val="lgDash"/>
                <a:round/>
              </a:ln>
            </p:spPr>
            <p:style>
              <a:lnRef idx="0">
                <a:scrgbClr r="0" g="0" b="0"/>
              </a:lnRef>
              <a:fillRef idx="0">
                <a:scrgbClr r="0" g="0" b="0"/>
              </a:fillRef>
              <a:effectRef idx="0">
                <a:scrgbClr r="0" g="0" b="0"/>
              </a:effectRef>
              <a:fontRef idx="minor"/>
            </p:style>
            <p:txBody>
              <a:bodyPr tIns="91440" bIns="91440" anchor="ctr">
                <a:noAutofit/>
              </a:bodyPr>
              <a:lstStyle/>
              <a:p>
                <a:pPr defTabSz="914400">
                  <a:lnSpc>
                    <a:spcPct val="100000"/>
                  </a:lnSpc>
                  <a:tabLst>
                    <a:tab pos="0" algn="l"/>
                  </a:tabLst>
                </a:pPr>
                <a:endParaRPr lang="en-US" sz="1800" b="0" u="none" strike="noStrike">
                  <a:solidFill>
                    <a:srgbClr val="000000"/>
                  </a:solidFill>
                  <a:effectLst/>
                  <a:uFillTx/>
                  <a:latin typeface="OpenSymbol"/>
                </a:endParaRPr>
              </a:p>
            </p:txBody>
          </p:sp>
          <p:sp>
            <p:nvSpPr>
              <p:cNvPr id="110" name="Google Shape;282;p18"/>
              <p:cNvSpPr/>
              <p:nvPr/>
            </p:nvSpPr>
            <p:spPr>
              <a:xfrm rot="2699400" flipH="1">
                <a:off x="7437960" y="168120"/>
                <a:ext cx="1098360" cy="201600"/>
              </a:xfrm>
              <a:prstGeom prst="roundRect">
                <a:avLst>
                  <a:gd name="adj" fmla="val 50000"/>
                </a:avLst>
              </a:prstGeom>
              <a:solidFill>
                <a:schemeClr val="lt2"/>
              </a:solidFill>
              <a:ln w="0">
                <a:noFill/>
              </a:ln>
            </p:spPr>
            <p:style>
              <a:lnRef idx="0">
                <a:scrgbClr r="0" g="0" b="0"/>
              </a:lnRef>
              <a:fillRef idx="0">
                <a:scrgbClr r="0" g="0" b="0"/>
              </a:fillRef>
              <a:effectRef idx="0">
                <a:scrgbClr r="0" g="0" b="0"/>
              </a:effectRef>
              <a:fontRef idx="minor"/>
            </p:style>
            <p:txBody>
              <a:bodyPr tIns="71280" bIns="71280" anchor="ctr">
                <a:noAutofit/>
              </a:bodyPr>
              <a:lstStyle/>
              <a:p>
                <a:pPr defTabSz="914400">
                  <a:lnSpc>
                    <a:spcPct val="100000"/>
                  </a:lnSpc>
                  <a:tabLst>
                    <a:tab pos="0" algn="l"/>
                  </a:tabLst>
                </a:pPr>
                <a:endParaRPr lang="en-US" sz="1800" b="0" u="none" strike="noStrike">
                  <a:solidFill>
                    <a:srgbClr val="FFFFFF"/>
                  </a:solidFill>
                  <a:effectLst/>
                  <a:uFillTx/>
                  <a:latin typeface="OpenSymbol"/>
                </a:endParaRPr>
              </a:p>
            </p:txBody>
          </p:sp>
        </p:grpSp>
        <p:sp>
          <p:nvSpPr>
            <p:cNvPr id="111" name="Google Shape;283;p18"/>
            <p:cNvSpPr/>
            <p:nvPr/>
          </p:nvSpPr>
          <p:spPr>
            <a:xfrm rot="2700000">
              <a:off x="7775640" y="-183240"/>
              <a:ext cx="770040" cy="127440"/>
            </a:xfrm>
            <a:prstGeom prst="roundRect">
              <a:avLst>
                <a:gd name="adj" fmla="val 50000"/>
              </a:avLst>
            </a:prstGeom>
            <a:solidFill>
              <a:schemeClr val="lt1"/>
            </a:solidFill>
            <a:ln w="0">
              <a:noFill/>
            </a:ln>
          </p:spPr>
          <p:style>
            <a:lnRef idx="0">
              <a:scrgbClr r="0" g="0" b="0"/>
            </a:lnRef>
            <a:fillRef idx="0">
              <a:scrgbClr r="0" g="0" b="0"/>
            </a:fillRef>
            <a:effectRef idx="0">
              <a:scrgbClr r="0" g="0" b="0"/>
            </a:effectRef>
            <a:fontRef idx="minor"/>
          </p:style>
          <p:txBody>
            <a:bodyPr tIns="45360" bIns="45360" anchor="ctr">
              <a:noAutofit/>
            </a:bodyPr>
            <a:lstStyle/>
            <a:p>
              <a:pPr defTabSz="914400">
                <a:lnSpc>
                  <a:spcPct val="100000"/>
                </a:lnSpc>
                <a:tabLst>
                  <a:tab pos="0" algn="l"/>
                </a:tabLst>
              </a:pPr>
              <a:endParaRPr lang="en-US" sz="1800" b="0" u="none" strike="noStrike">
                <a:solidFill>
                  <a:srgbClr val="000000"/>
                </a:solidFill>
                <a:effectLst/>
                <a:uFillTx/>
                <a:latin typeface="OpenSymbol"/>
              </a:endParaRPr>
            </a:p>
          </p:txBody>
        </p:sp>
      </p:grpSp>
      <p:grpSp>
        <p:nvGrpSpPr>
          <p:cNvPr id="112" name="Google Shape;284;p18"/>
          <p:cNvGrpSpPr/>
          <p:nvPr/>
        </p:nvGrpSpPr>
        <p:grpSpPr>
          <a:xfrm>
            <a:off x="3917160" y="4514760"/>
            <a:ext cx="1309320" cy="257400"/>
            <a:chOff x="3917160" y="4514760"/>
            <a:chExt cx="1309320" cy="257400"/>
          </a:xfrm>
        </p:grpSpPr>
        <p:sp>
          <p:nvSpPr>
            <p:cNvPr id="113" name="Google Shape;285;p18"/>
            <p:cNvSpPr/>
            <p:nvPr/>
          </p:nvSpPr>
          <p:spPr>
            <a:xfrm>
              <a:off x="4336560" y="4514760"/>
              <a:ext cx="73440" cy="73440"/>
            </a:xfrm>
            <a:prstGeom prst="ellipse">
              <a:avLst/>
            </a:prstGeom>
            <a:solidFill>
              <a:schemeClr val="dk1"/>
            </a:solidFill>
            <a:ln w="0">
              <a:noFill/>
            </a:ln>
          </p:spPr>
          <p:style>
            <a:lnRef idx="0">
              <a:scrgbClr r="0" g="0" b="0"/>
            </a:lnRef>
            <a:fillRef idx="0">
              <a:scrgbClr r="0" g="0" b="0"/>
            </a:fillRef>
            <a:effectRef idx="0">
              <a:scrgbClr r="0" g="0" b="0"/>
            </a:effectRef>
            <a:fontRef idx="minor"/>
          </p:style>
          <p:txBody>
            <a:bodyPr tIns="25920" bIns="25920" anchor="ctr">
              <a:noAutofit/>
            </a:bodyPr>
            <a:lstStyle/>
            <a:p>
              <a:pPr defTabSz="914400">
                <a:lnSpc>
                  <a:spcPct val="100000"/>
                </a:lnSpc>
                <a:tabLst>
                  <a:tab pos="0" algn="l"/>
                </a:tabLst>
              </a:pPr>
              <a:endParaRPr lang="en-US" sz="1800" b="0" u="none" strike="noStrike">
                <a:solidFill>
                  <a:srgbClr val="FFFFFF"/>
                </a:solidFill>
                <a:effectLst/>
                <a:uFillTx/>
                <a:latin typeface="OpenSymbol"/>
              </a:endParaRPr>
            </a:p>
          </p:txBody>
        </p:sp>
        <p:sp>
          <p:nvSpPr>
            <p:cNvPr id="114" name="Google Shape;286;p18"/>
            <p:cNvSpPr/>
            <p:nvPr/>
          </p:nvSpPr>
          <p:spPr>
            <a:xfrm>
              <a:off x="4540680" y="4514760"/>
              <a:ext cx="73440" cy="73440"/>
            </a:xfrm>
            <a:prstGeom prst="ellipse">
              <a:avLst/>
            </a:prstGeom>
            <a:solidFill>
              <a:schemeClr val="dk1"/>
            </a:solidFill>
            <a:ln w="0">
              <a:noFill/>
            </a:ln>
          </p:spPr>
          <p:style>
            <a:lnRef idx="0">
              <a:scrgbClr r="0" g="0" b="0"/>
            </a:lnRef>
            <a:fillRef idx="0">
              <a:scrgbClr r="0" g="0" b="0"/>
            </a:fillRef>
            <a:effectRef idx="0">
              <a:scrgbClr r="0" g="0" b="0"/>
            </a:effectRef>
            <a:fontRef idx="minor"/>
          </p:style>
          <p:txBody>
            <a:bodyPr tIns="25920" bIns="25920" anchor="ctr">
              <a:noAutofit/>
            </a:bodyPr>
            <a:lstStyle/>
            <a:p>
              <a:pPr defTabSz="914400">
                <a:lnSpc>
                  <a:spcPct val="100000"/>
                </a:lnSpc>
                <a:tabLst>
                  <a:tab pos="0" algn="l"/>
                </a:tabLst>
              </a:pPr>
              <a:endParaRPr lang="en-US" sz="1800" b="0" u="none" strike="noStrike">
                <a:solidFill>
                  <a:srgbClr val="FFFFFF"/>
                </a:solidFill>
                <a:effectLst/>
                <a:uFillTx/>
                <a:latin typeface="OpenSymbol"/>
              </a:endParaRPr>
            </a:p>
          </p:txBody>
        </p:sp>
        <p:sp>
          <p:nvSpPr>
            <p:cNvPr id="115" name="Google Shape;287;p18"/>
            <p:cNvSpPr/>
            <p:nvPr/>
          </p:nvSpPr>
          <p:spPr>
            <a:xfrm>
              <a:off x="4744800" y="4514760"/>
              <a:ext cx="73440" cy="73440"/>
            </a:xfrm>
            <a:prstGeom prst="ellipse">
              <a:avLst/>
            </a:prstGeom>
            <a:solidFill>
              <a:schemeClr val="dk1"/>
            </a:solidFill>
            <a:ln w="0">
              <a:noFill/>
            </a:ln>
          </p:spPr>
          <p:style>
            <a:lnRef idx="0">
              <a:scrgbClr r="0" g="0" b="0"/>
            </a:lnRef>
            <a:fillRef idx="0">
              <a:scrgbClr r="0" g="0" b="0"/>
            </a:fillRef>
            <a:effectRef idx="0">
              <a:scrgbClr r="0" g="0" b="0"/>
            </a:effectRef>
            <a:fontRef idx="minor"/>
          </p:style>
          <p:txBody>
            <a:bodyPr tIns="25920" bIns="25920" anchor="ctr">
              <a:noAutofit/>
            </a:bodyPr>
            <a:lstStyle/>
            <a:p>
              <a:pPr defTabSz="914400">
                <a:lnSpc>
                  <a:spcPct val="100000"/>
                </a:lnSpc>
                <a:tabLst>
                  <a:tab pos="0" algn="l"/>
                </a:tabLst>
              </a:pPr>
              <a:endParaRPr lang="en-US" sz="1800" b="0" u="none" strike="noStrike">
                <a:solidFill>
                  <a:srgbClr val="FFFFFF"/>
                </a:solidFill>
                <a:effectLst/>
                <a:uFillTx/>
                <a:latin typeface="OpenSymbol"/>
              </a:endParaRPr>
            </a:p>
          </p:txBody>
        </p:sp>
        <p:sp>
          <p:nvSpPr>
            <p:cNvPr id="116" name="Google Shape;288;p18"/>
            <p:cNvSpPr/>
            <p:nvPr/>
          </p:nvSpPr>
          <p:spPr>
            <a:xfrm>
              <a:off x="4948920" y="4514760"/>
              <a:ext cx="73440" cy="73440"/>
            </a:xfrm>
            <a:prstGeom prst="ellipse">
              <a:avLst/>
            </a:prstGeom>
            <a:solidFill>
              <a:schemeClr val="dk1"/>
            </a:solidFill>
            <a:ln w="0">
              <a:noFill/>
            </a:ln>
          </p:spPr>
          <p:style>
            <a:lnRef idx="0">
              <a:scrgbClr r="0" g="0" b="0"/>
            </a:lnRef>
            <a:fillRef idx="0">
              <a:scrgbClr r="0" g="0" b="0"/>
            </a:fillRef>
            <a:effectRef idx="0">
              <a:scrgbClr r="0" g="0" b="0"/>
            </a:effectRef>
            <a:fontRef idx="minor"/>
          </p:style>
          <p:txBody>
            <a:bodyPr tIns="25920" bIns="25920" anchor="ctr">
              <a:noAutofit/>
            </a:bodyPr>
            <a:lstStyle/>
            <a:p>
              <a:pPr defTabSz="914400">
                <a:lnSpc>
                  <a:spcPct val="100000"/>
                </a:lnSpc>
                <a:tabLst>
                  <a:tab pos="0" algn="l"/>
                </a:tabLst>
              </a:pPr>
              <a:endParaRPr lang="en-US" sz="1800" b="0" u="none" strike="noStrike">
                <a:solidFill>
                  <a:srgbClr val="FFFFFF"/>
                </a:solidFill>
                <a:effectLst/>
                <a:uFillTx/>
                <a:latin typeface="OpenSymbol"/>
              </a:endParaRPr>
            </a:p>
          </p:txBody>
        </p:sp>
        <p:sp>
          <p:nvSpPr>
            <p:cNvPr id="117" name="Google Shape;289;p18"/>
            <p:cNvSpPr/>
            <p:nvPr/>
          </p:nvSpPr>
          <p:spPr>
            <a:xfrm>
              <a:off x="5153040" y="4514760"/>
              <a:ext cx="73440" cy="73440"/>
            </a:xfrm>
            <a:prstGeom prst="ellipse">
              <a:avLst/>
            </a:prstGeom>
            <a:solidFill>
              <a:schemeClr val="dk1"/>
            </a:solidFill>
            <a:ln w="0">
              <a:noFill/>
            </a:ln>
          </p:spPr>
          <p:style>
            <a:lnRef idx="0">
              <a:scrgbClr r="0" g="0" b="0"/>
            </a:lnRef>
            <a:fillRef idx="0">
              <a:scrgbClr r="0" g="0" b="0"/>
            </a:fillRef>
            <a:effectRef idx="0">
              <a:scrgbClr r="0" g="0" b="0"/>
            </a:effectRef>
            <a:fontRef idx="minor"/>
          </p:style>
          <p:txBody>
            <a:bodyPr tIns="25920" bIns="25920" anchor="ctr">
              <a:noAutofit/>
            </a:bodyPr>
            <a:lstStyle/>
            <a:p>
              <a:pPr defTabSz="914400">
                <a:lnSpc>
                  <a:spcPct val="100000"/>
                </a:lnSpc>
                <a:tabLst>
                  <a:tab pos="0" algn="l"/>
                </a:tabLst>
              </a:pPr>
              <a:endParaRPr lang="en-US" sz="1800" b="0" u="none" strike="noStrike">
                <a:solidFill>
                  <a:srgbClr val="FFFFFF"/>
                </a:solidFill>
                <a:effectLst/>
                <a:uFillTx/>
                <a:latin typeface="OpenSymbol"/>
              </a:endParaRPr>
            </a:p>
          </p:txBody>
        </p:sp>
        <p:sp>
          <p:nvSpPr>
            <p:cNvPr id="118" name="Google Shape;290;p18"/>
            <p:cNvSpPr/>
            <p:nvPr/>
          </p:nvSpPr>
          <p:spPr>
            <a:xfrm>
              <a:off x="3917160" y="4698720"/>
              <a:ext cx="73440" cy="73440"/>
            </a:xfrm>
            <a:prstGeom prst="ellipse">
              <a:avLst/>
            </a:prstGeom>
            <a:solidFill>
              <a:schemeClr val="dk1"/>
            </a:solidFill>
            <a:ln w="0">
              <a:noFill/>
            </a:ln>
          </p:spPr>
          <p:style>
            <a:lnRef idx="0">
              <a:scrgbClr r="0" g="0" b="0"/>
            </a:lnRef>
            <a:fillRef idx="0">
              <a:scrgbClr r="0" g="0" b="0"/>
            </a:fillRef>
            <a:effectRef idx="0">
              <a:scrgbClr r="0" g="0" b="0"/>
            </a:effectRef>
            <a:fontRef idx="minor"/>
          </p:style>
          <p:txBody>
            <a:bodyPr tIns="25920" bIns="25920" anchor="ctr">
              <a:noAutofit/>
            </a:bodyPr>
            <a:lstStyle/>
            <a:p>
              <a:pPr defTabSz="914400">
                <a:lnSpc>
                  <a:spcPct val="100000"/>
                </a:lnSpc>
                <a:tabLst>
                  <a:tab pos="0" algn="l"/>
                </a:tabLst>
              </a:pPr>
              <a:endParaRPr lang="en-US" sz="1800" b="0" u="none" strike="noStrike">
                <a:solidFill>
                  <a:srgbClr val="FFFFFF"/>
                </a:solidFill>
                <a:effectLst/>
                <a:uFillTx/>
                <a:latin typeface="OpenSymbol"/>
              </a:endParaRPr>
            </a:p>
          </p:txBody>
        </p:sp>
        <p:sp>
          <p:nvSpPr>
            <p:cNvPr id="119" name="Google Shape;291;p18"/>
            <p:cNvSpPr/>
            <p:nvPr/>
          </p:nvSpPr>
          <p:spPr>
            <a:xfrm>
              <a:off x="4121280" y="4698720"/>
              <a:ext cx="73440" cy="73440"/>
            </a:xfrm>
            <a:prstGeom prst="ellipse">
              <a:avLst/>
            </a:prstGeom>
            <a:solidFill>
              <a:schemeClr val="dk1"/>
            </a:solidFill>
            <a:ln w="0">
              <a:noFill/>
            </a:ln>
          </p:spPr>
          <p:style>
            <a:lnRef idx="0">
              <a:scrgbClr r="0" g="0" b="0"/>
            </a:lnRef>
            <a:fillRef idx="0">
              <a:scrgbClr r="0" g="0" b="0"/>
            </a:fillRef>
            <a:effectRef idx="0">
              <a:scrgbClr r="0" g="0" b="0"/>
            </a:effectRef>
            <a:fontRef idx="minor"/>
          </p:style>
          <p:txBody>
            <a:bodyPr tIns="25920" bIns="25920" anchor="ctr">
              <a:noAutofit/>
            </a:bodyPr>
            <a:lstStyle/>
            <a:p>
              <a:pPr defTabSz="914400">
                <a:lnSpc>
                  <a:spcPct val="100000"/>
                </a:lnSpc>
                <a:tabLst>
                  <a:tab pos="0" algn="l"/>
                </a:tabLst>
              </a:pPr>
              <a:endParaRPr lang="en-US" sz="1800" b="0" u="none" strike="noStrike">
                <a:solidFill>
                  <a:srgbClr val="FFFFFF"/>
                </a:solidFill>
                <a:effectLst/>
                <a:uFillTx/>
                <a:latin typeface="OpenSymbol"/>
              </a:endParaRPr>
            </a:p>
          </p:txBody>
        </p:sp>
        <p:sp>
          <p:nvSpPr>
            <p:cNvPr id="120" name="Google Shape;292;p18"/>
            <p:cNvSpPr/>
            <p:nvPr/>
          </p:nvSpPr>
          <p:spPr>
            <a:xfrm>
              <a:off x="4325400" y="4698720"/>
              <a:ext cx="73440" cy="73440"/>
            </a:xfrm>
            <a:prstGeom prst="ellipse">
              <a:avLst/>
            </a:prstGeom>
            <a:solidFill>
              <a:schemeClr val="dk1"/>
            </a:solidFill>
            <a:ln w="0">
              <a:noFill/>
            </a:ln>
          </p:spPr>
          <p:style>
            <a:lnRef idx="0">
              <a:scrgbClr r="0" g="0" b="0"/>
            </a:lnRef>
            <a:fillRef idx="0">
              <a:scrgbClr r="0" g="0" b="0"/>
            </a:fillRef>
            <a:effectRef idx="0">
              <a:scrgbClr r="0" g="0" b="0"/>
            </a:effectRef>
            <a:fontRef idx="minor"/>
          </p:style>
          <p:txBody>
            <a:bodyPr tIns="25920" bIns="25920" anchor="ctr">
              <a:noAutofit/>
            </a:bodyPr>
            <a:lstStyle/>
            <a:p>
              <a:pPr defTabSz="914400">
                <a:lnSpc>
                  <a:spcPct val="100000"/>
                </a:lnSpc>
                <a:tabLst>
                  <a:tab pos="0" algn="l"/>
                </a:tabLst>
              </a:pPr>
              <a:endParaRPr lang="en-US" sz="1800" b="0" u="none" strike="noStrike">
                <a:solidFill>
                  <a:srgbClr val="FFFFFF"/>
                </a:solidFill>
                <a:effectLst/>
                <a:uFillTx/>
                <a:latin typeface="OpenSymbol"/>
              </a:endParaRPr>
            </a:p>
          </p:txBody>
        </p:sp>
        <p:sp>
          <p:nvSpPr>
            <p:cNvPr id="121" name="Google Shape;293;p18"/>
            <p:cNvSpPr/>
            <p:nvPr/>
          </p:nvSpPr>
          <p:spPr>
            <a:xfrm>
              <a:off x="4529520" y="4698720"/>
              <a:ext cx="73440" cy="73440"/>
            </a:xfrm>
            <a:prstGeom prst="ellipse">
              <a:avLst/>
            </a:prstGeom>
            <a:solidFill>
              <a:schemeClr val="dk1"/>
            </a:solidFill>
            <a:ln w="0">
              <a:noFill/>
            </a:ln>
          </p:spPr>
          <p:style>
            <a:lnRef idx="0">
              <a:scrgbClr r="0" g="0" b="0"/>
            </a:lnRef>
            <a:fillRef idx="0">
              <a:scrgbClr r="0" g="0" b="0"/>
            </a:fillRef>
            <a:effectRef idx="0">
              <a:scrgbClr r="0" g="0" b="0"/>
            </a:effectRef>
            <a:fontRef idx="minor"/>
          </p:style>
          <p:txBody>
            <a:bodyPr tIns="25920" bIns="25920" anchor="ctr">
              <a:noAutofit/>
            </a:bodyPr>
            <a:lstStyle/>
            <a:p>
              <a:pPr defTabSz="914400">
                <a:lnSpc>
                  <a:spcPct val="100000"/>
                </a:lnSpc>
                <a:tabLst>
                  <a:tab pos="0" algn="l"/>
                </a:tabLst>
              </a:pPr>
              <a:endParaRPr lang="en-US" sz="1800" b="0" u="none" strike="noStrike">
                <a:solidFill>
                  <a:srgbClr val="FFFFFF"/>
                </a:solidFill>
                <a:effectLst/>
                <a:uFillTx/>
                <a:latin typeface="OpenSymbol"/>
              </a:endParaRPr>
            </a:p>
          </p:txBody>
        </p:sp>
        <p:sp>
          <p:nvSpPr>
            <p:cNvPr id="122" name="Google Shape;294;p18"/>
            <p:cNvSpPr/>
            <p:nvPr/>
          </p:nvSpPr>
          <p:spPr>
            <a:xfrm>
              <a:off x="4733640" y="4698720"/>
              <a:ext cx="73440" cy="73440"/>
            </a:xfrm>
            <a:prstGeom prst="ellipse">
              <a:avLst/>
            </a:prstGeom>
            <a:solidFill>
              <a:schemeClr val="dk1"/>
            </a:solidFill>
            <a:ln w="0">
              <a:noFill/>
            </a:ln>
          </p:spPr>
          <p:style>
            <a:lnRef idx="0">
              <a:scrgbClr r="0" g="0" b="0"/>
            </a:lnRef>
            <a:fillRef idx="0">
              <a:scrgbClr r="0" g="0" b="0"/>
            </a:fillRef>
            <a:effectRef idx="0">
              <a:scrgbClr r="0" g="0" b="0"/>
            </a:effectRef>
            <a:fontRef idx="minor"/>
          </p:style>
          <p:txBody>
            <a:bodyPr tIns="25920" bIns="25920" anchor="ctr">
              <a:noAutofit/>
            </a:bodyPr>
            <a:lstStyle/>
            <a:p>
              <a:pPr defTabSz="914400">
                <a:lnSpc>
                  <a:spcPct val="100000"/>
                </a:lnSpc>
                <a:tabLst>
                  <a:tab pos="0" algn="l"/>
                </a:tabLst>
              </a:pPr>
              <a:endParaRPr lang="en-US" sz="1800" b="0" u="none" strike="noStrike">
                <a:solidFill>
                  <a:srgbClr val="FFFFFF"/>
                </a:solidFill>
                <a:effectLst/>
                <a:uFillTx/>
                <a:latin typeface="OpenSymbol"/>
              </a:endParaRPr>
            </a:p>
          </p:txBody>
        </p:sp>
      </p:gr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blank" preserve="1">
  <p:cSld name="CUSTOM_5">
    <p:bg>
      <p:bgPr>
        <a:solidFill>
          <a:schemeClr val="lt1"/>
        </a:solidFill>
        <a:effectLst/>
      </p:bgPr>
    </p:bg>
    <p:spTree>
      <p:nvGrpSpPr>
        <p:cNvPr id="1" name=""/>
        <p:cNvGrpSpPr/>
        <p:nvPr/>
      </p:nvGrpSpPr>
      <p:grpSpPr>
        <a:xfrm>
          <a:off x="0" y="0"/>
          <a:ext cx="0" cy="0"/>
          <a:chOff x="0" y="0"/>
          <a:chExt cx="0" cy="0"/>
        </a:xfrm>
      </p:grpSpPr>
      <p:sp>
        <p:nvSpPr>
          <p:cNvPr id="123" name="PlaceHolder 1"/>
          <p:cNvSpPr>
            <a:spLocks noGrp="1"/>
          </p:cNvSpPr>
          <p:nvPr>
            <p:ph type="title"/>
          </p:nvPr>
        </p:nvSpPr>
        <p:spPr>
          <a:xfrm>
            <a:off x="720000" y="444960"/>
            <a:ext cx="7703640" cy="572400"/>
          </a:xfrm>
          <a:prstGeom prst="rect">
            <a:avLst/>
          </a:prstGeom>
          <a:noFill/>
          <a:ln w="0">
            <a:noFill/>
          </a:ln>
        </p:spPr>
        <p:txBody>
          <a:bodyPr lIns="91440" tIns="91440" rIns="91440" bIns="91440" anchor="t">
            <a:noAutofit/>
          </a:bodyPr>
          <a:lstStyle/>
          <a:p>
            <a:pPr indent="0">
              <a:buNone/>
            </a:pPr>
            <a:r>
              <a:rPr lang="fr-FR" sz="3200" b="0" u="none" strike="noStrike">
                <a:solidFill>
                  <a:schemeClr val="dk1"/>
                </a:solidFill>
                <a:effectLst/>
                <a:uFillTx/>
                <a:latin typeface="Arial"/>
              </a:rPr>
              <a:t>Click to edit the title text format</a:t>
            </a:r>
          </a:p>
        </p:txBody>
      </p:sp>
      <p:grpSp>
        <p:nvGrpSpPr>
          <p:cNvPr id="124" name="Google Shape;305;p19"/>
          <p:cNvGrpSpPr/>
          <p:nvPr/>
        </p:nvGrpSpPr>
        <p:grpSpPr>
          <a:xfrm>
            <a:off x="7527600" y="-437040"/>
            <a:ext cx="2303280" cy="2075400"/>
            <a:chOff x="7527600" y="-437040"/>
            <a:chExt cx="2303280" cy="2075400"/>
          </a:xfrm>
        </p:grpSpPr>
        <p:sp>
          <p:nvSpPr>
            <p:cNvPr id="125" name="Google Shape;306;p19"/>
            <p:cNvSpPr/>
            <p:nvPr/>
          </p:nvSpPr>
          <p:spPr>
            <a:xfrm rot="16200000" flipH="1">
              <a:off x="7653240" y="-57960"/>
              <a:ext cx="1554120" cy="1548360"/>
            </a:xfrm>
            <a:prstGeom prst="rtTriangle">
              <a:avLst/>
            </a:prstGeom>
            <a:solidFill>
              <a:schemeClr val="dk1"/>
            </a:solidFill>
            <a:ln w="0">
              <a:noFill/>
            </a:ln>
          </p:spPr>
          <p:style>
            <a:lnRef idx="0">
              <a:scrgbClr r="0" g="0" b="0"/>
            </a:lnRef>
            <a:fillRef idx="0">
              <a:scrgbClr r="0" g="0" b="0"/>
            </a:fillRef>
            <a:effectRef idx="0">
              <a:scrgbClr r="0" g="0" b="0"/>
            </a:effectRef>
            <a:fontRef idx="minor"/>
          </p:style>
          <p:txBody>
            <a:bodyPr tIns="91440" bIns="91440" anchor="ctr">
              <a:noAutofit/>
            </a:bodyPr>
            <a:lstStyle/>
            <a:p>
              <a:pPr defTabSz="914400">
                <a:lnSpc>
                  <a:spcPct val="100000"/>
                </a:lnSpc>
                <a:tabLst>
                  <a:tab pos="0" algn="l"/>
                </a:tabLst>
              </a:pPr>
              <a:endParaRPr lang="en-US" sz="1800" b="0" u="none" strike="noStrike">
                <a:solidFill>
                  <a:srgbClr val="FFFFFF"/>
                </a:solidFill>
                <a:effectLst/>
                <a:uFillTx/>
                <a:latin typeface="OpenSymbol"/>
              </a:endParaRPr>
            </a:p>
          </p:txBody>
        </p:sp>
        <p:grpSp>
          <p:nvGrpSpPr>
            <p:cNvPr id="126" name="Google Shape;307;p19"/>
            <p:cNvGrpSpPr/>
            <p:nvPr/>
          </p:nvGrpSpPr>
          <p:grpSpPr>
            <a:xfrm>
              <a:off x="7527600" y="-190440"/>
              <a:ext cx="2303280" cy="1828800"/>
              <a:chOff x="7527600" y="-190440"/>
              <a:chExt cx="2303280" cy="1828800"/>
            </a:xfrm>
          </p:grpSpPr>
          <p:sp>
            <p:nvSpPr>
              <p:cNvPr id="127" name="Google Shape;308;p19"/>
              <p:cNvSpPr/>
              <p:nvPr/>
            </p:nvSpPr>
            <p:spPr>
              <a:xfrm rot="2699400" flipH="1">
                <a:off x="8755560" y="666000"/>
                <a:ext cx="1150200" cy="262080"/>
              </a:xfrm>
              <a:prstGeom prst="roundRect">
                <a:avLst>
                  <a:gd name="adj" fmla="val 50000"/>
                </a:avLst>
              </a:prstGeom>
              <a:solidFill>
                <a:schemeClr val="dk2"/>
              </a:solidFill>
              <a:ln w="0">
                <a:noFill/>
              </a:ln>
            </p:spPr>
            <p:style>
              <a:lnRef idx="0">
                <a:scrgbClr r="0" g="0" b="0"/>
              </a:lnRef>
              <a:fillRef idx="0">
                <a:scrgbClr r="0" g="0" b="0"/>
              </a:fillRef>
              <a:effectRef idx="0">
                <a:scrgbClr r="0" g="0" b="0"/>
              </a:effectRef>
              <a:fontRef idx="minor"/>
            </p:style>
            <p:txBody>
              <a:bodyPr tIns="91440" bIns="91440" anchor="ctr">
                <a:noAutofit/>
              </a:bodyPr>
              <a:lstStyle/>
              <a:p>
                <a:pPr defTabSz="914400">
                  <a:lnSpc>
                    <a:spcPct val="100000"/>
                  </a:lnSpc>
                  <a:tabLst>
                    <a:tab pos="0" algn="l"/>
                  </a:tabLst>
                </a:pPr>
                <a:endParaRPr lang="en-US" sz="1800" b="0" u="none" strike="noStrike">
                  <a:solidFill>
                    <a:srgbClr val="000000"/>
                  </a:solidFill>
                  <a:effectLst/>
                  <a:uFillTx/>
                  <a:latin typeface="OpenSymbol"/>
                </a:endParaRPr>
              </a:p>
            </p:txBody>
          </p:sp>
          <p:sp>
            <p:nvSpPr>
              <p:cNvPr id="128" name="Google Shape;309;p19"/>
              <p:cNvSpPr/>
              <p:nvPr/>
            </p:nvSpPr>
            <p:spPr>
              <a:xfrm>
                <a:off x="7979760" y="329040"/>
                <a:ext cx="1309320" cy="1309320"/>
              </a:xfrm>
              <a:prstGeom prst="ellipse">
                <a:avLst/>
              </a:prstGeom>
              <a:noFill/>
              <a:ln w="9525">
                <a:solidFill>
                  <a:srgbClr val="F8F8F8"/>
                </a:solidFill>
                <a:prstDash val="lgDash"/>
                <a:round/>
              </a:ln>
            </p:spPr>
            <p:style>
              <a:lnRef idx="0">
                <a:scrgbClr r="0" g="0" b="0"/>
              </a:lnRef>
              <a:fillRef idx="0">
                <a:scrgbClr r="0" g="0" b="0"/>
              </a:fillRef>
              <a:effectRef idx="0">
                <a:scrgbClr r="0" g="0" b="0"/>
              </a:effectRef>
              <a:fontRef idx="minor"/>
            </p:style>
            <p:txBody>
              <a:bodyPr tIns="91440" bIns="91440" anchor="ctr">
                <a:noAutofit/>
              </a:bodyPr>
              <a:lstStyle/>
              <a:p>
                <a:pPr defTabSz="914400">
                  <a:lnSpc>
                    <a:spcPct val="100000"/>
                  </a:lnSpc>
                  <a:tabLst>
                    <a:tab pos="0" algn="l"/>
                  </a:tabLst>
                </a:pPr>
                <a:endParaRPr lang="en-US" sz="1800" b="0" u="none" strike="noStrike">
                  <a:solidFill>
                    <a:srgbClr val="000000"/>
                  </a:solidFill>
                  <a:effectLst/>
                  <a:uFillTx/>
                  <a:latin typeface="OpenSymbol"/>
                </a:endParaRPr>
              </a:p>
            </p:txBody>
          </p:sp>
          <p:sp>
            <p:nvSpPr>
              <p:cNvPr id="129" name="Google Shape;310;p19"/>
              <p:cNvSpPr/>
              <p:nvPr/>
            </p:nvSpPr>
            <p:spPr>
              <a:xfrm rot="2699400" flipH="1">
                <a:off x="7437960" y="168120"/>
                <a:ext cx="1098360" cy="201600"/>
              </a:xfrm>
              <a:prstGeom prst="roundRect">
                <a:avLst>
                  <a:gd name="adj" fmla="val 50000"/>
                </a:avLst>
              </a:prstGeom>
              <a:solidFill>
                <a:schemeClr val="lt2"/>
              </a:solidFill>
              <a:ln w="0">
                <a:noFill/>
              </a:ln>
            </p:spPr>
            <p:style>
              <a:lnRef idx="0">
                <a:scrgbClr r="0" g="0" b="0"/>
              </a:lnRef>
              <a:fillRef idx="0">
                <a:scrgbClr r="0" g="0" b="0"/>
              </a:fillRef>
              <a:effectRef idx="0">
                <a:scrgbClr r="0" g="0" b="0"/>
              </a:effectRef>
              <a:fontRef idx="minor"/>
            </p:style>
            <p:txBody>
              <a:bodyPr tIns="71280" bIns="71280" anchor="ctr">
                <a:noAutofit/>
              </a:bodyPr>
              <a:lstStyle/>
              <a:p>
                <a:pPr defTabSz="914400">
                  <a:lnSpc>
                    <a:spcPct val="100000"/>
                  </a:lnSpc>
                  <a:tabLst>
                    <a:tab pos="0" algn="l"/>
                  </a:tabLst>
                </a:pPr>
                <a:endParaRPr lang="en-US" sz="1800" b="0" u="none" strike="noStrike">
                  <a:solidFill>
                    <a:srgbClr val="FFFFFF"/>
                  </a:solidFill>
                  <a:effectLst/>
                  <a:uFillTx/>
                  <a:latin typeface="OpenSymbol"/>
                </a:endParaRPr>
              </a:p>
            </p:txBody>
          </p:sp>
        </p:grpSp>
        <p:sp>
          <p:nvSpPr>
            <p:cNvPr id="130" name="Google Shape;311;p19"/>
            <p:cNvSpPr/>
            <p:nvPr/>
          </p:nvSpPr>
          <p:spPr>
            <a:xfrm rot="2700000">
              <a:off x="7775640" y="-183240"/>
              <a:ext cx="770040" cy="127440"/>
            </a:xfrm>
            <a:prstGeom prst="roundRect">
              <a:avLst>
                <a:gd name="adj" fmla="val 50000"/>
              </a:avLst>
            </a:prstGeom>
            <a:solidFill>
              <a:schemeClr val="lt1"/>
            </a:solidFill>
            <a:ln w="0">
              <a:noFill/>
            </a:ln>
          </p:spPr>
          <p:style>
            <a:lnRef idx="0">
              <a:scrgbClr r="0" g="0" b="0"/>
            </a:lnRef>
            <a:fillRef idx="0">
              <a:scrgbClr r="0" g="0" b="0"/>
            </a:fillRef>
            <a:effectRef idx="0">
              <a:scrgbClr r="0" g="0" b="0"/>
            </a:effectRef>
            <a:fontRef idx="minor"/>
          </p:style>
          <p:txBody>
            <a:bodyPr tIns="45360" bIns="45360" anchor="ctr">
              <a:noAutofit/>
            </a:bodyPr>
            <a:lstStyle/>
            <a:p>
              <a:pPr defTabSz="914400">
                <a:lnSpc>
                  <a:spcPct val="100000"/>
                </a:lnSpc>
                <a:tabLst>
                  <a:tab pos="0" algn="l"/>
                </a:tabLst>
              </a:pPr>
              <a:endParaRPr lang="en-US" sz="1800" b="0" u="none" strike="noStrike">
                <a:solidFill>
                  <a:srgbClr val="000000"/>
                </a:solidFill>
                <a:effectLst/>
                <a:uFillTx/>
                <a:latin typeface="OpenSymbol"/>
              </a:endParaRPr>
            </a:p>
          </p:txBody>
        </p:sp>
      </p:grpSp>
      <p:grpSp>
        <p:nvGrpSpPr>
          <p:cNvPr id="131" name="Google Shape;312;p19"/>
          <p:cNvGrpSpPr/>
          <p:nvPr/>
        </p:nvGrpSpPr>
        <p:grpSpPr>
          <a:xfrm>
            <a:off x="3505680" y="4514760"/>
            <a:ext cx="1309320" cy="257400"/>
            <a:chOff x="3505680" y="4514760"/>
            <a:chExt cx="1309320" cy="257400"/>
          </a:xfrm>
        </p:grpSpPr>
        <p:sp>
          <p:nvSpPr>
            <p:cNvPr id="132" name="Google Shape;313;p19"/>
            <p:cNvSpPr/>
            <p:nvPr/>
          </p:nvSpPr>
          <p:spPr>
            <a:xfrm>
              <a:off x="3925080" y="4514760"/>
              <a:ext cx="73440" cy="73440"/>
            </a:xfrm>
            <a:prstGeom prst="ellipse">
              <a:avLst/>
            </a:prstGeom>
            <a:solidFill>
              <a:schemeClr val="dk1"/>
            </a:solidFill>
            <a:ln w="0">
              <a:noFill/>
            </a:ln>
          </p:spPr>
          <p:style>
            <a:lnRef idx="0">
              <a:scrgbClr r="0" g="0" b="0"/>
            </a:lnRef>
            <a:fillRef idx="0">
              <a:scrgbClr r="0" g="0" b="0"/>
            </a:fillRef>
            <a:effectRef idx="0">
              <a:scrgbClr r="0" g="0" b="0"/>
            </a:effectRef>
            <a:fontRef idx="minor"/>
          </p:style>
          <p:txBody>
            <a:bodyPr tIns="25920" bIns="25920" anchor="ctr">
              <a:noAutofit/>
            </a:bodyPr>
            <a:lstStyle/>
            <a:p>
              <a:pPr defTabSz="914400">
                <a:lnSpc>
                  <a:spcPct val="100000"/>
                </a:lnSpc>
                <a:tabLst>
                  <a:tab pos="0" algn="l"/>
                </a:tabLst>
              </a:pPr>
              <a:endParaRPr lang="en-US" sz="1800" b="0" u="none" strike="noStrike">
                <a:solidFill>
                  <a:srgbClr val="FFFFFF"/>
                </a:solidFill>
                <a:effectLst/>
                <a:uFillTx/>
                <a:latin typeface="OpenSymbol"/>
              </a:endParaRPr>
            </a:p>
          </p:txBody>
        </p:sp>
        <p:sp>
          <p:nvSpPr>
            <p:cNvPr id="133" name="Google Shape;314;p19"/>
            <p:cNvSpPr/>
            <p:nvPr/>
          </p:nvSpPr>
          <p:spPr>
            <a:xfrm>
              <a:off x="4129200" y="4514760"/>
              <a:ext cx="73440" cy="73440"/>
            </a:xfrm>
            <a:prstGeom prst="ellipse">
              <a:avLst/>
            </a:prstGeom>
            <a:solidFill>
              <a:schemeClr val="dk1"/>
            </a:solidFill>
            <a:ln w="0">
              <a:noFill/>
            </a:ln>
          </p:spPr>
          <p:style>
            <a:lnRef idx="0">
              <a:scrgbClr r="0" g="0" b="0"/>
            </a:lnRef>
            <a:fillRef idx="0">
              <a:scrgbClr r="0" g="0" b="0"/>
            </a:fillRef>
            <a:effectRef idx="0">
              <a:scrgbClr r="0" g="0" b="0"/>
            </a:effectRef>
            <a:fontRef idx="minor"/>
          </p:style>
          <p:txBody>
            <a:bodyPr tIns="25920" bIns="25920" anchor="ctr">
              <a:noAutofit/>
            </a:bodyPr>
            <a:lstStyle/>
            <a:p>
              <a:pPr defTabSz="914400">
                <a:lnSpc>
                  <a:spcPct val="100000"/>
                </a:lnSpc>
                <a:tabLst>
                  <a:tab pos="0" algn="l"/>
                </a:tabLst>
              </a:pPr>
              <a:endParaRPr lang="en-US" sz="1800" b="0" u="none" strike="noStrike">
                <a:solidFill>
                  <a:srgbClr val="FFFFFF"/>
                </a:solidFill>
                <a:effectLst/>
                <a:uFillTx/>
                <a:latin typeface="OpenSymbol"/>
              </a:endParaRPr>
            </a:p>
          </p:txBody>
        </p:sp>
        <p:sp>
          <p:nvSpPr>
            <p:cNvPr id="134" name="Google Shape;315;p19"/>
            <p:cNvSpPr/>
            <p:nvPr/>
          </p:nvSpPr>
          <p:spPr>
            <a:xfrm>
              <a:off x="4333320" y="4514760"/>
              <a:ext cx="73440" cy="73440"/>
            </a:xfrm>
            <a:prstGeom prst="ellipse">
              <a:avLst/>
            </a:prstGeom>
            <a:solidFill>
              <a:schemeClr val="dk1"/>
            </a:solidFill>
            <a:ln w="0">
              <a:noFill/>
            </a:ln>
          </p:spPr>
          <p:style>
            <a:lnRef idx="0">
              <a:scrgbClr r="0" g="0" b="0"/>
            </a:lnRef>
            <a:fillRef idx="0">
              <a:scrgbClr r="0" g="0" b="0"/>
            </a:fillRef>
            <a:effectRef idx="0">
              <a:scrgbClr r="0" g="0" b="0"/>
            </a:effectRef>
            <a:fontRef idx="minor"/>
          </p:style>
          <p:txBody>
            <a:bodyPr tIns="25920" bIns="25920" anchor="ctr">
              <a:noAutofit/>
            </a:bodyPr>
            <a:lstStyle/>
            <a:p>
              <a:pPr defTabSz="914400">
                <a:lnSpc>
                  <a:spcPct val="100000"/>
                </a:lnSpc>
                <a:tabLst>
                  <a:tab pos="0" algn="l"/>
                </a:tabLst>
              </a:pPr>
              <a:endParaRPr lang="en-US" sz="1800" b="0" u="none" strike="noStrike">
                <a:solidFill>
                  <a:srgbClr val="FFFFFF"/>
                </a:solidFill>
                <a:effectLst/>
                <a:uFillTx/>
                <a:latin typeface="OpenSymbol"/>
              </a:endParaRPr>
            </a:p>
          </p:txBody>
        </p:sp>
        <p:sp>
          <p:nvSpPr>
            <p:cNvPr id="135" name="Google Shape;316;p19"/>
            <p:cNvSpPr/>
            <p:nvPr/>
          </p:nvSpPr>
          <p:spPr>
            <a:xfrm>
              <a:off x="4537440" y="4514760"/>
              <a:ext cx="73440" cy="73440"/>
            </a:xfrm>
            <a:prstGeom prst="ellipse">
              <a:avLst/>
            </a:prstGeom>
            <a:solidFill>
              <a:schemeClr val="dk1"/>
            </a:solidFill>
            <a:ln w="0">
              <a:noFill/>
            </a:ln>
          </p:spPr>
          <p:style>
            <a:lnRef idx="0">
              <a:scrgbClr r="0" g="0" b="0"/>
            </a:lnRef>
            <a:fillRef idx="0">
              <a:scrgbClr r="0" g="0" b="0"/>
            </a:fillRef>
            <a:effectRef idx="0">
              <a:scrgbClr r="0" g="0" b="0"/>
            </a:effectRef>
            <a:fontRef idx="minor"/>
          </p:style>
          <p:txBody>
            <a:bodyPr tIns="25920" bIns="25920" anchor="ctr">
              <a:noAutofit/>
            </a:bodyPr>
            <a:lstStyle/>
            <a:p>
              <a:pPr defTabSz="914400">
                <a:lnSpc>
                  <a:spcPct val="100000"/>
                </a:lnSpc>
                <a:tabLst>
                  <a:tab pos="0" algn="l"/>
                </a:tabLst>
              </a:pPr>
              <a:endParaRPr lang="en-US" sz="1800" b="0" u="none" strike="noStrike">
                <a:solidFill>
                  <a:srgbClr val="FFFFFF"/>
                </a:solidFill>
                <a:effectLst/>
                <a:uFillTx/>
                <a:latin typeface="OpenSymbol"/>
              </a:endParaRPr>
            </a:p>
          </p:txBody>
        </p:sp>
        <p:sp>
          <p:nvSpPr>
            <p:cNvPr id="136" name="Google Shape;317;p19"/>
            <p:cNvSpPr/>
            <p:nvPr/>
          </p:nvSpPr>
          <p:spPr>
            <a:xfrm>
              <a:off x="4741560" y="4514760"/>
              <a:ext cx="73440" cy="73440"/>
            </a:xfrm>
            <a:prstGeom prst="ellipse">
              <a:avLst/>
            </a:prstGeom>
            <a:solidFill>
              <a:schemeClr val="dk1"/>
            </a:solidFill>
            <a:ln w="0">
              <a:noFill/>
            </a:ln>
          </p:spPr>
          <p:style>
            <a:lnRef idx="0">
              <a:scrgbClr r="0" g="0" b="0"/>
            </a:lnRef>
            <a:fillRef idx="0">
              <a:scrgbClr r="0" g="0" b="0"/>
            </a:fillRef>
            <a:effectRef idx="0">
              <a:scrgbClr r="0" g="0" b="0"/>
            </a:effectRef>
            <a:fontRef idx="minor"/>
          </p:style>
          <p:txBody>
            <a:bodyPr tIns="25920" bIns="25920" anchor="ctr">
              <a:noAutofit/>
            </a:bodyPr>
            <a:lstStyle/>
            <a:p>
              <a:pPr defTabSz="914400">
                <a:lnSpc>
                  <a:spcPct val="100000"/>
                </a:lnSpc>
                <a:tabLst>
                  <a:tab pos="0" algn="l"/>
                </a:tabLst>
              </a:pPr>
              <a:endParaRPr lang="en-US" sz="1800" b="0" u="none" strike="noStrike">
                <a:solidFill>
                  <a:srgbClr val="FFFFFF"/>
                </a:solidFill>
                <a:effectLst/>
                <a:uFillTx/>
                <a:latin typeface="OpenSymbol"/>
              </a:endParaRPr>
            </a:p>
          </p:txBody>
        </p:sp>
        <p:sp>
          <p:nvSpPr>
            <p:cNvPr id="137" name="Google Shape;318;p19"/>
            <p:cNvSpPr/>
            <p:nvPr/>
          </p:nvSpPr>
          <p:spPr>
            <a:xfrm>
              <a:off x="3505680" y="4698720"/>
              <a:ext cx="73440" cy="73440"/>
            </a:xfrm>
            <a:prstGeom prst="ellipse">
              <a:avLst/>
            </a:prstGeom>
            <a:solidFill>
              <a:schemeClr val="dk1"/>
            </a:solidFill>
            <a:ln w="0">
              <a:noFill/>
            </a:ln>
          </p:spPr>
          <p:style>
            <a:lnRef idx="0">
              <a:scrgbClr r="0" g="0" b="0"/>
            </a:lnRef>
            <a:fillRef idx="0">
              <a:scrgbClr r="0" g="0" b="0"/>
            </a:fillRef>
            <a:effectRef idx="0">
              <a:scrgbClr r="0" g="0" b="0"/>
            </a:effectRef>
            <a:fontRef idx="minor"/>
          </p:style>
          <p:txBody>
            <a:bodyPr tIns="25920" bIns="25920" anchor="ctr">
              <a:noAutofit/>
            </a:bodyPr>
            <a:lstStyle/>
            <a:p>
              <a:pPr defTabSz="914400">
                <a:lnSpc>
                  <a:spcPct val="100000"/>
                </a:lnSpc>
                <a:tabLst>
                  <a:tab pos="0" algn="l"/>
                </a:tabLst>
              </a:pPr>
              <a:endParaRPr lang="en-US" sz="1800" b="0" u="none" strike="noStrike">
                <a:solidFill>
                  <a:srgbClr val="FFFFFF"/>
                </a:solidFill>
                <a:effectLst/>
                <a:uFillTx/>
                <a:latin typeface="OpenSymbol"/>
              </a:endParaRPr>
            </a:p>
          </p:txBody>
        </p:sp>
        <p:sp>
          <p:nvSpPr>
            <p:cNvPr id="138" name="Google Shape;319;p19"/>
            <p:cNvSpPr/>
            <p:nvPr/>
          </p:nvSpPr>
          <p:spPr>
            <a:xfrm>
              <a:off x="3709800" y="4698720"/>
              <a:ext cx="73440" cy="73440"/>
            </a:xfrm>
            <a:prstGeom prst="ellipse">
              <a:avLst/>
            </a:prstGeom>
            <a:solidFill>
              <a:schemeClr val="dk1"/>
            </a:solidFill>
            <a:ln w="0">
              <a:noFill/>
            </a:ln>
          </p:spPr>
          <p:style>
            <a:lnRef idx="0">
              <a:scrgbClr r="0" g="0" b="0"/>
            </a:lnRef>
            <a:fillRef idx="0">
              <a:scrgbClr r="0" g="0" b="0"/>
            </a:fillRef>
            <a:effectRef idx="0">
              <a:scrgbClr r="0" g="0" b="0"/>
            </a:effectRef>
            <a:fontRef idx="minor"/>
          </p:style>
          <p:txBody>
            <a:bodyPr tIns="25920" bIns="25920" anchor="ctr">
              <a:noAutofit/>
            </a:bodyPr>
            <a:lstStyle/>
            <a:p>
              <a:pPr defTabSz="914400">
                <a:lnSpc>
                  <a:spcPct val="100000"/>
                </a:lnSpc>
                <a:tabLst>
                  <a:tab pos="0" algn="l"/>
                </a:tabLst>
              </a:pPr>
              <a:endParaRPr lang="en-US" sz="1800" b="0" u="none" strike="noStrike">
                <a:solidFill>
                  <a:srgbClr val="FFFFFF"/>
                </a:solidFill>
                <a:effectLst/>
                <a:uFillTx/>
                <a:latin typeface="OpenSymbol"/>
              </a:endParaRPr>
            </a:p>
          </p:txBody>
        </p:sp>
        <p:sp>
          <p:nvSpPr>
            <p:cNvPr id="139" name="Google Shape;320;p19"/>
            <p:cNvSpPr/>
            <p:nvPr/>
          </p:nvSpPr>
          <p:spPr>
            <a:xfrm>
              <a:off x="3913920" y="4698720"/>
              <a:ext cx="73440" cy="73440"/>
            </a:xfrm>
            <a:prstGeom prst="ellipse">
              <a:avLst/>
            </a:prstGeom>
            <a:solidFill>
              <a:schemeClr val="dk1"/>
            </a:solidFill>
            <a:ln w="0">
              <a:noFill/>
            </a:ln>
          </p:spPr>
          <p:style>
            <a:lnRef idx="0">
              <a:scrgbClr r="0" g="0" b="0"/>
            </a:lnRef>
            <a:fillRef idx="0">
              <a:scrgbClr r="0" g="0" b="0"/>
            </a:fillRef>
            <a:effectRef idx="0">
              <a:scrgbClr r="0" g="0" b="0"/>
            </a:effectRef>
            <a:fontRef idx="minor"/>
          </p:style>
          <p:txBody>
            <a:bodyPr tIns="25920" bIns="25920" anchor="ctr">
              <a:noAutofit/>
            </a:bodyPr>
            <a:lstStyle/>
            <a:p>
              <a:pPr defTabSz="914400">
                <a:lnSpc>
                  <a:spcPct val="100000"/>
                </a:lnSpc>
                <a:tabLst>
                  <a:tab pos="0" algn="l"/>
                </a:tabLst>
              </a:pPr>
              <a:endParaRPr lang="en-US" sz="1800" b="0" u="none" strike="noStrike">
                <a:solidFill>
                  <a:srgbClr val="FFFFFF"/>
                </a:solidFill>
                <a:effectLst/>
                <a:uFillTx/>
                <a:latin typeface="OpenSymbol"/>
              </a:endParaRPr>
            </a:p>
          </p:txBody>
        </p:sp>
        <p:sp>
          <p:nvSpPr>
            <p:cNvPr id="140" name="Google Shape;321;p19"/>
            <p:cNvSpPr/>
            <p:nvPr/>
          </p:nvSpPr>
          <p:spPr>
            <a:xfrm>
              <a:off x="4118040" y="4698720"/>
              <a:ext cx="73440" cy="73440"/>
            </a:xfrm>
            <a:prstGeom prst="ellipse">
              <a:avLst/>
            </a:prstGeom>
            <a:solidFill>
              <a:schemeClr val="dk1"/>
            </a:solidFill>
            <a:ln w="0">
              <a:noFill/>
            </a:ln>
          </p:spPr>
          <p:style>
            <a:lnRef idx="0">
              <a:scrgbClr r="0" g="0" b="0"/>
            </a:lnRef>
            <a:fillRef idx="0">
              <a:scrgbClr r="0" g="0" b="0"/>
            </a:fillRef>
            <a:effectRef idx="0">
              <a:scrgbClr r="0" g="0" b="0"/>
            </a:effectRef>
            <a:fontRef idx="minor"/>
          </p:style>
          <p:txBody>
            <a:bodyPr tIns="25920" bIns="25920" anchor="ctr">
              <a:noAutofit/>
            </a:bodyPr>
            <a:lstStyle/>
            <a:p>
              <a:pPr defTabSz="914400">
                <a:lnSpc>
                  <a:spcPct val="100000"/>
                </a:lnSpc>
                <a:tabLst>
                  <a:tab pos="0" algn="l"/>
                </a:tabLst>
              </a:pPr>
              <a:endParaRPr lang="en-US" sz="1800" b="0" u="none" strike="noStrike">
                <a:solidFill>
                  <a:srgbClr val="FFFFFF"/>
                </a:solidFill>
                <a:effectLst/>
                <a:uFillTx/>
                <a:latin typeface="OpenSymbol"/>
              </a:endParaRPr>
            </a:p>
          </p:txBody>
        </p:sp>
        <p:sp>
          <p:nvSpPr>
            <p:cNvPr id="141" name="Google Shape;322;p19"/>
            <p:cNvSpPr/>
            <p:nvPr/>
          </p:nvSpPr>
          <p:spPr>
            <a:xfrm>
              <a:off x="4322160" y="4698720"/>
              <a:ext cx="73440" cy="73440"/>
            </a:xfrm>
            <a:prstGeom prst="ellipse">
              <a:avLst/>
            </a:prstGeom>
            <a:solidFill>
              <a:schemeClr val="dk1"/>
            </a:solidFill>
            <a:ln w="0">
              <a:noFill/>
            </a:ln>
          </p:spPr>
          <p:style>
            <a:lnRef idx="0">
              <a:scrgbClr r="0" g="0" b="0"/>
            </a:lnRef>
            <a:fillRef idx="0">
              <a:scrgbClr r="0" g="0" b="0"/>
            </a:fillRef>
            <a:effectRef idx="0">
              <a:scrgbClr r="0" g="0" b="0"/>
            </a:effectRef>
            <a:fontRef idx="minor"/>
          </p:style>
          <p:txBody>
            <a:bodyPr tIns="25920" bIns="25920" anchor="ctr">
              <a:noAutofit/>
            </a:bodyPr>
            <a:lstStyle/>
            <a:p>
              <a:pPr defTabSz="914400">
                <a:lnSpc>
                  <a:spcPct val="100000"/>
                </a:lnSpc>
                <a:tabLst>
                  <a:tab pos="0" algn="l"/>
                </a:tabLst>
              </a:pPr>
              <a:endParaRPr lang="en-US" sz="1800" b="0" u="none" strike="noStrike">
                <a:solidFill>
                  <a:srgbClr val="FFFFFF"/>
                </a:solidFill>
                <a:effectLst/>
                <a:uFillTx/>
                <a:latin typeface="OpenSymbol"/>
              </a:endParaRPr>
            </a:p>
          </p:txBody>
        </p:sp>
      </p:gr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blank" preserve="1">
  <p:cSld name="CUSTOM_7">
    <p:bg>
      <p:bgPr>
        <a:solidFill>
          <a:schemeClr val="lt1"/>
        </a:solidFill>
        <a:effectLst/>
      </p:bgPr>
    </p:bg>
    <p:spTree>
      <p:nvGrpSpPr>
        <p:cNvPr id="1" name=""/>
        <p:cNvGrpSpPr/>
        <p:nvPr/>
      </p:nvGrpSpPr>
      <p:grpSpPr>
        <a:xfrm>
          <a:off x="0" y="0"/>
          <a:ext cx="0" cy="0"/>
          <a:chOff x="0" y="0"/>
          <a:chExt cx="0" cy="0"/>
        </a:xfrm>
      </p:grpSpPr>
      <p:sp>
        <p:nvSpPr>
          <p:cNvPr id="142" name="PlaceHolder 1"/>
          <p:cNvSpPr>
            <a:spLocks noGrp="1"/>
          </p:cNvSpPr>
          <p:nvPr>
            <p:ph type="title"/>
          </p:nvPr>
        </p:nvSpPr>
        <p:spPr>
          <a:xfrm>
            <a:off x="720000" y="444960"/>
            <a:ext cx="7703640" cy="572400"/>
          </a:xfrm>
          <a:prstGeom prst="rect">
            <a:avLst/>
          </a:prstGeom>
          <a:noFill/>
          <a:ln w="0">
            <a:noFill/>
          </a:ln>
        </p:spPr>
        <p:txBody>
          <a:bodyPr lIns="91440" tIns="91440" rIns="91440" bIns="91440" anchor="t">
            <a:noAutofit/>
          </a:bodyPr>
          <a:lstStyle/>
          <a:p>
            <a:pPr indent="0">
              <a:buNone/>
            </a:pPr>
            <a:r>
              <a:rPr lang="fr-FR" sz="3200" b="0" u="none" strike="noStrike">
                <a:solidFill>
                  <a:schemeClr val="dk1"/>
                </a:solidFill>
                <a:effectLst/>
                <a:uFillTx/>
                <a:latin typeface="Arial"/>
              </a:rPr>
              <a:t>Click to edit the title text format</a:t>
            </a:r>
          </a:p>
        </p:txBody>
      </p:sp>
      <p:grpSp>
        <p:nvGrpSpPr>
          <p:cNvPr id="143" name="Google Shape;337;p20"/>
          <p:cNvGrpSpPr/>
          <p:nvPr/>
        </p:nvGrpSpPr>
        <p:grpSpPr>
          <a:xfrm>
            <a:off x="7656480" y="-721440"/>
            <a:ext cx="1980000" cy="2320200"/>
            <a:chOff x="7656480" y="-721440"/>
            <a:chExt cx="1980000" cy="2320200"/>
          </a:xfrm>
        </p:grpSpPr>
        <p:sp>
          <p:nvSpPr>
            <p:cNvPr id="144" name="Google Shape;338;p20"/>
            <p:cNvSpPr/>
            <p:nvPr/>
          </p:nvSpPr>
          <p:spPr>
            <a:xfrm rot="16200000" flipH="1">
              <a:off x="7653240" y="-57960"/>
              <a:ext cx="1554120" cy="1548360"/>
            </a:xfrm>
            <a:prstGeom prst="rtTriangle">
              <a:avLst/>
            </a:prstGeom>
            <a:solidFill>
              <a:schemeClr val="dk1"/>
            </a:solidFill>
            <a:ln w="0">
              <a:noFill/>
            </a:ln>
          </p:spPr>
          <p:style>
            <a:lnRef idx="0">
              <a:scrgbClr r="0" g="0" b="0"/>
            </a:lnRef>
            <a:fillRef idx="0">
              <a:scrgbClr r="0" g="0" b="0"/>
            </a:fillRef>
            <a:effectRef idx="0">
              <a:scrgbClr r="0" g="0" b="0"/>
            </a:effectRef>
            <a:fontRef idx="minor"/>
          </p:style>
          <p:txBody>
            <a:bodyPr tIns="91440" bIns="91440" anchor="ctr">
              <a:noAutofit/>
            </a:bodyPr>
            <a:lstStyle/>
            <a:p>
              <a:pPr defTabSz="914400">
                <a:lnSpc>
                  <a:spcPct val="100000"/>
                </a:lnSpc>
                <a:tabLst>
                  <a:tab pos="0" algn="l"/>
                </a:tabLst>
              </a:pPr>
              <a:endParaRPr lang="en-US" sz="1800" b="0" u="none" strike="noStrike">
                <a:solidFill>
                  <a:srgbClr val="FFFFFF"/>
                </a:solidFill>
                <a:effectLst/>
                <a:uFillTx/>
                <a:latin typeface="OpenSymbol"/>
              </a:endParaRPr>
            </a:p>
          </p:txBody>
        </p:sp>
        <p:grpSp>
          <p:nvGrpSpPr>
            <p:cNvPr id="145" name="Google Shape;339;p20"/>
            <p:cNvGrpSpPr/>
            <p:nvPr/>
          </p:nvGrpSpPr>
          <p:grpSpPr>
            <a:xfrm>
              <a:off x="7776000" y="-721440"/>
              <a:ext cx="1860480" cy="2320200"/>
              <a:chOff x="7776000" y="-721440"/>
              <a:chExt cx="1860480" cy="2320200"/>
            </a:xfrm>
          </p:grpSpPr>
          <p:sp>
            <p:nvSpPr>
              <p:cNvPr id="146" name="Google Shape;340;p20"/>
              <p:cNvSpPr/>
              <p:nvPr/>
            </p:nvSpPr>
            <p:spPr>
              <a:xfrm rot="2699400" flipH="1">
                <a:off x="8561160" y="907920"/>
                <a:ext cx="1150200" cy="262080"/>
              </a:xfrm>
              <a:prstGeom prst="roundRect">
                <a:avLst>
                  <a:gd name="adj" fmla="val 50000"/>
                </a:avLst>
              </a:prstGeom>
              <a:solidFill>
                <a:schemeClr val="dk2"/>
              </a:solidFill>
              <a:ln w="0">
                <a:noFill/>
              </a:ln>
            </p:spPr>
            <p:style>
              <a:lnRef idx="0">
                <a:scrgbClr r="0" g="0" b="0"/>
              </a:lnRef>
              <a:fillRef idx="0">
                <a:scrgbClr r="0" g="0" b="0"/>
              </a:fillRef>
              <a:effectRef idx="0">
                <a:scrgbClr r="0" g="0" b="0"/>
              </a:effectRef>
              <a:fontRef idx="minor"/>
            </p:style>
            <p:txBody>
              <a:bodyPr tIns="91440" bIns="91440" anchor="ctr">
                <a:noAutofit/>
              </a:bodyPr>
              <a:lstStyle/>
              <a:p>
                <a:pPr defTabSz="914400">
                  <a:lnSpc>
                    <a:spcPct val="100000"/>
                  </a:lnSpc>
                  <a:tabLst>
                    <a:tab pos="0" algn="l"/>
                  </a:tabLst>
                </a:pPr>
                <a:endParaRPr lang="en-US" sz="1800" b="0" u="none" strike="noStrike">
                  <a:solidFill>
                    <a:srgbClr val="000000"/>
                  </a:solidFill>
                  <a:effectLst/>
                  <a:uFillTx/>
                  <a:latin typeface="OpenSymbol"/>
                </a:endParaRPr>
              </a:p>
            </p:txBody>
          </p:sp>
          <p:sp>
            <p:nvSpPr>
              <p:cNvPr id="147" name="Google Shape;341;p20"/>
              <p:cNvSpPr/>
              <p:nvPr/>
            </p:nvSpPr>
            <p:spPr>
              <a:xfrm>
                <a:off x="7776000" y="289440"/>
                <a:ext cx="1309320" cy="1309320"/>
              </a:xfrm>
              <a:prstGeom prst="ellipse">
                <a:avLst/>
              </a:prstGeom>
              <a:noFill/>
              <a:ln w="9525">
                <a:solidFill>
                  <a:srgbClr val="F8F8F8"/>
                </a:solidFill>
                <a:prstDash val="lgDash"/>
                <a:round/>
              </a:ln>
            </p:spPr>
            <p:style>
              <a:lnRef idx="0">
                <a:scrgbClr r="0" g="0" b="0"/>
              </a:lnRef>
              <a:fillRef idx="0">
                <a:scrgbClr r="0" g="0" b="0"/>
              </a:fillRef>
              <a:effectRef idx="0">
                <a:scrgbClr r="0" g="0" b="0"/>
              </a:effectRef>
              <a:fontRef idx="minor"/>
            </p:style>
            <p:txBody>
              <a:bodyPr tIns="91440" bIns="91440" anchor="ctr">
                <a:noAutofit/>
              </a:bodyPr>
              <a:lstStyle/>
              <a:p>
                <a:pPr defTabSz="914400">
                  <a:lnSpc>
                    <a:spcPct val="100000"/>
                  </a:lnSpc>
                  <a:tabLst>
                    <a:tab pos="0" algn="l"/>
                  </a:tabLst>
                </a:pPr>
                <a:endParaRPr lang="en-US" sz="1800" b="0" u="none" strike="noStrike">
                  <a:solidFill>
                    <a:srgbClr val="000000"/>
                  </a:solidFill>
                  <a:effectLst/>
                  <a:uFillTx/>
                  <a:latin typeface="OpenSymbol"/>
                </a:endParaRPr>
              </a:p>
            </p:txBody>
          </p:sp>
          <p:sp>
            <p:nvSpPr>
              <p:cNvPr id="148" name="Google Shape;342;p20"/>
              <p:cNvSpPr/>
              <p:nvPr/>
            </p:nvSpPr>
            <p:spPr>
              <a:xfrm rot="2699400" flipH="1">
                <a:off x="7753680" y="-362520"/>
                <a:ext cx="1098360" cy="201600"/>
              </a:xfrm>
              <a:prstGeom prst="roundRect">
                <a:avLst>
                  <a:gd name="adj" fmla="val 50000"/>
                </a:avLst>
              </a:prstGeom>
              <a:solidFill>
                <a:schemeClr val="lt2"/>
              </a:solidFill>
              <a:ln w="0">
                <a:noFill/>
              </a:ln>
            </p:spPr>
            <p:style>
              <a:lnRef idx="0">
                <a:scrgbClr r="0" g="0" b="0"/>
              </a:lnRef>
              <a:fillRef idx="0">
                <a:scrgbClr r="0" g="0" b="0"/>
              </a:fillRef>
              <a:effectRef idx="0">
                <a:scrgbClr r="0" g="0" b="0"/>
              </a:effectRef>
              <a:fontRef idx="minor"/>
            </p:style>
            <p:txBody>
              <a:bodyPr tIns="71280" bIns="71280" anchor="ctr">
                <a:noAutofit/>
              </a:bodyPr>
              <a:lstStyle/>
              <a:p>
                <a:pPr defTabSz="914400">
                  <a:lnSpc>
                    <a:spcPct val="100000"/>
                  </a:lnSpc>
                  <a:tabLst>
                    <a:tab pos="0" algn="l"/>
                  </a:tabLst>
                </a:pPr>
                <a:endParaRPr lang="en-US" sz="1800" b="0" u="none" strike="noStrike">
                  <a:solidFill>
                    <a:srgbClr val="FFFFFF"/>
                  </a:solidFill>
                  <a:effectLst/>
                  <a:uFillTx/>
                  <a:latin typeface="OpenSymbol"/>
                </a:endParaRPr>
              </a:p>
            </p:txBody>
          </p:sp>
        </p:grpSp>
        <p:sp>
          <p:nvSpPr>
            <p:cNvPr id="149" name="Google Shape;343;p20"/>
            <p:cNvSpPr/>
            <p:nvPr/>
          </p:nvSpPr>
          <p:spPr>
            <a:xfrm rot="2700000">
              <a:off x="7588800" y="-171720"/>
              <a:ext cx="770040" cy="127440"/>
            </a:xfrm>
            <a:prstGeom prst="roundRect">
              <a:avLst>
                <a:gd name="adj" fmla="val 50000"/>
              </a:avLst>
            </a:prstGeom>
            <a:solidFill>
              <a:schemeClr val="lt1"/>
            </a:solidFill>
            <a:ln w="0">
              <a:noFill/>
            </a:ln>
          </p:spPr>
          <p:style>
            <a:lnRef idx="0">
              <a:scrgbClr r="0" g="0" b="0"/>
            </a:lnRef>
            <a:fillRef idx="0">
              <a:scrgbClr r="0" g="0" b="0"/>
            </a:fillRef>
            <a:effectRef idx="0">
              <a:scrgbClr r="0" g="0" b="0"/>
            </a:effectRef>
            <a:fontRef idx="minor"/>
          </p:style>
          <p:txBody>
            <a:bodyPr tIns="45360" bIns="45360" anchor="ctr">
              <a:noAutofit/>
            </a:bodyPr>
            <a:lstStyle/>
            <a:p>
              <a:pPr defTabSz="914400">
                <a:lnSpc>
                  <a:spcPct val="100000"/>
                </a:lnSpc>
                <a:tabLst>
                  <a:tab pos="0" algn="l"/>
                </a:tabLst>
              </a:pPr>
              <a:endParaRPr lang="en-US" sz="1800" b="0" u="none" strike="noStrike">
                <a:solidFill>
                  <a:srgbClr val="000000"/>
                </a:solidFill>
                <a:effectLst/>
                <a:uFillTx/>
                <a:latin typeface="OpenSymbol"/>
              </a:endParaRPr>
            </a:p>
          </p:txBody>
        </p:sp>
      </p:grpSp>
    </p:spTree>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type="blank" preserve="1">
  <p:cSld name="SECTION_HEADER">
    <p:bg>
      <p:bgPr>
        <a:solidFill>
          <a:schemeClr val="lt1"/>
        </a:solidFill>
        <a:effectLst/>
      </p:bgPr>
    </p:bg>
    <p:spTree>
      <p:nvGrpSpPr>
        <p:cNvPr id="1" name=""/>
        <p:cNvGrpSpPr/>
        <p:nvPr/>
      </p:nvGrpSpPr>
      <p:grpSpPr>
        <a:xfrm>
          <a:off x="0" y="0"/>
          <a:ext cx="0" cy="0"/>
          <a:chOff x="0" y="0"/>
          <a:chExt cx="0" cy="0"/>
        </a:xfrm>
      </p:grpSpPr>
      <p:sp>
        <p:nvSpPr>
          <p:cNvPr id="150" name="PlaceHolder 1"/>
          <p:cNvSpPr>
            <a:spLocks noGrp="1"/>
          </p:cNvSpPr>
          <p:nvPr>
            <p:ph type="title"/>
          </p:nvPr>
        </p:nvSpPr>
        <p:spPr>
          <a:xfrm>
            <a:off x="733680" y="1967760"/>
            <a:ext cx="4410720" cy="1366560"/>
          </a:xfrm>
          <a:prstGeom prst="rect">
            <a:avLst/>
          </a:prstGeom>
          <a:noFill/>
          <a:ln w="0">
            <a:noFill/>
          </a:ln>
        </p:spPr>
        <p:txBody>
          <a:bodyPr lIns="91440" tIns="91440" rIns="91440" bIns="91440" anchor="b">
            <a:noAutofit/>
          </a:bodyPr>
          <a:lstStyle/>
          <a:p>
            <a:pPr indent="0">
              <a:buNone/>
            </a:pPr>
            <a:r>
              <a:rPr lang="fr-FR" sz="3200" b="0" u="none" strike="noStrike">
                <a:solidFill>
                  <a:schemeClr val="dk1"/>
                </a:solidFill>
                <a:effectLst/>
                <a:uFillTx/>
                <a:latin typeface="Arial"/>
              </a:rPr>
              <a:t>Click to edit the title text format</a:t>
            </a:r>
          </a:p>
        </p:txBody>
      </p:sp>
      <p:sp>
        <p:nvSpPr>
          <p:cNvPr id="151" name="PlaceHolder 2"/>
          <p:cNvSpPr>
            <a:spLocks noGrp="1"/>
          </p:cNvSpPr>
          <p:nvPr>
            <p:ph type="title"/>
          </p:nvPr>
        </p:nvSpPr>
        <p:spPr>
          <a:xfrm>
            <a:off x="789480" y="539640"/>
            <a:ext cx="1046520" cy="1334880"/>
          </a:xfrm>
          <a:prstGeom prst="rect">
            <a:avLst/>
          </a:prstGeom>
          <a:solidFill>
            <a:schemeClr val="lt2"/>
          </a:solidFill>
          <a:ln w="0">
            <a:noFill/>
          </a:ln>
        </p:spPr>
        <p:txBody>
          <a:bodyPr lIns="91440" tIns="91440" rIns="91440" bIns="91440" anchor="ctr">
            <a:noAutofit/>
          </a:bodyPr>
          <a:lstStyle/>
          <a:p>
            <a:pPr indent="0" algn="ctr">
              <a:lnSpc>
                <a:spcPct val="100000"/>
              </a:lnSpc>
              <a:buNone/>
            </a:pPr>
            <a:r>
              <a:rPr lang="fr-FR" sz="4500" b="0" u="none" strike="noStrike">
                <a:solidFill>
                  <a:schemeClr val="dk1"/>
                </a:solidFill>
                <a:effectLst/>
                <a:uFillTx/>
                <a:latin typeface="Archivo Black"/>
                <a:ea typeface="Archivo Black"/>
              </a:rPr>
              <a:t>xx%</a:t>
            </a:r>
            <a:endParaRPr lang="fr-FR" sz="4500" b="0" u="none" strike="noStrike">
              <a:solidFill>
                <a:schemeClr val="dk1"/>
              </a:solidFill>
              <a:effectLst/>
              <a:uFillTx/>
              <a:latin typeface="Arial"/>
            </a:endParaRPr>
          </a:p>
        </p:txBody>
      </p:sp>
      <p:sp>
        <p:nvSpPr>
          <p:cNvPr id="152" name="PlaceHolder 3"/>
          <p:cNvSpPr>
            <a:spLocks noGrp="1"/>
          </p:cNvSpPr>
          <p:nvPr>
            <p:ph type="body"/>
          </p:nvPr>
        </p:nvSpPr>
        <p:spPr>
          <a:xfrm>
            <a:off x="5397480" y="1055160"/>
            <a:ext cx="3033000" cy="3033000"/>
          </a:xfrm>
          <a:prstGeom prst="rect">
            <a:avLst/>
          </a:prstGeom>
          <a:noFill/>
          <a:ln w="38160">
            <a:solidFill>
              <a:schemeClr val="lt1"/>
            </a:solidFill>
            <a:round/>
          </a:ln>
        </p:spPr>
        <p:txBody>
          <a:bodyPr lIns="90000" tIns="45000" rIns="90000" bIns="45000" anchor="t">
            <a:normAutofit fontScale="47500" lnSpcReduction="19999"/>
          </a:bodyPr>
          <a:lstStyle/>
          <a:p>
            <a:pPr marL="432000" indent="-324000">
              <a:spcBef>
                <a:spcPts val="1417"/>
              </a:spcBef>
              <a:buClr>
                <a:srgbClr val="000000"/>
              </a:buClr>
              <a:buSzPct val="45000"/>
              <a:buFont typeface="Wingdings" charset="2"/>
              <a:buChar char=""/>
            </a:pPr>
            <a:r>
              <a:rPr lang="fr-FR" sz="1800" b="0" u="none" strike="noStrike">
                <a:solidFill>
                  <a:srgbClr val="000000"/>
                </a:solidFill>
                <a:effectLst/>
                <a:uFillTx/>
                <a:latin typeface="Arial"/>
              </a:rPr>
              <a:t>Click to edit the outline text format</a:t>
            </a:r>
          </a:p>
          <a:p>
            <a:pPr marL="864000" lvl="1" indent="-324000">
              <a:spcBef>
                <a:spcPts val="1134"/>
              </a:spcBef>
              <a:buClr>
                <a:srgbClr val="000000"/>
              </a:buClr>
              <a:buSzPct val="75000"/>
              <a:buFont typeface="Symbol" charset="2"/>
              <a:buChar char=""/>
            </a:pPr>
            <a:r>
              <a:rPr lang="fr-FR" sz="1800" b="0" u="none" strike="noStrike">
                <a:solidFill>
                  <a:srgbClr val="000000"/>
                </a:solidFill>
                <a:effectLst/>
                <a:uFillTx/>
                <a:latin typeface="Arial"/>
              </a:rPr>
              <a:t>Second Outline Level</a:t>
            </a:r>
          </a:p>
          <a:p>
            <a:pPr marL="1296000" lvl="2" indent="-288000">
              <a:spcBef>
                <a:spcPts val="850"/>
              </a:spcBef>
              <a:buClr>
                <a:srgbClr val="000000"/>
              </a:buClr>
              <a:buSzPct val="45000"/>
              <a:buFont typeface="Wingdings" charset="2"/>
              <a:buChar char=""/>
            </a:pPr>
            <a:r>
              <a:rPr lang="fr-FR" sz="1800" b="0" u="none" strike="noStrike">
                <a:solidFill>
                  <a:srgbClr val="000000"/>
                </a:solidFill>
                <a:effectLst/>
                <a:uFillTx/>
                <a:latin typeface="Arial"/>
              </a:rPr>
              <a:t>Third Outline Level</a:t>
            </a:r>
          </a:p>
          <a:p>
            <a:pPr marL="1728000" lvl="3" indent="-216000">
              <a:spcBef>
                <a:spcPts val="567"/>
              </a:spcBef>
              <a:buClr>
                <a:srgbClr val="000000"/>
              </a:buClr>
              <a:buSzPct val="75000"/>
              <a:buFont typeface="Symbol" charset="2"/>
              <a:buChar char=""/>
            </a:pPr>
            <a:r>
              <a:rPr lang="fr-FR" sz="1800" b="0" u="none" strike="noStrike">
                <a:solidFill>
                  <a:srgbClr val="000000"/>
                </a:solidFill>
                <a:effectLst/>
                <a:uFillTx/>
                <a:latin typeface="Arial"/>
              </a:rPr>
              <a:t>Fourth Outline Level</a:t>
            </a:r>
          </a:p>
          <a:p>
            <a:pPr marL="2160000" lvl="4" indent="-216000">
              <a:spcBef>
                <a:spcPts val="283"/>
              </a:spcBef>
              <a:buClr>
                <a:srgbClr val="000000"/>
              </a:buClr>
              <a:buSzPct val="45000"/>
              <a:buFont typeface="Wingdings" charset="2"/>
              <a:buChar char=""/>
            </a:pPr>
            <a:r>
              <a:rPr lang="fr-FR" sz="1800" b="0" u="none" strike="noStrike">
                <a:solidFill>
                  <a:srgbClr val="000000"/>
                </a:solidFill>
                <a:effectLst/>
                <a:uFillTx/>
                <a:latin typeface="Arial"/>
              </a:rPr>
              <a:t>Fifth Outline Level</a:t>
            </a:r>
          </a:p>
          <a:p>
            <a:pPr marL="2592000" lvl="5" indent="-216000">
              <a:spcBef>
                <a:spcPts val="283"/>
              </a:spcBef>
              <a:buClr>
                <a:srgbClr val="000000"/>
              </a:buClr>
              <a:buSzPct val="45000"/>
              <a:buFont typeface="Wingdings" charset="2"/>
              <a:buChar char=""/>
            </a:pPr>
            <a:r>
              <a:rPr lang="fr-FR" sz="1800" b="0" u="none" strike="noStrike">
                <a:solidFill>
                  <a:srgbClr val="000000"/>
                </a:solidFill>
                <a:effectLst/>
                <a:uFillTx/>
                <a:latin typeface="Arial"/>
              </a:rPr>
              <a:t>Sixth Outline Level</a:t>
            </a:r>
          </a:p>
          <a:p>
            <a:pPr marL="3024000" lvl="6" indent="-216000">
              <a:spcBef>
                <a:spcPts val="283"/>
              </a:spcBef>
              <a:buClr>
                <a:srgbClr val="000000"/>
              </a:buClr>
              <a:buSzPct val="45000"/>
              <a:buFont typeface="Wingdings" charset="2"/>
              <a:buChar char=""/>
            </a:pPr>
            <a:r>
              <a:rPr lang="fr-FR" sz="1800" b="0" u="none" strike="noStrike">
                <a:solidFill>
                  <a:srgbClr val="000000"/>
                </a:solidFill>
                <a:effectLst/>
                <a:uFillTx/>
                <a:latin typeface="Arial"/>
              </a:rPr>
              <a:t>Seventh Outline Level</a:t>
            </a:r>
          </a:p>
        </p:txBody>
      </p:sp>
      <p:grpSp>
        <p:nvGrpSpPr>
          <p:cNvPr id="153" name="Google Shape;17;p3"/>
          <p:cNvGrpSpPr/>
          <p:nvPr/>
        </p:nvGrpSpPr>
        <p:grpSpPr>
          <a:xfrm>
            <a:off x="3660480" y="399960"/>
            <a:ext cx="1309320" cy="257400"/>
            <a:chOff x="3660480" y="399960"/>
            <a:chExt cx="1309320" cy="257400"/>
          </a:xfrm>
        </p:grpSpPr>
        <p:sp>
          <p:nvSpPr>
            <p:cNvPr id="154" name="Google Shape;18;p3"/>
            <p:cNvSpPr/>
            <p:nvPr/>
          </p:nvSpPr>
          <p:spPr>
            <a:xfrm>
              <a:off x="4079880" y="399960"/>
              <a:ext cx="73440" cy="73440"/>
            </a:xfrm>
            <a:prstGeom prst="ellipse">
              <a:avLst/>
            </a:prstGeom>
            <a:solidFill>
              <a:schemeClr val="dk1"/>
            </a:solidFill>
            <a:ln w="0">
              <a:noFill/>
            </a:ln>
          </p:spPr>
          <p:style>
            <a:lnRef idx="0">
              <a:scrgbClr r="0" g="0" b="0"/>
            </a:lnRef>
            <a:fillRef idx="0">
              <a:scrgbClr r="0" g="0" b="0"/>
            </a:fillRef>
            <a:effectRef idx="0">
              <a:scrgbClr r="0" g="0" b="0"/>
            </a:effectRef>
            <a:fontRef idx="minor"/>
          </p:style>
          <p:txBody>
            <a:bodyPr tIns="25920" bIns="25920" anchor="ctr">
              <a:noAutofit/>
            </a:bodyPr>
            <a:lstStyle/>
            <a:p>
              <a:pPr defTabSz="914400">
                <a:lnSpc>
                  <a:spcPct val="100000"/>
                </a:lnSpc>
                <a:tabLst>
                  <a:tab pos="0" algn="l"/>
                </a:tabLst>
              </a:pPr>
              <a:endParaRPr lang="en-US" sz="1800" b="0" u="none" strike="noStrike">
                <a:solidFill>
                  <a:srgbClr val="FFFFFF"/>
                </a:solidFill>
                <a:effectLst/>
                <a:uFillTx/>
                <a:latin typeface="OpenSymbol"/>
              </a:endParaRPr>
            </a:p>
          </p:txBody>
        </p:sp>
        <p:sp>
          <p:nvSpPr>
            <p:cNvPr id="155" name="Google Shape;19;p3"/>
            <p:cNvSpPr/>
            <p:nvPr/>
          </p:nvSpPr>
          <p:spPr>
            <a:xfrm>
              <a:off x="4284000" y="399960"/>
              <a:ext cx="73440" cy="73440"/>
            </a:xfrm>
            <a:prstGeom prst="ellipse">
              <a:avLst/>
            </a:prstGeom>
            <a:solidFill>
              <a:schemeClr val="dk1"/>
            </a:solidFill>
            <a:ln w="0">
              <a:noFill/>
            </a:ln>
          </p:spPr>
          <p:style>
            <a:lnRef idx="0">
              <a:scrgbClr r="0" g="0" b="0"/>
            </a:lnRef>
            <a:fillRef idx="0">
              <a:scrgbClr r="0" g="0" b="0"/>
            </a:fillRef>
            <a:effectRef idx="0">
              <a:scrgbClr r="0" g="0" b="0"/>
            </a:effectRef>
            <a:fontRef idx="minor"/>
          </p:style>
          <p:txBody>
            <a:bodyPr tIns="25920" bIns="25920" anchor="ctr">
              <a:noAutofit/>
            </a:bodyPr>
            <a:lstStyle/>
            <a:p>
              <a:pPr defTabSz="914400">
                <a:lnSpc>
                  <a:spcPct val="100000"/>
                </a:lnSpc>
                <a:tabLst>
                  <a:tab pos="0" algn="l"/>
                </a:tabLst>
              </a:pPr>
              <a:endParaRPr lang="en-US" sz="1800" b="0" u="none" strike="noStrike">
                <a:solidFill>
                  <a:srgbClr val="FFFFFF"/>
                </a:solidFill>
                <a:effectLst/>
                <a:uFillTx/>
                <a:latin typeface="OpenSymbol"/>
              </a:endParaRPr>
            </a:p>
          </p:txBody>
        </p:sp>
        <p:sp>
          <p:nvSpPr>
            <p:cNvPr id="156" name="Google Shape;20;p3"/>
            <p:cNvSpPr/>
            <p:nvPr/>
          </p:nvSpPr>
          <p:spPr>
            <a:xfrm>
              <a:off x="4488120" y="399960"/>
              <a:ext cx="73440" cy="73440"/>
            </a:xfrm>
            <a:prstGeom prst="ellipse">
              <a:avLst/>
            </a:prstGeom>
            <a:solidFill>
              <a:schemeClr val="dk1"/>
            </a:solidFill>
            <a:ln w="0">
              <a:noFill/>
            </a:ln>
          </p:spPr>
          <p:style>
            <a:lnRef idx="0">
              <a:scrgbClr r="0" g="0" b="0"/>
            </a:lnRef>
            <a:fillRef idx="0">
              <a:scrgbClr r="0" g="0" b="0"/>
            </a:fillRef>
            <a:effectRef idx="0">
              <a:scrgbClr r="0" g="0" b="0"/>
            </a:effectRef>
            <a:fontRef idx="minor"/>
          </p:style>
          <p:txBody>
            <a:bodyPr tIns="25920" bIns="25920" anchor="ctr">
              <a:noAutofit/>
            </a:bodyPr>
            <a:lstStyle/>
            <a:p>
              <a:pPr defTabSz="914400">
                <a:lnSpc>
                  <a:spcPct val="100000"/>
                </a:lnSpc>
                <a:tabLst>
                  <a:tab pos="0" algn="l"/>
                </a:tabLst>
              </a:pPr>
              <a:endParaRPr lang="en-US" sz="1800" b="0" u="none" strike="noStrike">
                <a:solidFill>
                  <a:srgbClr val="FFFFFF"/>
                </a:solidFill>
                <a:effectLst/>
                <a:uFillTx/>
                <a:latin typeface="OpenSymbol"/>
              </a:endParaRPr>
            </a:p>
          </p:txBody>
        </p:sp>
        <p:sp>
          <p:nvSpPr>
            <p:cNvPr id="157" name="Google Shape;21;p3"/>
            <p:cNvSpPr/>
            <p:nvPr/>
          </p:nvSpPr>
          <p:spPr>
            <a:xfrm>
              <a:off x="4692240" y="399960"/>
              <a:ext cx="73440" cy="73440"/>
            </a:xfrm>
            <a:prstGeom prst="ellipse">
              <a:avLst/>
            </a:prstGeom>
            <a:solidFill>
              <a:schemeClr val="dk1"/>
            </a:solidFill>
            <a:ln w="0">
              <a:noFill/>
            </a:ln>
          </p:spPr>
          <p:style>
            <a:lnRef idx="0">
              <a:scrgbClr r="0" g="0" b="0"/>
            </a:lnRef>
            <a:fillRef idx="0">
              <a:scrgbClr r="0" g="0" b="0"/>
            </a:fillRef>
            <a:effectRef idx="0">
              <a:scrgbClr r="0" g="0" b="0"/>
            </a:effectRef>
            <a:fontRef idx="minor"/>
          </p:style>
          <p:txBody>
            <a:bodyPr tIns="25920" bIns="25920" anchor="ctr">
              <a:noAutofit/>
            </a:bodyPr>
            <a:lstStyle/>
            <a:p>
              <a:pPr defTabSz="914400">
                <a:lnSpc>
                  <a:spcPct val="100000"/>
                </a:lnSpc>
                <a:tabLst>
                  <a:tab pos="0" algn="l"/>
                </a:tabLst>
              </a:pPr>
              <a:endParaRPr lang="en-US" sz="1800" b="0" u="none" strike="noStrike">
                <a:solidFill>
                  <a:srgbClr val="FFFFFF"/>
                </a:solidFill>
                <a:effectLst/>
                <a:uFillTx/>
                <a:latin typeface="OpenSymbol"/>
              </a:endParaRPr>
            </a:p>
          </p:txBody>
        </p:sp>
        <p:sp>
          <p:nvSpPr>
            <p:cNvPr id="158" name="Google Shape;22;p3"/>
            <p:cNvSpPr/>
            <p:nvPr/>
          </p:nvSpPr>
          <p:spPr>
            <a:xfrm>
              <a:off x="4896360" y="399960"/>
              <a:ext cx="73440" cy="73440"/>
            </a:xfrm>
            <a:prstGeom prst="ellipse">
              <a:avLst/>
            </a:prstGeom>
            <a:solidFill>
              <a:schemeClr val="dk1"/>
            </a:solidFill>
            <a:ln w="0">
              <a:noFill/>
            </a:ln>
          </p:spPr>
          <p:style>
            <a:lnRef idx="0">
              <a:scrgbClr r="0" g="0" b="0"/>
            </a:lnRef>
            <a:fillRef idx="0">
              <a:scrgbClr r="0" g="0" b="0"/>
            </a:fillRef>
            <a:effectRef idx="0">
              <a:scrgbClr r="0" g="0" b="0"/>
            </a:effectRef>
            <a:fontRef idx="minor"/>
          </p:style>
          <p:txBody>
            <a:bodyPr tIns="25920" bIns="25920" anchor="ctr">
              <a:noAutofit/>
            </a:bodyPr>
            <a:lstStyle/>
            <a:p>
              <a:pPr defTabSz="914400">
                <a:lnSpc>
                  <a:spcPct val="100000"/>
                </a:lnSpc>
                <a:tabLst>
                  <a:tab pos="0" algn="l"/>
                </a:tabLst>
              </a:pPr>
              <a:endParaRPr lang="en-US" sz="1800" b="0" u="none" strike="noStrike">
                <a:solidFill>
                  <a:srgbClr val="FFFFFF"/>
                </a:solidFill>
                <a:effectLst/>
                <a:uFillTx/>
                <a:latin typeface="OpenSymbol"/>
              </a:endParaRPr>
            </a:p>
          </p:txBody>
        </p:sp>
        <p:sp>
          <p:nvSpPr>
            <p:cNvPr id="159" name="Google Shape;23;p3"/>
            <p:cNvSpPr/>
            <p:nvPr/>
          </p:nvSpPr>
          <p:spPr>
            <a:xfrm>
              <a:off x="3660480" y="583920"/>
              <a:ext cx="73440" cy="73440"/>
            </a:xfrm>
            <a:prstGeom prst="ellipse">
              <a:avLst/>
            </a:prstGeom>
            <a:solidFill>
              <a:schemeClr val="dk1"/>
            </a:solidFill>
            <a:ln w="0">
              <a:noFill/>
            </a:ln>
          </p:spPr>
          <p:style>
            <a:lnRef idx="0">
              <a:scrgbClr r="0" g="0" b="0"/>
            </a:lnRef>
            <a:fillRef idx="0">
              <a:scrgbClr r="0" g="0" b="0"/>
            </a:fillRef>
            <a:effectRef idx="0">
              <a:scrgbClr r="0" g="0" b="0"/>
            </a:effectRef>
            <a:fontRef idx="minor"/>
          </p:style>
          <p:txBody>
            <a:bodyPr tIns="25920" bIns="25920" anchor="ctr">
              <a:noAutofit/>
            </a:bodyPr>
            <a:lstStyle/>
            <a:p>
              <a:pPr defTabSz="914400">
                <a:lnSpc>
                  <a:spcPct val="100000"/>
                </a:lnSpc>
                <a:tabLst>
                  <a:tab pos="0" algn="l"/>
                </a:tabLst>
              </a:pPr>
              <a:endParaRPr lang="en-US" sz="1800" b="0" u="none" strike="noStrike">
                <a:solidFill>
                  <a:srgbClr val="FFFFFF"/>
                </a:solidFill>
                <a:effectLst/>
                <a:uFillTx/>
                <a:latin typeface="OpenSymbol"/>
              </a:endParaRPr>
            </a:p>
          </p:txBody>
        </p:sp>
        <p:sp>
          <p:nvSpPr>
            <p:cNvPr id="160" name="Google Shape;24;p3"/>
            <p:cNvSpPr/>
            <p:nvPr/>
          </p:nvSpPr>
          <p:spPr>
            <a:xfrm>
              <a:off x="3864240" y="583920"/>
              <a:ext cx="73440" cy="73440"/>
            </a:xfrm>
            <a:prstGeom prst="ellipse">
              <a:avLst/>
            </a:prstGeom>
            <a:solidFill>
              <a:schemeClr val="dk1"/>
            </a:solidFill>
            <a:ln w="0">
              <a:noFill/>
            </a:ln>
          </p:spPr>
          <p:style>
            <a:lnRef idx="0">
              <a:scrgbClr r="0" g="0" b="0"/>
            </a:lnRef>
            <a:fillRef idx="0">
              <a:scrgbClr r="0" g="0" b="0"/>
            </a:fillRef>
            <a:effectRef idx="0">
              <a:scrgbClr r="0" g="0" b="0"/>
            </a:effectRef>
            <a:fontRef idx="minor"/>
          </p:style>
          <p:txBody>
            <a:bodyPr tIns="25920" bIns="25920" anchor="ctr">
              <a:noAutofit/>
            </a:bodyPr>
            <a:lstStyle/>
            <a:p>
              <a:pPr defTabSz="914400">
                <a:lnSpc>
                  <a:spcPct val="100000"/>
                </a:lnSpc>
                <a:tabLst>
                  <a:tab pos="0" algn="l"/>
                </a:tabLst>
              </a:pPr>
              <a:endParaRPr lang="en-US" sz="1800" b="0" u="none" strike="noStrike">
                <a:solidFill>
                  <a:srgbClr val="FFFFFF"/>
                </a:solidFill>
                <a:effectLst/>
                <a:uFillTx/>
                <a:latin typeface="OpenSymbol"/>
              </a:endParaRPr>
            </a:p>
          </p:txBody>
        </p:sp>
        <p:sp>
          <p:nvSpPr>
            <p:cNvPr id="161" name="Google Shape;25;p3"/>
            <p:cNvSpPr/>
            <p:nvPr/>
          </p:nvSpPr>
          <p:spPr>
            <a:xfrm>
              <a:off x="4068360" y="583920"/>
              <a:ext cx="73440" cy="73440"/>
            </a:xfrm>
            <a:prstGeom prst="ellipse">
              <a:avLst/>
            </a:prstGeom>
            <a:solidFill>
              <a:schemeClr val="dk1"/>
            </a:solidFill>
            <a:ln w="0">
              <a:noFill/>
            </a:ln>
          </p:spPr>
          <p:style>
            <a:lnRef idx="0">
              <a:scrgbClr r="0" g="0" b="0"/>
            </a:lnRef>
            <a:fillRef idx="0">
              <a:scrgbClr r="0" g="0" b="0"/>
            </a:fillRef>
            <a:effectRef idx="0">
              <a:scrgbClr r="0" g="0" b="0"/>
            </a:effectRef>
            <a:fontRef idx="minor"/>
          </p:style>
          <p:txBody>
            <a:bodyPr tIns="25920" bIns="25920" anchor="ctr">
              <a:noAutofit/>
            </a:bodyPr>
            <a:lstStyle/>
            <a:p>
              <a:pPr defTabSz="914400">
                <a:lnSpc>
                  <a:spcPct val="100000"/>
                </a:lnSpc>
                <a:tabLst>
                  <a:tab pos="0" algn="l"/>
                </a:tabLst>
              </a:pPr>
              <a:endParaRPr lang="en-US" sz="1800" b="0" u="none" strike="noStrike">
                <a:solidFill>
                  <a:srgbClr val="FFFFFF"/>
                </a:solidFill>
                <a:effectLst/>
                <a:uFillTx/>
                <a:latin typeface="OpenSymbol"/>
              </a:endParaRPr>
            </a:p>
          </p:txBody>
        </p:sp>
        <p:sp>
          <p:nvSpPr>
            <p:cNvPr id="162" name="Google Shape;26;p3"/>
            <p:cNvSpPr/>
            <p:nvPr/>
          </p:nvSpPr>
          <p:spPr>
            <a:xfrm>
              <a:off x="4272480" y="583920"/>
              <a:ext cx="73440" cy="73440"/>
            </a:xfrm>
            <a:prstGeom prst="ellipse">
              <a:avLst/>
            </a:prstGeom>
            <a:solidFill>
              <a:schemeClr val="dk1"/>
            </a:solidFill>
            <a:ln w="0">
              <a:noFill/>
            </a:ln>
          </p:spPr>
          <p:style>
            <a:lnRef idx="0">
              <a:scrgbClr r="0" g="0" b="0"/>
            </a:lnRef>
            <a:fillRef idx="0">
              <a:scrgbClr r="0" g="0" b="0"/>
            </a:fillRef>
            <a:effectRef idx="0">
              <a:scrgbClr r="0" g="0" b="0"/>
            </a:effectRef>
            <a:fontRef idx="minor"/>
          </p:style>
          <p:txBody>
            <a:bodyPr tIns="25920" bIns="25920" anchor="ctr">
              <a:noAutofit/>
            </a:bodyPr>
            <a:lstStyle/>
            <a:p>
              <a:pPr defTabSz="914400">
                <a:lnSpc>
                  <a:spcPct val="100000"/>
                </a:lnSpc>
                <a:tabLst>
                  <a:tab pos="0" algn="l"/>
                </a:tabLst>
              </a:pPr>
              <a:endParaRPr lang="en-US" sz="1800" b="0" u="none" strike="noStrike">
                <a:solidFill>
                  <a:srgbClr val="FFFFFF"/>
                </a:solidFill>
                <a:effectLst/>
                <a:uFillTx/>
                <a:latin typeface="OpenSymbol"/>
              </a:endParaRPr>
            </a:p>
          </p:txBody>
        </p:sp>
        <p:sp>
          <p:nvSpPr>
            <p:cNvPr id="163" name="Google Shape;27;p3"/>
            <p:cNvSpPr/>
            <p:nvPr/>
          </p:nvSpPr>
          <p:spPr>
            <a:xfrm>
              <a:off x="4476600" y="583920"/>
              <a:ext cx="73440" cy="73440"/>
            </a:xfrm>
            <a:prstGeom prst="ellipse">
              <a:avLst/>
            </a:prstGeom>
            <a:solidFill>
              <a:schemeClr val="dk1"/>
            </a:solidFill>
            <a:ln w="0">
              <a:noFill/>
            </a:ln>
          </p:spPr>
          <p:style>
            <a:lnRef idx="0">
              <a:scrgbClr r="0" g="0" b="0"/>
            </a:lnRef>
            <a:fillRef idx="0">
              <a:scrgbClr r="0" g="0" b="0"/>
            </a:fillRef>
            <a:effectRef idx="0">
              <a:scrgbClr r="0" g="0" b="0"/>
            </a:effectRef>
            <a:fontRef idx="minor"/>
          </p:style>
          <p:txBody>
            <a:bodyPr tIns="25920" bIns="25920" anchor="ctr">
              <a:noAutofit/>
            </a:bodyPr>
            <a:lstStyle/>
            <a:p>
              <a:pPr defTabSz="914400">
                <a:lnSpc>
                  <a:spcPct val="100000"/>
                </a:lnSpc>
                <a:tabLst>
                  <a:tab pos="0" algn="l"/>
                </a:tabLst>
              </a:pPr>
              <a:endParaRPr lang="en-US" sz="1800" b="0" u="none" strike="noStrike">
                <a:solidFill>
                  <a:srgbClr val="FFFFFF"/>
                </a:solidFill>
                <a:effectLst/>
                <a:uFillTx/>
                <a:latin typeface="OpenSymbol"/>
              </a:endParaRPr>
            </a:p>
          </p:txBody>
        </p:sp>
      </p:grpSp>
    </p:spTree>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type="blank" preserve="1">
  <p:cSld name="CUSTOM_11">
    <p:bg>
      <p:bgPr>
        <a:solidFill>
          <a:schemeClr val="lt1"/>
        </a:solidFill>
        <a:effectLst/>
      </p:bgPr>
    </p:bg>
    <p:spTree>
      <p:nvGrpSpPr>
        <p:cNvPr id="1" name=""/>
        <p:cNvGrpSpPr/>
        <p:nvPr/>
      </p:nvGrpSpPr>
      <p:grpSpPr>
        <a:xfrm>
          <a:off x="0" y="0"/>
          <a:ext cx="0" cy="0"/>
          <a:chOff x="0" y="0"/>
          <a:chExt cx="0" cy="0"/>
        </a:xfrm>
      </p:grpSpPr>
      <p:sp>
        <p:nvSpPr>
          <p:cNvPr id="164" name="PlaceHolder 1"/>
          <p:cNvSpPr>
            <a:spLocks noGrp="1"/>
          </p:cNvSpPr>
          <p:nvPr>
            <p:ph type="title"/>
          </p:nvPr>
        </p:nvSpPr>
        <p:spPr>
          <a:xfrm>
            <a:off x="720000" y="444960"/>
            <a:ext cx="7703640" cy="572400"/>
          </a:xfrm>
          <a:prstGeom prst="rect">
            <a:avLst/>
          </a:prstGeom>
          <a:noFill/>
          <a:ln w="0">
            <a:noFill/>
          </a:ln>
        </p:spPr>
        <p:txBody>
          <a:bodyPr lIns="91440" tIns="91440" rIns="91440" bIns="91440" anchor="t">
            <a:noAutofit/>
          </a:bodyPr>
          <a:lstStyle/>
          <a:p>
            <a:pPr indent="0">
              <a:buNone/>
            </a:pPr>
            <a:r>
              <a:rPr lang="fr-FR" sz="3200" b="0" u="none" strike="noStrike">
                <a:solidFill>
                  <a:schemeClr val="dk1"/>
                </a:solidFill>
                <a:effectLst/>
                <a:uFillTx/>
                <a:latin typeface="Arial"/>
              </a:rPr>
              <a:t>Click to edit the title text format</a:t>
            </a:r>
          </a:p>
        </p:txBody>
      </p:sp>
      <p:grpSp>
        <p:nvGrpSpPr>
          <p:cNvPr id="165" name="Google Shape;346;p21"/>
          <p:cNvGrpSpPr/>
          <p:nvPr/>
        </p:nvGrpSpPr>
        <p:grpSpPr>
          <a:xfrm>
            <a:off x="7267320" y="-374400"/>
            <a:ext cx="2455920" cy="5138280"/>
            <a:chOff x="7267320" y="-374400"/>
            <a:chExt cx="2455920" cy="5138280"/>
          </a:xfrm>
        </p:grpSpPr>
        <p:grpSp>
          <p:nvGrpSpPr>
            <p:cNvPr id="166" name="Google Shape;347;p21"/>
            <p:cNvGrpSpPr/>
            <p:nvPr/>
          </p:nvGrpSpPr>
          <p:grpSpPr>
            <a:xfrm>
              <a:off x="7432920" y="4506480"/>
              <a:ext cx="1309320" cy="257400"/>
              <a:chOff x="7432920" y="4506480"/>
              <a:chExt cx="1309320" cy="257400"/>
            </a:xfrm>
          </p:grpSpPr>
          <p:sp>
            <p:nvSpPr>
              <p:cNvPr id="167" name="Google Shape;348;p21"/>
              <p:cNvSpPr/>
              <p:nvPr/>
            </p:nvSpPr>
            <p:spPr>
              <a:xfrm>
                <a:off x="7852320" y="4506480"/>
                <a:ext cx="73440" cy="73440"/>
              </a:xfrm>
              <a:prstGeom prst="ellipse">
                <a:avLst/>
              </a:prstGeom>
              <a:solidFill>
                <a:schemeClr val="dk1"/>
              </a:solidFill>
              <a:ln w="0">
                <a:noFill/>
              </a:ln>
            </p:spPr>
            <p:style>
              <a:lnRef idx="0">
                <a:scrgbClr r="0" g="0" b="0"/>
              </a:lnRef>
              <a:fillRef idx="0">
                <a:scrgbClr r="0" g="0" b="0"/>
              </a:fillRef>
              <a:effectRef idx="0">
                <a:scrgbClr r="0" g="0" b="0"/>
              </a:effectRef>
              <a:fontRef idx="minor"/>
            </p:style>
            <p:txBody>
              <a:bodyPr tIns="25920" bIns="25920" anchor="ctr">
                <a:noAutofit/>
              </a:bodyPr>
              <a:lstStyle/>
              <a:p>
                <a:pPr defTabSz="914400">
                  <a:lnSpc>
                    <a:spcPct val="100000"/>
                  </a:lnSpc>
                  <a:tabLst>
                    <a:tab pos="0" algn="l"/>
                  </a:tabLst>
                </a:pPr>
                <a:endParaRPr lang="en-US" sz="1800" b="0" u="none" strike="noStrike">
                  <a:solidFill>
                    <a:srgbClr val="FFFFFF"/>
                  </a:solidFill>
                  <a:effectLst/>
                  <a:uFillTx/>
                  <a:latin typeface="OpenSymbol"/>
                </a:endParaRPr>
              </a:p>
            </p:txBody>
          </p:sp>
          <p:sp>
            <p:nvSpPr>
              <p:cNvPr id="168" name="Google Shape;349;p21"/>
              <p:cNvSpPr/>
              <p:nvPr/>
            </p:nvSpPr>
            <p:spPr>
              <a:xfrm>
                <a:off x="8056440" y="4506480"/>
                <a:ext cx="73440" cy="73440"/>
              </a:xfrm>
              <a:prstGeom prst="ellipse">
                <a:avLst/>
              </a:prstGeom>
              <a:solidFill>
                <a:schemeClr val="dk1"/>
              </a:solidFill>
              <a:ln w="0">
                <a:noFill/>
              </a:ln>
            </p:spPr>
            <p:style>
              <a:lnRef idx="0">
                <a:scrgbClr r="0" g="0" b="0"/>
              </a:lnRef>
              <a:fillRef idx="0">
                <a:scrgbClr r="0" g="0" b="0"/>
              </a:fillRef>
              <a:effectRef idx="0">
                <a:scrgbClr r="0" g="0" b="0"/>
              </a:effectRef>
              <a:fontRef idx="minor"/>
            </p:style>
            <p:txBody>
              <a:bodyPr tIns="25920" bIns="25920" anchor="ctr">
                <a:noAutofit/>
              </a:bodyPr>
              <a:lstStyle/>
              <a:p>
                <a:pPr defTabSz="914400">
                  <a:lnSpc>
                    <a:spcPct val="100000"/>
                  </a:lnSpc>
                  <a:tabLst>
                    <a:tab pos="0" algn="l"/>
                  </a:tabLst>
                </a:pPr>
                <a:endParaRPr lang="en-US" sz="1800" b="0" u="none" strike="noStrike">
                  <a:solidFill>
                    <a:srgbClr val="FFFFFF"/>
                  </a:solidFill>
                  <a:effectLst/>
                  <a:uFillTx/>
                  <a:latin typeface="OpenSymbol"/>
                </a:endParaRPr>
              </a:p>
            </p:txBody>
          </p:sp>
          <p:sp>
            <p:nvSpPr>
              <p:cNvPr id="169" name="Google Shape;350;p21"/>
              <p:cNvSpPr/>
              <p:nvPr/>
            </p:nvSpPr>
            <p:spPr>
              <a:xfrm>
                <a:off x="8260560" y="4506480"/>
                <a:ext cx="73440" cy="73440"/>
              </a:xfrm>
              <a:prstGeom prst="ellipse">
                <a:avLst/>
              </a:prstGeom>
              <a:solidFill>
                <a:schemeClr val="dk1"/>
              </a:solidFill>
              <a:ln w="0">
                <a:noFill/>
              </a:ln>
            </p:spPr>
            <p:style>
              <a:lnRef idx="0">
                <a:scrgbClr r="0" g="0" b="0"/>
              </a:lnRef>
              <a:fillRef idx="0">
                <a:scrgbClr r="0" g="0" b="0"/>
              </a:fillRef>
              <a:effectRef idx="0">
                <a:scrgbClr r="0" g="0" b="0"/>
              </a:effectRef>
              <a:fontRef idx="minor"/>
            </p:style>
            <p:txBody>
              <a:bodyPr tIns="25920" bIns="25920" anchor="ctr">
                <a:noAutofit/>
              </a:bodyPr>
              <a:lstStyle/>
              <a:p>
                <a:pPr defTabSz="914400">
                  <a:lnSpc>
                    <a:spcPct val="100000"/>
                  </a:lnSpc>
                  <a:tabLst>
                    <a:tab pos="0" algn="l"/>
                  </a:tabLst>
                </a:pPr>
                <a:endParaRPr lang="en-US" sz="1800" b="0" u="none" strike="noStrike">
                  <a:solidFill>
                    <a:srgbClr val="FFFFFF"/>
                  </a:solidFill>
                  <a:effectLst/>
                  <a:uFillTx/>
                  <a:latin typeface="OpenSymbol"/>
                </a:endParaRPr>
              </a:p>
            </p:txBody>
          </p:sp>
          <p:sp>
            <p:nvSpPr>
              <p:cNvPr id="170" name="Google Shape;351;p21"/>
              <p:cNvSpPr/>
              <p:nvPr/>
            </p:nvSpPr>
            <p:spPr>
              <a:xfrm>
                <a:off x="8464680" y="4506480"/>
                <a:ext cx="73440" cy="73440"/>
              </a:xfrm>
              <a:prstGeom prst="ellipse">
                <a:avLst/>
              </a:prstGeom>
              <a:solidFill>
                <a:schemeClr val="dk1"/>
              </a:solidFill>
              <a:ln w="0">
                <a:noFill/>
              </a:ln>
            </p:spPr>
            <p:style>
              <a:lnRef idx="0">
                <a:scrgbClr r="0" g="0" b="0"/>
              </a:lnRef>
              <a:fillRef idx="0">
                <a:scrgbClr r="0" g="0" b="0"/>
              </a:fillRef>
              <a:effectRef idx="0">
                <a:scrgbClr r="0" g="0" b="0"/>
              </a:effectRef>
              <a:fontRef idx="minor"/>
            </p:style>
            <p:txBody>
              <a:bodyPr tIns="25920" bIns="25920" anchor="ctr">
                <a:noAutofit/>
              </a:bodyPr>
              <a:lstStyle/>
              <a:p>
                <a:pPr defTabSz="914400">
                  <a:lnSpc>
                    <a:spcPct val="100000"/>
                  </a:lnSpc>
                  <a:tabLst>
                    <a:tab pos="0" algn="l"/>
                  </a:tabLst>
                </a:pPr>
                <a:endParaRPr lang="en-US" sz="1800" b="0" u="none" strike="noStrike">
                  <a:solidFill>
                    <a:srgbClr val="FFFFFF"/>
                  </a:solidFill>
                  <a:effectLst/>
                  <a:uFillTx/>
                  <a:latin typeface="OpenSymbol"/>
                </a:endParaRPr>
              </a:p>
            </p:txBody>
          </p:sp>
          <p:sp>
            <p:nvSpPr>
              <p:cNvPr id="171" name="Google Shape;352;p21"/>
              <p:cNvSpPr/>
              <p:nvPr/>
            </p:nvSpPr>
            <p:spPr>
              <a:xfrm>
                <a:off x="8668800" y="4506480"/>
                <a:ext cx="73440" cy="73440"/>
              </a:xfrm>
              <a:prstGeom prst="ellipse">
                <a:avLst/>
              </a:prstGeom>
              <a:solidFill>
                <a:schemeClr val="dk1"/>
              </a:solidFill>
              <a:ln w="0">
                <a:noFill/>
              </a:ln>
            </p:spPr>
            <p:style>
              <a:lnRef idx="0">
                <a:scrgbClr r="0" g="0" b="0"/>
              </a:lnRef>
              <a:fillRef idx="0">
                <a:scrgbClr r="0" g="0" b="0"/>
              </a:fillRef>
              <a:effectRef idx="0">
                <a:scrgbClr r="0" g="0" b="0"/>
              </a:effectRef>
              <a:fontRef idx="minor"/>
            </p:style>
            <p:txBody>
              <a:bodyPr tIns="25920" bIns="25920" anchor="ctr">
                <a:noAutofit/>
              </a:bodyPr>
              <a:lstStyle/>
              <a:p>
                <a:pPr defTabSz="914400">
                  <a:lnSpc>
                    <a:spcPct val="100000"/>
                  </a:lnSpc>
                  <a:tabLst>
                    <a:tab pos="0" algn="l"/>
                  </a:tabLst>
                </a:pPr>
                <a:endParaRPr lang="en-US" sz="1800" b="0" u="none" strike="noStrike">
                  <a:solidFill>
                    <a:srgbClr val="FFFFFF"/>
                  </a:solidFill>
                  <a:effectLst/>
                  <a:uFillTx/>
                  <a:latin typeface="OpenSymbol"/>
                </a:endParaRPr>
              </a:p>
            </p:txBody>
          </p:sp>
          <p:sp>
            <p:nvSpPr>
              <p:cNvPr id="172" name="Google Shape;353;p21"/>
              <p:cNvSpPr/>
              <p:nvPr/>
            </p:nvSpPr>
            <p:spPr>
              <a:xfrm>
                <a:off x="7432920" y="4690440"/>
                <a:ext cx="73440" cy="73440"/>
              </a:xfrm>
              <a:prstGeom prst="ellipse">
                <a:avLst/>
              </a:prstGeom>
              <a:solidFill>
                <a:schemeClr val="dk1"/>
              </a:solidFill>
              <a:ln w="0">
                <a:noFill/>
              </a:ln>
            </p:spPr>
            <p:style>
              <a:lnRef idx="0">
                <a:scrgbClr r="0" g="0" b="0"/>
              </a:lnRef>
              <a:fillRef idx="0">
                <a:scrgbClr r="0" g="0" b="0"/>
              </a:fillRef>
              <a:effectRef idx="0">
                <a:scrgbClr r="0" g="0" b="0"/>
              </a:effectRef>
              <a:fontRef idx="minor"/>
            </p:style>
            <p:txBody>
              <a:bodyPr tIns="25920" bIns="25920" anchor="ctr">
                <a:noAutofit/>
              </a:bodyPr>
              <a:lstStyle/>
              <a:p>
                <a:pPr defTabSz="914400">
                  <a:lnSpc>
                    <a:spcPct val="100000"/>
                  </a:lnSpc>
                  <a:tabLst>
                    <a:tab pos="0" algn="l"/>
                  </a:tabLst>
                </a:pPr>
                <a:endParaRPr lang="en-US" sz="1800" b="0" u="none" strike="noStrike">
                  <a:solidFill>
                    <a:srgbClr val="FFFFFF"/>
                  </a:solidFill>
                  <a:effectLst/>
                  <a:uFillTx/>
                  <a:latin typeface="OpenSymbol"/>
                </a:endParaRPr>
              </a:p>
            </p:txBody>
          </p:sp>
          <p:sp>
            <p:nvSpPr>
              <p:cNvPr id="173" name="Google Shape;354;p21"/>
              <p:cNvSpPr/>
              <p:nvPr/>
            </p:nvSpPr>
            <p:spPr>
              <a:xfrm>
                <a:off x="7637040" y="4690440"/>
                <a:ext cx="73440" cy="73440"/>
              </a:xfrm>
              <a:prstGeom prst="ellipse">
                <a:avLst/>
              </a:prstGeom>
              <a:solidFill>
                <a:schemeClr val="dk1"/>
              </a:solidFill>
              <a:ln w="0">
                <a:noFill/>
              </a:ln>
            </p:spPr>
            <p:style>
              <a:lnRef idx="0">
                <a:scrgbClr r="0" g="0" b="0"/>
              </a:lnRef>
              <a:fillRef idx="0">
                <a:scrgbClr r="0" g="0" b="0"/>
              </a:fillRef>
              <a:effectRef idx="0">
                <a:scrgbClr r="0" g="0" b="0"/>
              </a:effectRef>
              <a:fontRef idx="minor"/>
            </p:style>
            <p:txBody>
              <a:bodyPr tIns="25920" bIns="25920" anchor="ctr">
                <a:noAutofit/>
              </a:bodyPr>
              <a:lstStyle/>
              <a:p>
                <a:pPr defTabSz="914400">
                  <a:lnSpc>
                    <a:spcPct val="100000"/>
                  </a:lnSpc>
                  <a:tabLst>
                    <a:tab pos="0" algn="l"/>
                  </a:tabLst>
                </a:pPr>
                <a:endParaRPr lang="en-US" sz="1800" b="0" u="none" strike="noStrike">
                  <a:solidFill>
                    <a:srgbClr val="FFFFFF"/>
                  </a:solidFill>
                  <a:effectLst/>
                  <a:uFillTx/>
                  <a:latin typeface="OpenSymbol"/>
                </a:endParaRPr>
              </a:p>
            </p:txBody>
          </p:sp>
          <p:sp>
            <p:nvSpPr>
              <p:cNvPr id="174" name="Google Shape;355;p21"/>
              <p:cNvSpPr/>
              <p:nvPr/>
            </p:nvSpPr>
            <p:spPr>
              <a:xfrm>
                <a:off x="7841160" y="4690440"/>
                <a:ext cx="73440" cy="73440"/>
              </a:xfrm>
              <a:prstGeom prst="ellipse">
                <a:avLst/>
              </a:prstGeom>
              <a:solidFill>
                <a:schemeClr val="dk1"/>
              </a:solidFill>
              <a:ln w="0">
                <a:noFill/>
              </a:ln>
            </p:spPr>
            <p:style>
              <a:lnRef idx="0">
                <a:scrgbClr r="0" g="0" b="0"/>
              </a:lnRef>
              <a:fillRef idx="0">
                <a:scrgbClr r="0" g="0" b="0"/>
              </a:fillRef>
              <a:effectRef idx="0">
                <a:scrgbClr r="0" g="0" b="0"/>
              </a:effectRef>
              <a:fontRef idx="minor"/>
            </p:style>
            <p:txBody>
              <a:bodyPr tIns="25920" bIns="25920" anchor="ctr">
                <a:noAutofit/>
              </a:bodyPr>
              <a:lstStyle/>
              <a:p>
                <a:pPr defTabSz="914400">
                  <a:lnSpc>
                    <a:spcPct val="100000"/>
                  </a:lnSpc>
                  <a:tabLst>
                    <a:tab pos="0" algn="l"/>
                  </a:tabLst>
                </a:pPr>
                <a:endParaRPr lang="en-US" sz="1800" b="0" u="none" strike="noStrike">
                  <a:solidFill>
                    <a:srgbClr val="FFFFFF"/>
                  </a:solidFill>
                  <a:effectLst/>
                  <a:uFillTx/>
                  <a:latin typeface="OpenSymbol"/>
                </a:endParaRPr>
              </a:p>
            </p:txBody>
          </p:sp>
          <p:sp>
            <p:nvSpPr>
              <p:cNvPr id="175" name="Google Shape;356;p21"/>
              <p:cNvSpPr/>
              <p:nvPr/>
            </p:nvSpPr>
            <p:spPr>
              <a:xfrm>
                <a:off x="8045280" y="4690440"/>
                <a:ext cx="73440" cy="73440"/>
              </a:xfrm>
              <a:prstGeom prst="ellipse">
                <a:avLst/>
              </a:prstGeom>
              <a:solidFill>
                <a:schemeClr val="dk1"/>
              </a:solidFill>
              <a:ln w="0">
                <a:noFill/>
              </a:ln>
            </p:spPr>
            <p:style>
              <a:lnRef idx="0">
                <a:scrgbClr r="0" g="0" b="0"/>
              </a:lnRef>
              <a:fillRef idx="0">
                <a:scrgbClr r="0" g="0" b="0"/>
              </a:fillRef>
              <a:effectRef idx="0">
                <a:scrgbClr r="0" g="0" b="0"/>
              </a:effectRef>
              <a:fontRef idx="minor"/>
            </p:style>
            <p:txBody>
              <a:bodyPr tIns="25920" bIns="25920" anchor="ctr">
                <a:noAutofit/>
              </a:bodyPr>
              <a:lstStyle/>
              <a:p>
                <a:pPr defTabSz="914400">
                  <a:lnSpc>
                    <a:spcPct val="100000"/>
                  </a:lnSpc>
                  <a:tabLst>
                    <a:tab pos="0" algn="l"/>
                  </a:tabLst>
                </a:pPr>
                <a:endParaRPr lang="en-US" sz="1800" b="0" u="none" strike="noStrike">
                  <a:solidFill>
                    <a:srgbClr val="FFFFFF"/>
                  </a:solidFill>
                  <a:effectLst/>
                  <a:uFillTx/>
                  <a:latin typeface="OpenSymbol"/>
                </a:endParaRPr>
              </a:p>
            </p:txBody>
          </p:sp>
          <p:sp>
            <p:nvSpPr>
              <p:cNvPr id="176" name="Google Shape;357;p21"/>
              <p:cNvSpPr/>
              <p:nvPr/>
            </p:nvSpPr>
            <p:spPr>
              <a:xfrm>
                <a:off x="8249400" y="4690440"/>
                <a:ext cx="73440" cy="73440"/>
              </a:xfrm>
              <a:prstGeom prst="ellipse">
                <a:avLst/>
              </a:prstGeom>
              <a:solidFill>
                <a:schemeClr val="dk1"/>
              </a:solidFill>
              <a:ln w="0">
                <a:noFill/>
              </a:ln>
            </p:spPr>
            <p:style>
              <a:lnRef idx="0">
                <a:scrgbClr r="0" g="0" b="0"/>
              </a:lnRef>
              <a:fillRef idx="0">
                <a:scrgbClr r="0" g="0" b="0"/>
              </a:fillRef>
              <a:effectRef idx="0">
                <a:scrgbClr r="0" g="0" b="0"/>
              </a:effectRef>
              <a:fontRef idx="minor"/>
            </p:style>
            <p:txBody>
              <a:bodyPr tIns="25920" bIns="25920" anchor="ctr">
                <a:noAutofit/>
              </a:bodyPr>
              <a:lstStyle/>
              <a:p>
                <a:pPr defTabSz="914400">
                  <a:lnSpc>
                    <a:spcPct val="100000"/>
                  </a:lnSpc>
                  <a:tabLst>
                    <a:tab pos="0" algn="l"/>
                  </a:tabLst>
                </a:pPr>
                <a:endParaRPr lang="en-US" sz="1800" b="0" u="none" strike="noStrike">
                  <a:solidFill>
                    <a:srgbClr val="FFFFFF"/>
                  </a:solidFill>
                  <a:effectLst/>
                  <a:uFillTx/>
                  <a:latin typeface="OpenSymbol"/>
                </a:endParaRPr>
              </a:p>
            </p:txBody>
          </p:sp>
        </p:grpSp>
        <p:grpSp>
          <p:nvGrpSpPr>
            <p:cNvPr id="177" name="Google Shape;358;p21"/>
            <p:cNvGrpSpPr/>
            <p:nvPr/>
          </p:nvGrpSpPr>
          <p:grpSpPr>
            <a:xfrm>
              <a:off x="7267320" y="-374400"/>
              <a:ext cx="2455920" cy="1917000"/>
              <a:chOff x="7267320" y="-374400"/>
              <a:chExt cx="2455920" cy="1917000"/>
            </a:xfrm>
          </p:grpSpPr>
          <p:sp>
            <p:nvSpPr>
              <p:cNvPr id="178" name="Google Shape;359;p21"/>
              <p:cNvSpPr/>
              <p:nvPr/>
            </p:nvSpPr>
            <p:spPr>
              <a:xfrm rot="16200000" flipH="1">
                <a:off x="7653240" y="-8280"/>
                <a:ext cx="1554120" cy="1548360"/>
              </a:xfrm>
              <a:prstGeom prst="rtTriangle">
                <a:avLst/>
              </a:prstGeom>
              <a:solidFill>
                <a:schemeClr val="dk1"/>
              </a:solidFill>
              <a:ln w="0">
                <a:noFill/>
              </a:ln>
            </p:spPr>
            <p:style>
              <a:lnRef idx="0">
                <a:scrgbClr r="0" g="0" b="0"/>
              </a:lnRef>
              <a:fillRef idx="0">
                <a:scrgbClr r="0" g="0" b="0"/>
              </a:fillRef>
              <a:effectRef idx="0">
                <a:scrgbClr r="0" g="0" b="0"/>
              </a:effectRef>
              <a:fontRef idx="minor"/>
            </p:style>
            <p:txBody>
              <a:bodyPr tIns="91440" bIns="91440" anchor="ctr">
                <a:noAutofit/>
              </a:bodyPr>
              <a:lstStyle/>
              <a:p>
                <a:pPr defTabSz="914400">
                  <a:lnSpc>
                    <a:spcPct val="100000"/>
                  </a:lnSpc>
                  <a:tabLst>
                    <a:tab pos="0" algn="l"/>
                  </a:tabLst>
                </a:pPr>
                <a:endParaRPr lang="en-US" sz="1800" b="0" u="none" strike="noStrike">
                  <a:solidFill>
                    <a:srgbClr val="FFFFFF"/>
                  </a:solidFill>
                  <a:effectLst/>
                  <a:uFillTx/>
                  <a:latin typeface="OpenSymbol"/>
                </a:endParaRPr>
              </a:p>
            </p:txBody>
          </p:sp>
          <p:sp>
            <p:nvSpPr>
              <p:cNvPr id="179" name="Google Shape;360;p21"/>
              <p:cNvSpPr/>
              <p:nvPr/>
            </p:nvSpPr>
            <p:spPr>
              <a:xfrm rot="2699400" flipH="1">
                <a:off x="8647920" y="634320"/>
                <a:ext cx="1150200" cy="262080"/>
              </a:xfrm>
              <a:prstGeom prst="roundRect">
                <a:avLst>
                  <a:gd name="adj" fmla="val 50000"/>
                </a:avLst>
              </a:prstGeom>
              <a:solidFill>
                <a:schemeClr val="dk2"/>
              </a:solidFill>
              <a:ln w="0">
                <a:noFill/>
              </a:ln>
            </p:spPr>
            <p:style>
              <a:lnRef idx="0">
                <a:scrgbClr r="0" g="0" b="0"/>
              </a:lnRef>
              <a:fillRef idx="0">
                <a:scrgbClr r="0" g="0" b="0"/>
              </a:fillRef>
              <a:effectRef idx="0">
                <a:scrgbClr r="0" g="0" b="0"/>
              </a:effectRef>
              <a:fontRef idx="minor"/>
            </p:style>
            <p:txBody>
              <a:bodyPr tIns="91440" bIns="91440" anchor="ctr">
                <a:noAutofit/>
              </a:bodyPr>
              <a:lstStyle/>
              <a:p>
                <a:pPr defTabSz="914400">
                  <a:lnSpc>
                    <a:spcPct val="100000"/>
                  </a:lnSpc>
                  <a:tabLst>
                    <a:tab pos="0" algn="l"/>
                  </a:tabLst>
                </a:pPr>
                <a:endParaRPr lang="en-US" sz="1800" b="0" u="none" strike="noStrike">
                  <a:solidFill>
                    <a:srgbClr val="000000"/>
                  </a:solidFill>
                  <a:effectLst/>
                  <a:uFillTx/>
                  <a:latin typeface="OpenSymbol"/>
                </a:endParaRPr>
              </a:p>
            </p:txBody>
          </p:sp>
          <p:sp>
            <p:nvSpPr>
              <p:cNvPr id="180" name="Google Shape;361;p21"/>
              <p:cNvSpPr/>
              <p:nvPr/>
            </p:nvSpPr>
            <p:spPr>
              <a:xfrm>
                <a:off x="7719480" y="145440"/>
                <a:ext cx="1309320" cy="1309320"/>
              </a:xfrm>
              <a:prstGeom prst="ellipse">
                <a:avLst/>
              </a:prstGeom>
              <a:noFill/>
              <a:ln w="9525">
                <a:solidFill>
                  <a:srgbClr val="F8F8F8"/>
                </a:solidFill>
                <a:prstDash val="lgDash"/>
                <a:round/>
              </a:ln>
            </p:spPr>
            <p:style>
              <a:lnRef idx="0">
                <a:scrgbClr r="0" g="0" b="0"/>
              </a:lnRef>
              <a:fillRef idx="0">
                <a:scrgbClr r="0" g="0" b="0"/>
              </a:fillRef>
              <a:effectRef idx="0">
                <a:scrgbClr r="0" g="0" b="0"/>
              </a:effectRef>
              <a:fontRef idx="minor"/>
            </p:style>
            <p:txBody>
              <a:bodyPr tIns="91440" bIns="91440" anchor="ctr">
                <a:noAutofit/>
              </a:bodyPr>
              <a:lstStyle/>
              <a:p>
                <a:pPr defTabSz="914400">
                  <a:lnSpc>
                    <a:spcPct val="100000"/>
                  </a:lnSpc>
                  <a:tabLst>
                    <a:tab pos="0" algn="l"/>
                  </a:tabLst>
                </a:pPr>
                <a:endParaRPr lang="en-US" sz="1800" b="0" u="none" strike="noStrike">
                  <a:solidFill>
                    <a:srgbClr val="000000"/>
                  </a:solidFill>
                  <a:effectLst/>
                  <a:uFillTx/>
                  <a:latin typeface="OpenSymbol"/>
                </a:endParaRPr>
              </a:p>
            </p:txBody>
          </p:sp>
          <p:sp>
            <p:nvSpPr>
              <p:cNvPr id="181" name="Google Shape;362;p21"/>
              <p:cNvSpPr/>
              <p:nvPr/>
            </p:nvSpPr>
            <p:spPr>
              <a:xfrm rot="2699400" flipH="1">
                <a:off x="7177680" y="-15480"/>
                <a:ext cx="1098360" cy="201600"/>
              </a:xfrm>
              <a:prstGeom prst="roundRect">
                <a:avLst>
                  <a:gd name="adj" fmla="val 50000"/>
                </a:avLst>
              </a:prstGeom>
              <a:solidFill>
                <a:schemeClr val="lt2"/>
              </a:solidFill>
              <a:ln w="0">
                <a:noFill/>
              </a:ln>
            </p:spPr>
            <p:style>
              <a:lnRef idx="0">
                <a:scrgbClr r="0" g="0" b="0"/>
              </a:lnRef>
              <a:fillRef idx="0">
                <a:scrgbClr r="0" g="0" b="0"/>
              </a:fillRef>
              <a:effectRef idx="0">
                <a:scrgbClr r="0" g="0" b="0"/>
              </a:effectRef>
              <a:fontRef idx="minor"/>
            </p:style>
            <p:txBody>
              <a:bodyPr tIns="71280" bIns="71280" anchor="ctr">
                <a:noAutofit/>
              </a:bodyPr>
              <a:lstStyle/>
              <a:p>
                <a:pPr defTabSz="914400">
                  <a:lnSpc>
                    <a:spcPct val="100000"/>
                  </a:lnSpc>
                  <a:tabLst>
                    <a:tab pos="0" algn="l"/>
                  </a:tabLst>
                </a:pPr>
                <a:endParaRPr lang="en-US" sz="1800" b="0" u="none" strike="noStrike">
                  <a:solidFill>
                    <a:srgbClr val="FFFFFF"/>
                  </a:solidFill>
                  <a:effectLst/>
                  <a:uFillTx/>
                  <a:latin typeface="OpenSymbol"/>
                </a:endParaRPr>
              </a:p>
            </p:txBody>
          </p:sp>
        </p:grpSp>
      </p:grpSp>
    </p:spTree>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type="blank" preserve="1">
  <p:cSld name="CUSTOM_12_1">
    <p:bg>
      <p:bgPr>
        <a:solidFill>
          <a:schemeClr val="lt1"/>
        </a:solidFill>
        <a:effectLst/>
      </p:bgPr>
    </p:bg>
    <p:spTree>
      <p:nvGrpSpPr>
        <p:cNvPr id="1" name=""/>
        <p:cNvGrpSpPr/>
        <p:nvPr/>
      </p:nvGrpSpPr>
      <p:grpSpPr>
        <a:xfrm>
          <a:off x="0" y="0"/>
          <a:ext cx="0" cy="0"/>
          <a:chOff x="0" y="0"/>
          <a:chExt cx="0" cy="0"/>
        </a:xfrm>
      </p:grpSpPr>
      <p:sp>
        <p:nvSpPr>
          <p:cNvPr id="182" name="PlaceHolder 1"/>
          <p:cNvSpPr>
            <a:spLocks noGrp="1"/>
          </p:cNvSpPr>
          <p:nvPr>
            <p:ph type="title"/>
          </p:nvPr>
        </p:nvSpPr>
        <p:spPr>
          <a:xfrm>
            <a:off x="720000" y="1222920"/>
            <a:ext cx="4275720" cy="1733760"/>
          </a:xfrm>
          <a:prstGeom prst="rect">
            <a:avLst/>
          </a:prstGeom>
          <a:noFill/>
          <a:ln w="0">
            <a:noFill/>
          </a:ln>
        </p:spPr>
        <p:txBody>
          <a:bodyPr lIns="91440" tIns="91440" rIns="91440" bIns="91440" anchor="b">
            <a:noAutofit/>
          </a:bodyPr>
          <a:lstStyle/>
          <a:p>
            <a:pPr indent="0">
              <a:buNone/>
            </a:pPr>
            <a:r>
              <a:rPr lang="fr-FR" sz="3200" b="0" u="none" strike="noStrike">
                <a:solidFill>
                  <a:schemeClr val="dk1"/>
                </a:solidFill>
                <a:effectLst/>
                <a:uFillTx/>
                <a:latin typeface="Arial"/>
              </a:rPr>
              <a:t>Click to edit the title text format</a:t>
            </a:r>
          </a:p>
        </p:txBody>
      </p:sp>
      <p:sp>
        <p:nvSpPr>
          <p:cNvPr id="183" name="PlaceHolder 2"/>
          <p:cNvSpPr>
            <a:spLocks noGrp="1"/>
          </p:cNvSpPr>
          <p:nvPr>
            <p:ph type="body"/>
          </p:nvPr>
        </p:nvSpPr>
        <p:spPr>
          <a:xfrm>
            <a:off x="5397480" y="1055160"/>
            <a:ext cx="3033000" cy="3033000"/>
          </a:xfrm>
          <a:prstGeom prst="rect">
            <a:avLst/>
          </a:prstGeom>
          <a:noFill/>
          <a:ln w="38160">
            <a:solidFill>
              <a:schemeClr val="lt1"/>
            </a:solidFill>
            <a:round/>
          </a:ln>
        </p:spPr>
        <p:txBody>
          <a:bodyPr lIns="90000" tIns="45000" rIns="90000" bIns="45000" anchor="t">
            <a:normAutofit fontScale="47500" lnSpcReduction="19999"/>
          </a:bodyPr>
          <a:lstStyle/>
          <a:p>
            <a:pPr marL="432000" indent="-324000">
              <a:spcBef>
                <a:spcPts val="1417"/>
              </a:spcBef>
              <a:buClr>
                <a:srgbClr val="000000"/>
              </a:buClr>
              <a:buSzPct val="45000"/>
              <a:buFont typeface="Wingdings" charset="2"/>
              <a:buChar char=""/>
            </a:pPr>
            <a:r>
              <a:rPr lang="fr-FR" sz="1800" b="0" u="none" strike="noStrike">
                <a:solidFill>
                  <a:srgbClr val="000000"/>
                </a:solidFill>
                <a:effectLst/>
                <a:uFillTx/>
                <a:latin typeface="Arial"/>
              </a:rPr>
              <a:t>Click to edit the outline text format</a:t>
            </a:r>
          </a:p>
          <a:p>
            <a:pPr marL="864000" lvl="1" indent="-324000">
              <a:spcBef>
                <a:spcPts val="1134"/>
              </a:spcBef>
              <a:buClr>
                <a:srgbClr val="000000"/>
              </a:buClr>
              <a:buSzPct val="75000"/>
              <a:buFont typeface="Symbol" charset="2"/>
              <a:buChar char=""/>
            </a:pPr>
            <a:r>
              <a:rPr lang="fr-FR" sz="1800" b="0" u="none" strike="noStrike">
                <a:solidFill>
                  <a:srgbClr val="000000"/>
                </a:solidFill>
                <a:effectLst/>
                <a:uFillTx/>
                <a:latin typeface="Arial"/>
              </a:rPr>
              <a:t>Second Outline Level</a:t>
            </a:r>
          </a:p>
          <a:p>
            <a:pPr marL="1296000" lvl="2" indent="-288000">
              <a:spcBef>
                <a:spcPts val="850"/>
              </a:spcBef>
              <a:buClr>
                <a:srgbClr val="000000"/>
              </a:buClr>
              <a:buSzPct val="45000"/>
              <a:buFont typeface="Wingdings" charset="2"/>
              <a:buChar char=""/>
            </a:pPr>
            <a:r>
              <a:rPr lang="fr-FR" sz="1800" b="0" u="none" strike="noStrike">
                <a:solidFill>
                  <a:srgbClr val="000000"/>
                </a:solidFill>
                <a:effectLst/>
                <a:uFillTx/>
                <a:latin typeface="Arial"/>
              </a:rPr>
              <a:t>Third Outline Level</a:t>
            </a:r>
          </a:p>
          <a:p>
            <a:pPr marL="1728000" lvl="3" indent="-216000">
              <a:spcBef>
                <a:spcPts val="567"/>
              </a:spcBef>
              <a:buClr>
                <a:srgbClr val="000000"/>
              </a:buClr>
              <a:buSzPct val="75000"/>
              <a:buFont typeface="Symbol" charset="2"/>
              <a:buChar char=""/>
            </a:pPr>
            <a:r>
              <a:rPr lang="fr-FR" sz="1800" b="0" u="none" strike="noStrike">
                <a:solidFill>
                  <a:srgbClr val="000000"/>
                </a:solidFill>
                <a:effectLst/>
                <a:uFillTx/>
                <a:latin typeface="Arial"/>
              </a:rPr>
              <a:t>Fourth Outline Level</a:t>
            </a:r>
          </a:p>
          <a:p>
            <a:pPr marL="2160000" lvl="4" indent="-216000">
              <a:spcBef>
                <a:spcPts val="283"/>
              </a:spcBef>
              <a:buClr>
                <a:srgbClr val="000000"/>
              </a:buClr>
              <a:buSzPct val="45000"/>
              <a:buFont typeface="Wingdings" charset="2"/>
              <a:buChar char=""/>
            </a:pPr>
            <a:r>
              <a:rPr lang="fr-FR" sz="1800" b="0" u="none" strike="noStrike">
                <a:solidFill>
                  <a:srgbClr val="000000"/>
                </a:solidFill>
                <a:effectLst/>
                <a:uFillTx/>
                <a:latin typeface="Arial"/>
              </a:rPr>
              <a:t>Fifth Outline Level</a:t>
            </a:r>
          </a:p>
          <a:p>
            <a:pPr marL="2592000" lvl="5" indent="-216000">
              <a:spcBef>
                <a:spcPts val="283"/>
              </a:spcBef>
              <a:buClr>
                <a:srgbClr val="000000"/>
              </a:buClr>
              <a:buSzPct val="45000"/>
              <a:buFont typeface="Wingdings" charset="2"/>
              <a:buChar char=""/>
            </a:pPr>
            <a:r>
              <a:rPr lang="fr-FR" sz="1800" b="0" u="none" strike="noStrike">
                <a:solidFill>
                  <a:srgbClr val="000000"/>
                </a:solidFill>
                <a:effectLst/>
                <a:uFillTx/>
                <a:latin typeface="Arial"/>
              </a:rPr>
              <a:t>Sixth Outline Level</a:t>
            </a:r>
          </a:p>
          <a:p>
            <a:pPr marL="3024000" lvl="6" indent="-216000">
              <a:spcBef>
                <a:spcPts val="283"/>
              </a:spcBef>
              <a:buClr>
                <a:srgbClr val="000000"/>
              </a:buClr>
              <a:buSzPct val="45000"/>
              <a:buFont typeface="Wingdings" charset="2"/>
              <a:buChar char=""/>
            </a:pPr>
            <a:r>
              <a:rPr lang="fr-FR" sz="1800" b="0" u="none" strike="noStrike">
                <a:solidFill>
                  <a:srgbClr val="000000"/>
                </a:solidFill>
                <a:effectLst/>
                <a:uFillTx/>
                <a:latin typeface="Arial"/>
              </a:rPr>
              <a:t>Seventh Outline Level</a:t>
            </a:r>
          </a:p>
        </p:txBody>
      </p:sp>
      <p:grpSp>
        <p:nvGrpSpPr>
          <p:cNvPr id="184" name="Google Shape;367;p22"/>
          <p:cNvGrpSpPr/>
          <p:nvPr/>
        </p:nvGrpSpPr>
        <p:grpSpPr>
          <a:xfrm>
            <a:off x="5362560" y="4349160"/>
            <a:ext cx="1309320" cy="257400"/>
            <a:chOff x="5362560" y="4349160"/>
            <a:chExt cx="1309320" cy="257400"/>
          </a:xfrm>
        </p:grpSpPr>
        <p:sp>
          <p:nvSpPr>
            <p:cNvPr id="185" name="Google Shape;368;p22"/>
            <p:cNvSpPr/>
            <p:nvPr/>
          </p:nvSpPr>
          <p:spPr>
            <a:xfrm flipV="1">
              <a:off x="5781960" y="4533120"/>
              <a:ext cx="73440" cy="73440"/>
            </a:xfrm>
            <a:prstGeom prst="ellipse">
              <a:avLst/>
            </a:prstGeom>
            <a:solidFill>
              <a:schemeClr val="dk1"/>
            </a:solidFill>
            <a:ln w="0">
              <a:noFill/>
            </a:ln>
          </p:spPr>
          <p:style>
            <a:lnRef idx="0">
              <a:scrgbClr r="0" g="0" b="0"/>
            </a:lnRef>
            <a:fillRef idx="0">
              <a:scrgbClr r="0" g="0" b="0"/>
            </a:fillRef>
            <a:effectRef idx="0">
              <a:scrgbClr r="0" g="0" b="0"/>
            </a:effectRef>
            <a:fontRef idx="minor"/>
          </p:style>
          <p:txBody>
            <a:bodyPr tIns="25920" bIns="25920" anchor="ctr">
              <a:noAutofit/>
            </a:bodyPr>
            <a:lstStyle/>
            <a:p>
              <a:pPr defTabSz="914400">
                <a:lnSpc>
                  <a:spcPct val="100000"/>
                </a:lnSpc>
                <a:tabLst>
                  <a:tab pos="0" algn="l"/>
                </a:tabLst>
              </a:pPr>
              <a:endParaRPr lang="en-US" sz="1800" b="0" u="none" strike="noStrike">
                <a:solidFill>
                  <a:srgbClr val="FFFFFF"/>
                </a:solidFill>
                <a:effectLst/>
                <a:uFillTx/>
                <a:latin typeface="OpenSymbol"/>
              </a:endParaRPr>
            </a:p>
          </p:txBody>
        </p:sp>
        <p:sp>
          <p:nvSpPr>
            <p:cNvPr id="186" name="Google Shape;369;p22"/>
            <p:cNvSpPr/>
            <p:nvPr/>
          </p:nvSpPr>
          <p:spPr>
            <a:xfrm flipV="1">
              <a:off x="5986080" y="4533120"/>
              <a:ext cx="73440" cy="73440"/>
            </a:xfrm>
            <a:prstGeom prst="ellipse">
              <a:avLst/>
            </a:prstGeom>
            <a:solidFill>
              <a:schemeClr val="dk1"/>
            </a:solidFill>
            <a:ln w="0">
              <a:noFill/>
            </a:ln>
          </p:spPr>
          <p:style>
            <a:lnRef idx="0">
              <a:scrgbClr r="0" g="0" b="0"/>
            </a:lnRef>
            <a:fillRef idx="0">
              <a:scrgbClr r="0" g="0" b="0"/>
            </a:fillRef>
            <a:effectRef idx="0">
              <a:scrgbClr r="0" g="0" b="0"/>
            </a:effectRef>
            <a:fontRef idx="minor"/>
          </p:style>
          <p:txBody>
            <a:bodyPr tIns="25920" bIns="25920" anchor="ctr">
              <a:noAutofit/>
            </a:bodyPr>
            <a:lstStyle/>
            <a:p>
              <a:pPr defTabSz="914400">
                <a:lnSpc>
                  <a:spcPct val="100000"/>
                </a:lnSpc>
                <a:tabLst>
                  <a:tab pos="0" algn="l"/>
                </a:tabLst>
              </a:pPr>
              <a:endParaRPr lang="en-US" sz="1800" b="0" u="none" strike="noStrike">
                <a:solidFill>
                  <a:srgbClr val="FFFFFF"/>
                </a:solidFill>
                <a:effectLst/>
                <a:uFillTx/>
                <a:latin typeface="OpenSymbol"/>
              </a:endParaRPr>
            </a:p>
          </p:txBody>
        </p:sp>
        <p:sp>
          <p:nvSpPr>
            <p:cNvPr id="187" name="Google Shape;370;p22"/>
            <p:cNvSpPr/>
            <p:nvPr/>
          </p:nvSpPr>
          <p:spPr>
            <a:xfrm flipV="1">
              <a:off x="6190200" y="4533120"/>
              <a:ext cx="73440" cy="73440"/>
            </a:xfrm>
            <a:prstGeom prst="ellipse">
              <a:avLst/>
            </a:prstGeom>
            <a:solidFill>
              <a:schemeClr val="dk1"/>
            </a:solidFill>
            <a:ln w="0">
              <a:noFill/>
            </a:ln>
          </p:spPr>
          <p:style>
            <a:lnRef idx="0">
              <a:scrgbClr r="0" g="0" b="0"/>
            </a:lnRef>
            <a:fillRef idx="0">
              <a:scrgbClr r="0" g="0" b="0"/>
            </a:fillRef>
            <a:effectRef idx="0">
              <a:scrgbClr r="0" g="0" b="0"/>
            </a:effectRef>
            <a:fontRef idx="minor"/>
          </p:style>
          <p:txBody>
            <a:bodyPr tIns="25920" bIns="25920" anchor="ctr">
              <a:noAutofit/>
            </a:bodyPr>
            <a:lstStyle/>
            <a:p>
              <a:pPr defTabSz="914400">
                <a:lnSpc>
                  <a:spcPct val="100000"/>
                </a:lnSpc>
                <a:tabLst>
                  <a:tab pos="0" algn="l"/>
                </a:tabLst>
              </a:pPr>
              <a:endParaRPr lang="en-US" sz="1800" b="0" u="none" strike="noStrike">
                <a:solidFill>
                  <a:srgbClr val="FFFFFF"/>
                </a:solidFill>
                <a:effectLst/>
                <a:uFillTx/>
                <a:latin typeface="OpenSymbol"/>
              </a:endParaRPr>
            </a:p>
          </p:txBody>
        </p:sp>
        <p:sp>
          <p:nvSpPr>
            <p:cNvPr id="188" name="Google Shape;371;p22"/>
            <p:cNvSpPr/>
            <p:nvPr/>
          </p:nvSpPr>
          <p:spPr>
            <a:xfrm flipV="1">
              <a:off x="6394320" y="4533120"/>
              <a:ext cx="73440" cy="73440"/>
            </a:xfrm>
            <a:prstGeom prst="ellipse">
              <a:avLst/>
            </a:prstGeom>
            <a:solidFill>
              <a:schemeClr val="dk1"/>
            </a:solidFill>
            <a:ln w="0">
              <a:noFill/>
            </a:ln>
          </p:spPr>
          <p:style>
            <a:lnRef idx="0">
              <a:scrgbClr r="0" g="0" b="0"/>
            </a:lnRef>
            <a:fillRef idx="0">
              <a:scrgbClr r="0" g="0" b="0"/>
            </a:fillRef>
            <a:effectRef idx="0">
              <a:scrgbClr r="0" g="0" b="0"/>
            </a:effectRef>
            <a:fontRef idx="minor"/>
          </p:style>
          <p:txBody>
            <a:bodyPr tIns="25920" bIns="25920" anchor="ctr">
              <a:noAutofit/>
            </a:bodyPr>
            <a:lstStyle/>
            <a:p>
              <a:pPr defTabSz="914400">
                <a:lnSpc>
                  <a:spcPct val="100000"/>
                </a:lnSpc>
                <a:tabLst>
                  <a:tab pos="0" algn="l"/>
                </a:tabLst>
              </a:pPr>
              <a:endParaRPr lang="en-US" sz="1800" b="0" u="none" strike="noStrike">
                <a:solidFill>
                  <a:srgbClr val="FFFFFF"/>
                </a:solidFill>
                <a:effectLst/>
                <a:uFillTx/>
                <a:latin typeface="OpenSymbol"/>
              </a:endParaRPr>
            </a:p>
          </p:txBody>
        </p:sp>
        <p:sp>
          <p:nvSpPr>
            <p:cNvPr id="189" name="Google Shape;372;p22"/>
            <p:cNvSpPr/>
            <p:nvPr/>
          </p:nvSpPr>
          <p:spPr>
            <a:xfrm flipV="1">
              <a:off x="6598440" y="4533120"/>
              <a:ext cx="73440" cy="73440"/>
            </a:xfrm>
            <a:prstGeom prst="ellipse">
              <a:avLst/>
            </a:prstGeom>
            <a:solidFill>
              <a:schemeClr val="dk1"/>
            </a:solidFill>
            <a:ln w="0">
              <a:noFill/>
            </a:ln>
          </p:spPr>
          <p:style>
            <a:lnRef idx="0">
              <a:scrgbClr r="0" g="0" b="0"/>
            </a:lnRef>
            <a:fillRef idx="0">
              <a:scrgbClr r="0" g="0" b="0"/>
            </a:fillRef>
            <a:effectRef idx="0">
              <a:scrgbClr r="0" g="0" b="0"/>
            </a:effectRef>
            <a:fontRef idx="minor"/>
          </p:style>
          <p:txBody>
            <a:bodyPr tIns="25920" bIns="25920" anchor="ctr">
              <a:noAutofit/>
            </a:bodyPr>
            <a:lstStyle/>
            <a:p>
              <a:pPr defTabSz="914400">
                <a:lnSpc>
                  <a:spcPct val="100000"/>
                </a:lnSpc>
                <a:tabLst>
                  <a:tab pos="0" algn="l"/>
                </a:tabLst>
              </a:pPr>
              <a:endParaRPr lang="en-US" sz="1800" b="0" u="none" strike="noStrike">
                <a:solidFill>
                  <a:srgbClr val="FFFFFF"/>
                </a:solidFill>
                <a:effectLst/>
                <a:uFillTx/>
                <a:latin typeface="OpenSymbol"/>
              </a:endParaRPr>
            </a:p>
          </p:txBody>
        </p:sp>
        <p:sp>
          <p:nvSpPr>
            <p:cNvPr id="190" name="Google Shape;373;p22"/>
            <p:cNvSpPr/>
            <p:nvPr/>
          </p:nvSpPr>
          <p:spPr>
            <a:xfrm flipV="1">
              <a:off x="5362560" y="4349160"/>
              <a:ext cx="73440" cy="73440"/>
            </a:xfrm>
            <a:prstGeom prst="ellipse">
              <a:avLst/>
            </a:prstGeom>
            <a:solidFill>
              <a:schemeClr val="dk1"/>
            </a:solidFill>
            <a:ln w="0">
              <a:noFill/>
            </a:ln>
          </p:spPr>
          <p:style>
            <a:lnRef idx="0">
              <a:scrgbClr r="0" g="0" b="0"/>
            </a:lnRef>
            <a:fillRef idx="0">
              <a:scrgbClr r="0" g="0" b="0"/>
            </a:fillRef>
            <a:effectRef idx="0">
              <a:scrgbClr r="0" g="0" b="0"/>
            </a:effectRef>
            <a:fontRef idx="minor"/>
          </p:style>
          <p:txBody>
            <a:bodyPr tIns="25920" bIns="25920" anchor="ctr">
              <a:noAutofit/>
            </a:bodyPr>
            <a:lstStyle/>
            <a:p>
              <a:pPr defTabSz="914400">
                <a:lnSpc>
                  <a:spcPct val="100000"/>
                </a:lnSpc>
                <a:tabLst>
                  <a:tab pos="0" algn="l"/>
                </a:tabLst>
              </a:pPr>
              <a:endParaRPr lang="en-US" sz="1800" b="0" u="none" strike="noStrike">
                <a:solidFill>
                  <a:srgbClr val="FFFFFF"/>
                </a:solidFill>
                <a:effectLst/>
                <a:uFillTx/>
                <a:latin typeface="OpenSymbol"/>
              </a:endParaRPr>
            </a:p>
          </p:txBody>
        </p:sp>
        <p:sp>
          <p:nvSpPr>
            <p:cNvPr id="191" name="Google Shape;374;p22"/>
            <p:cNvSpPr/>
            <p:nvPr/>
          </p:nvSpPr>
          <p:spPr>
            <a:xfrm flipV="1">
              <a:off x="5566680" y="4349160"/>
              <a:ext cx="73440" cy="73440"/>
            </a:xfrm>
            <a:prstGeom prst="ellipse">
              <a:avLst/>
            </a:prstGeom>
            <a:solidFill>
              <a:schemeClr val="dk1"/>
            </a:solidFill>
            <a:ln w="0">
              <a:noFill/>
            </a:ln>
          </p:spPr>
          <p:style>
            <a:lnRef idx="0">
              <a:scrgbClr r="0" g="0" b="0"/>
            </a:lnRef>
            <a:fillRef idx="0">
              <a:scrgbClr r="0" g="0" b="0"/>
            </a:fillRef>
            <a:effectRef idx="0">
              <a:scrgbClr r="0" g="0" b="0"/>
            </a:effectRef>
            <a:fontRef idx="minor"/>
          </p:style>
          <p:txBody>
            <a:bodyPr tIns="25920" bIns="25920" anchor="ctr">
              <a:noAutofit/>
            </a:bodyPr>
            <a:lstStyle/>
            <a:p>
              <a:pPr defTabSz="914400">
                <a:lnSpc>
                  <a:spcPct val="100000"/>
                </a:lnSpc>
                <a:tabLst>
                  <a:tab pos="0" algn="l"/>
                </a:tabLst>
              </a:pPr>
              <a:endParaRPr lang="en-US" sz="1800" b="0" u="none" strike="noStrike">
                <a:solidFill>
                  <a:srgbClr val="FFFFFF"/>
                </a:solidFill>
                <a:effectLst/>
                <a:uFillTx/>
                <a:latin typeface="OpenSymbol"/>
              </a:endParaRPr>
            </a:p>
          </p:txBody>
        </p:sp>
        <p:sp>
          <p:nvSpPr>
            <p:cNvPr id="192" name="Google Shape;375;p22"/>
            <p:cNvSpPr/>
            <p:nvPr/>
          </p:nvSpPr>
          <p:spPr>
            <a:xfrm flipV="1">
              <a:off x="5770800" y="4349160"/>
              <a:ext cx="73440" cy="73440"/>
            </a:xfrm>
            <a:prstGeom prst="ellipse">
              <a:avLst/>
            </a:prstGeom>
            <a:solidFill>
              <a:schemeClr val="dk1"/>
            </a:solidFill>
            <a:ln w="0">
              <a:noFill/>
            </a:ln>
          </p:spPr>
          <p:style>
            <a:lnRef idx="0">
              <a:scrgbClr r="0" g="0" b="0"/>
            </a:lnRef>
            <a:fillRef idx="0">
              <a:scrgbClr r="0" g="0" b="0"/>
            </a:fillRef>
            <a:effectRef idx="0">
              <a:scrgbClr r="0" g="0" b="0"/>
            </a:effectRef>
            <a:fontRef idx="minor"/>
          </p:style>
          <p:txBody>
            <a:bodyPr tIns="25920" bIns="25920" anchor="ctr">
              <a:noAutofit/>
            </a:bodyPr>
            <a:lstStyle/>
            <a:p>
              <a:pPr defTabSz="914400">
                <a:lnSpc>
                  <a:spcPct val="100000"/>
                </a:lnSpc>
                <a:tabLst>
                  <a:tab pos="0" algn="l"/>
                </a:tabLst>
              </a:pPr>
              <a:endParaRPr lang="en-US" sz="1800" b="0" u="none" strike="noStrike">
                <a:solidFill>
                  <a:srgbClr val="FFFFFF"/>
                </a:solidFill>
                <a:effectLst/>
                <a:uFillTx/>
                <a:latin typeface="OpenSymbol"/>
              </a:endParaRPr>
            </a:p>
          </p:txBody>
        </p:sp>
        <p:sp>
          <p:nvSpPr>
            <p:cNvPr id="193" name="Google Shape;376;p22"/>
            <p:cNvSpPr/>
            <p:nvPr/>
          </p:nvSpPr>
          <p:spPr>
            <a:xfrm flipV="1">
              <a:off x="5974920" y="4349160"/>
              <a:ext cx="73440" cy="73440"/>
            </a:xfrm>
            <a:prstGeom prst="ellipse">
              <a:avLst/>
            </a:prstGeom>
            <a:solidFill>
              <a:schemeClr val="dk1"/>
            </a:solidFill>
            <a:ln w="0">
              <a:noFill/>
            </a:ln>
          </p:spPr>
          <p:style>
            <a:lnRef idx="0">
              <a:scrgbClr r="0" g="0" b="0"/>
            </a:lnRef>
            <a:fillRef idx="0">
              <a:scrgbClr r="0" g="0" b="0"/>
            </a:fillRef>
            <a:effectRef idx="0">
              <a:scrgbClr r="0" g="0" b="0"/>
            </a:effectRef>
            <a:fontRef idx="minor"/>
          </p:style>
          <p:txBody>
            <a:bodyPr tIns="25920" bIns="25920" anchor="ctr">
              <a:noAutofit/>
            </a:bodyPr>
            <a:lstStyle/>
            <a:p>
              <a:pPr defTabSz="914400">
                <a:lnSpc>
                  <a:spcPct val="100000"/>
                </a:lnSpc>
                <a:tabLst>
                  <a:tab pos="0" algn="l"/>
                </a:tabLst>
              </a:pPr>
              <a:endParaRPr lang="en-US" sz="1800" b="0" u="none" strike="noStrike">
                <a:solidFill>
                  <a:srgbClr val="FFFFFF"/>
                </a:solidFill>
                <a:effectLst/>
                <a:uFillTx/>
                <a:latin typeface="OpenSymbol"/>
              </a:endParaRPr>
            </a:p>
          </p:txBody>
        </p:sp>
        <p:sp>
          <p:nvSpPr>
            <p:cNvPr id="194" name="Google Shape;377;p22"/>
            <p:cNvSpPr/>
            <p:nvPr/>
          </p:nvSpPr>
          <p:spPr>
            <a:xfrm flipV="1">
              <a:off x="6179040" y="4349160"/>
              <a:ext cx="73440" cy="73440"/>
            </a:xfrm>
            <a:prstGeom prst="ellipse">
              <a:avLst/>
            </a:prstGeom>
            <a:solidFill>
              <a:schemeClr val="dk1"/>
            </a:solidFill>
            <a:ln w="0">
              <a:noFill/>
            </a:ln>
          </p:spPr>
          <p:style>
            <a:lnRef idx="0">
              <a:scrgbClr r="0" g="0" b="0"/>
            </a:lnRef>
            <a:fillRef idx="0">
              <a:scrgbClr r="0" g="0" b="0"/>
            </a:fillRef>
            <a:effectRef idx="0">
              <a:scrgbClr r="0" g="0" b="0"/>
            </a:effectRef>
            <a:fontRef idx="minor"/>
          </p:style>
          <p:txBody>
            <a:bodyPr tIns="25920" bIns="25920" anchor="ctr">
              <a:noAutofit/>
            </a:bodyPr>
            <a:lstStyle/>
            <a:p>
              <a:pPr defTabSz="914400">
                <a:lnSpc>
                  <a:spcPct val="100000"/>
                </a:lnSpc>
                <a:tabLst>
                  <a:tab pos="0" algn="l"/>
                </a:tabLst>
              </a:pPr>
              <a:endParaRPr lang="en-US" sz="1800" b="0" u="none" strike="noStrike">
                <a:solidFill>
                  <a:srgbClr val="FFFFFF"/>
                </a:solidFill>
                <a:effectLst/>
                <a:uFillTx/>
                <a:latin typeface="OpenSymbol"/>
              </a:endParaRPr>
            </a:p>
          </p:txBody>
        </p:sp>
      </p:grpSp>
    </p:spTree>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type="blank" preserve="1">
  <p:cSld name="CUSTOM_4_1">
    <p:bg>
      <p:bgPr>
        <a:solidFill>
          <a:schemeClr val="lt1"/>
        </a:solidFill>
        <a:effectLst/>
      </p:bgPr>
    </p:bg>
    <p:spTree>
      <p:nvGrpSpPr>
        <p:cNvPr id="1" name=""/>
        <p:cNvGrpSpPr/>
        <p:nvPr/>
      </p:nvGrpSpPr>
      <p:grpSpPr>
        <a:xfrm>
          <a:off x="0" y="0"/>
          <a:ext cx="0" cy="0"/>
          <a:chOff x="0" y="0"/>
          <a:chExt cx="0" cy="0"/>
        </a:xfrm>
      </p:grpSpPr>
      <p:sp>
        <p:nvSpPr>
          <p:cNvPr id="195" name="PlaceHolder 1"/>
          <p:cNvSpPr>
            <a:spLocks noGrp="1"/>
          </p:cNvSpPr>
          <p:nvPr>
            <p:ph type="title"/>
          </p:nvPr>
        </p:nvSpPr>
        <p:spPr>
          <a:xfrm>
            <a:off x="720000" y="1477080"/>
            <a:ext cx="3045600" cy="705960"/>
          </a:xfrm>
          <a:prstGeom prst="rect">
            <a:avLst/>
          </a:prstGeom>
          <a:noFill/>
          <a:ln w="0">
            <a:noFill/>
          </a:ln>
        </p:spPr>
        <p:txBody>
          <a:bodyPr lIns="91440" tIns="91440" rIns="91440" bIns="91440" anchor="b">
            <a:noAutofit/>
          </a:bodyPr>
          <a:lstStyle/>
          <a:p>
            <a:pPr indent="0">
              <a:buNone/>
            </a:pPr>
            <a:r>
              <a:rPr lang="fr-FR" sz="3200" b="0" u="none" strike="noStrike">
                <a:solidFill>
                  <a:schemeClr val="dk1"/>
                </a:solidFill>
                <a:effectLst/>
                <a:uFillTx/>
                <a:latin typeface="Arial"/>
              </a:rPr>
              <a:t>Click to edit the title text format</a:t>
            </a:r>
          </a:p>
        </p:txBody>
      </p:sp>
      <p:grpSp>
        <p:nvGrpSpPr>
          <p:cNvPr id="196" name="Google Shape;381;p23"/>
          <p:cNvGrpSpPr/>
          <p:nvPr/>
        </p:nvGrpSpPr>
        <p:grpSpPr>
          <a:xfrm>
            <a:off x="5173200" y="268920"/>
            <a:ext cx="1309320" cy="257400"/>
            <a:chOff x="5173200" y="268920"/>
            <a:chExt cx="1309320" cy="257400"/>
          </a:xfrm>
        </p:grpSpPr>
        <p:sp>
          <p:nvSpPr>
            <p:cNvPr id="197" name="Google Shape;382;p23"/>
            <p:cNvSpPr/>
            <p:nvPr/>
          </p:nvSpPr>
          <p:spPr>
            <a:xfrm flipV="1">
              <a:off x="5592600" y="452880"/>
              <a:ext cx="73440" cy="73440"/>
            </a:xfrm>
            <a:prstGeom prst="ellipse">
              <a:avLst/>
            </a:prstGeom>
            <a:solidFill>
              <a:schemeClr val="dk1"/>
            </a:solidFill>
            <a:ln w="0">
              <a:noFill/>
            </a:ln>
          </p:spPr>
          <p:style>
            <a:lnRef idx="0">
              <a:scrgbClr r="0" g="0" b="0"/>
            </a:lnRef>
            <a:fillRef idx="0">
              <a:scrgbClr r="0" g="0" b="0"/>
            </a:fillRef>
            <a:effectRef idx="0">
              <a:scrgbClr r="0" g="0" b="0"/>
            </a:effectRef>
            <a:fontRef idx="minor"/>
          </p:style>
          <p:txBody>
            <a:bodyPr tIns="25920" bIns="25920" anchor="ctr">
              <a:noAutofit/>
            </a:bodyPr>
            <a:lstStyle/>
            <a:p>
              <a:pPr defTabSz="914400">
                <a:lnSpc>
                  <a:spcPct val="100000"/>
                </a:lnSpc>
                <a:tabLst>
                  <a:tab pos="0" algn="l"/>
                </a:tabLst>
              </a:pPr>
              <a:endParaRPr lang="en-US" sz="1800" b="0" u="none" strike="noStrike">
                <a:solidFill>
                  <a:srgbClr val="FFFFFF"/>
                </a:solidFill>
                <a:effectLst/>
                <a:uFillTx/>
                <a:latin typeface="OpenSymbol"/>
              </a:endParaRPr>
            </a:p>
          </p:txBody>
        </p:sp>
        <p:sp>
          <p:nvSpPr>
            <p:cNvPr id="198" name="Google Shape;383;p23"/>
            <p:cNvSpPr/>
            <p:nvPr/>
          </p:nvSpPr>
          <p:spPr>
            <a:xfrm flipV="1">
              <a:off x="5796720" y="452880"/>
              <a:ext cx="73440" cy="73440"/>
            </a:xfrm>
            <a:prstGeom prst="ellipse">
              <a:avLst/>
            </a:prstGeom>
            <a:solidFill>
              <a:schemeClr val="dk1"/>
            </a:solidFill>
            <a:ln w="0">
              <a:noFill/>
            </a:ln>
          </p:spPr>
          <p:style>
            <a:lnRef idx="0">
              <a:scrgbClr r="0" g="0" b="0"/>
            </a:lnRef>
            <a:fillRef idx="0">
              <a:scrgbClr r="0" g="0" b="0"/>
            </a:fillRef>
            <a:effectRef idx="0">
              <a:scrgbClr r="0" g="0" b="0"/>
            </a:effectRef>
            <a:fontRef idx="minor"/>
          </p:style>
          <p:txBody>
            <a:bodyPr tIns="25920" bIns="25920" anchor="ctr">
              <a:noAutofit/>
            </a:bodyPr>
            <a:lstStyle/>
            <a:p>
              <a:pPr defTabSz="914400">
                <a:lnSpc>
                  <a:spcPct val="100000"/>
                </a:lnSpc>
                <a:tabLst>
                  <a:tab pos="0" algn="l"/>
                </a:tabLst>
              </a:pPr>
              <a:endParaRPr lang="en-US" sz="1800" b="0" u="none" strike="noStrike">
                <a:solidFill>
                  <a:srgbClr val="FFFFFF"/>
                </a:solidFill>
                <a:effectLst/>
                <a:uFillTx/>
                <a:latin typeface="OpenSymbol"/>
              </a:endParaRPr>
            </a:p>
          </p:txBody>
        </p:sp>
        <p:sp>
          <p:nvSpPr>
            <p:cNvPr id="199" name="Google Shape;384;p23"/>
            <p:cNvSpPr/>
            <p:nvPr/>
          </p:nvSpPr>
          <p:spPr>
            <a:xfrm flipV="1">
              <a:off x="6000840" y="452880"/>
              <a:ext cx="73440" cy="73440"/>
            </a:xfrm>
            <a:prstGeom prst="ellipse">
              <a:avLst/>
            </a:prstGeom>
            <a:solidFill>
              <a:schemeClr val="dk1"/>
            </a:solidFill>
            <a:ln w="0">
              <a:noFill/>
            </a:ln>
          </p:spPr>
          <p:style>
            <a:lnRef idx="0">
              <a:scrgbClr r="0" g="0" b="0"/>
            </a:lnRef>
            <a:fillRef idx="0">
              <a:scrgbClr r="0" g="0" b="0"/>
            </a:fillRef>
            <a:effectRef idx="0">
              <a:scrgbClr r="0" g="0" b="0"/>
            </a:effectRef>
            <a:fontRef idx="minor"/>
          </p:style>
          <p:txBody>
            <a:bodyPr tIns="25920" bIns="25920" anchor="ctr">
              <a:noAutofit/>
            </a:bodyPr>
            <a:lstStyle/>
            <a:p>
              <a:pPr defTabSz="914400">
                <a:lnSpc>
                  <a:spcPct val="100000"/>
                </a:lnSpc>
                <a:tabLst>
                  <a:tab pos="0" algn="l"/>
                </a:tabLst>
              </a:pPr>
              <a:endParaRPr lang="en-US" sz="1800" b="0" u="none" strike="noStrike">
                <a:solidFill>
                  <a:srgbClr val="FFFFFF"/>
                </a:solidFill>
                <a:effectLst/>
                <a:uFillTx/>
                <a:latin typeface="OpenSymbol"/>
              </a:endParaRPr>
            </a:p>
          </p:txBody>
        </p:sp>
        <p:sp>
          <p:nvSpPr>
            <p:cNvPr id="200" name="Google Shape;385;p23"/>
            <p:cNvSpPr/>
            <p:nvPr/>
          </p:nvSpPr>
          <p:spPr>
            <a:xfrm flipV="1">
              <a:off x="6204960" y="452880"/>
              <a:ext cx="73440" cy="73440"/>
            </a:xfrm>
            <a:prstGeom prst="ellipse">
              <a:avLst/>
            </a:prstGeom>
            <a:solidFill>
              <a:schemeClr val="dk1"/>
            </a:solidFill>
            <a:ln w="0">
              <a:noFill/>
            </a:ln>
          </p:spPr>
          <p:style>
            <a:lnRef idx="0">
              <a:scrgbClr r="0" g="0" b="0"/>
            </a:lnRef>
            <a:fillRef idx="0">
              <a:scrgbClr r="0" g="0" b="0"/>
            </a:fillRef>
            <a:effectRef idx="0">
              <a:scrgbClr r="0" g="0" b="0"/>
            </a:effectRef>
            <a:fontRef idx="minor"/>
          </p:style>
          <p:txBody>
            <a:bodyPr tIns="25920" bIns="25920" anchor="ctr">
              <a:noAutofit/>
            </a:bodyPr>
            <a:lstStyle/>
            <a:p>
              <a:pPr defTabSz="914400">
                <a:lnSpc>
                  <a:spcPct val="100000"/>
                </a:lnSpc>
                <a:tabLst>
                  <a:tab pos="0" algn="l"/>
                </a:tabLst>
              </a:pPr>
              <a:endParaRPr lang="en-US" sz="1800" b="0" u="none" strike="noStrike">
                <a:solidFill>
                  <a:srgbClr val="FFFFFF"/>
                </a:solidFill>
                <a:effectLst/>
                <a:uFillTx/>
                <a:latin typeface="OpenSymbol"/>
              </a:endParaRPr>
            </a:p>
          </p:txBody>
        </p:sp>
        <p:sp>
          <p:nvSpPr>
            <p:cNvPr id="201" name="Google Shape;386;p23"/>
            <p:cNvSpPr/>
            <p:nvPr/>
          </p:nvSpPr>
          <p:spPr>
            <a:xfrm flipV="1">
              <a:off x="6409080" y="452880"/>
              <a:ext cx="73440" cy="73440"/>
            </a:xfrm>
            <a:prstGeom prst="ellipse">
              <a:avLst/>
            </a:prstGeom>
            <a:solidFill>
              <a:schemeClr val="dk1"/>
            </a:solidFill>
            <a:ln w="0">
              <a:noFill/>
            </a:ln>
          </p:spPr>
          <p:style>
            <a:lnRef idx="0">
              <a:scrgbClr r="0" g="0" b="0"/>
            </a:lnRef>
            <a:fillRef idx="0">
              <a:scrgbClr r="0" g="0" b="0"/>
            </a:fillRef>
            <a:effectRef idx="0">
              <a:scrgbClr r="0" g="0" b="0"/>
            </a:effectRef>
            <a:fontRef idx="minor"/>
          </p:style>
          <p:txBody>
            <a:bodyPr tIns="25920" bIns="25920" anchor="ctr">
              <a:noAutofit/>
            </a:bodyPr>
            <a:lstStyle/>
            <a:p>
              <a:pPr defTabSz="914400">
                <a:lnSpc>
                  <a:spcPct val="100000"/>
                </a:lnSpc>
                <a:tabLst>
                  <a:tab pos="0" algn="l"/>
                </a:tabLst>
              </a:pPr>
              <a:endParaRPr lang="en-US" sz="1800" b="0" u="none" strike="noStrike">
                <a:solidFill>
                  <a:srgbClr val="FFFFFF"/>
                </a:solidFill>
                <a:effectLst/>
                <a:uFillTx/>
                <a:latin typeface="OpenSymbol"/>
              </a:endParaRPr>
            </a:p>
          </p:txBody>
        </p:sp>
        <p:sp>
          <p:nvSpPr>
            <p:cNvPr id="202" name="Google Shape;387;p23"/>
            <p:cNvSpPr/>
            <p:nvPr/>
          </p:nvSpPr>
          <p:spPr>
            <a:xfrm flipV="1">
              <a:off x="5173200" y="268920"/>
              <a:ext cx="73440" cy="73440"/>
            </a:xfrm>
            <a:prstGeom prst="ellipse">
              <a:avLst/>
            </a:prstGeom>
            <a:solidFill>
              <a:schemeClr val="dk1"/>
            </a:solidFill>
            <a:ln w="0">
              <a:noFill/>
            </a:ln>
          </p:spPr>
          <p:style>
            <a:lnRef idx="0">
              <a:scrgbClr r="0" g="0" b="0"/>
            </a:lnRef>
            <a:fillRef idx="0">
              <a:scrgbClr r="0" g="0" b="0"/>
            </a:fillRef>
            <a:effectRef idx="0">
              <a:scrgbClr r="0" g="0" b="0"/>
            </a:effectRef>
            <a:fontRef idx="minor"/>
          </p:style>
          <p:txBody>
            <a:bodyPr tIns="25920" bIns="25920" anchor="ctr">
              <a:noAutofit/>
            </a:bodyPr>
            <a:lstStyle/>
            <a:p>
              <a:pPr defTabSz="914400">
                <a:lnSpc>
                  <a:spcPct val="100000"/>
                </a:lnSpc>
                <a:tabLst>
                  <a:tab pos="0" algn="l"/>
                </a:tabLst>
              </a:pPr>
              <a:endParaRPr lang="en-US" sz="1800" b="0" u="none" strike="noStrike">
                <a:solidFill>
                  <a:srgbClr val="FFFFFF"/>
                </a:solidFill>
                <a:effectLst/>
                <a:uFillTx/>
                <a:latin typeface="OpenSymbol"/>
              </a:endParaRPr>
            </a:p>
          </p:txBody>
        </p:sp>
        <p:sp>
          <p:nvSpPr>
            <p:cNvPr id="203" name="Google Shape;388;p23"/>
            <p:cNvSpPr/>
            <p:nvPr/>
          </p:nvSpPr>
          <p:spPr>
            <a:xfrm flipV="1">
              <a:off x="5377320" y="268920"/>
              <a:ext cx="73440" cy="73440"/>
            </a:xfrm>
            <a:prstGeom prst="ellipse">
              <a:avLst/>
            </a:prstGeom>
            <a:solidFill>
              <a:schemeClr val="dk1"/>
            </a:solidFill>
            <a:ln w="0">
              <a:noFill/>
            </a:ln>
          </p:spPr>
          <p:style>
            <a:lnRef idx="0">
              <a:scrgbClr r="0" g="0" b="0"/>
            </a:lnRef>
            <a:fillRef idx="0">
              <a:scrgbClr r="0" g="0" b="0"/>
            </a:fillRef>
            <a:effectRef idx="0">
              <a:scrgbClr r="0" g="0" b="0"/>
            </a:effectRef>
            <a:fontRef idx="minor"/>
          </p:style>
          <p:txBody>
            <a:bodyPr tIns="25920" bIns="25920" anchor="ctr">
              <a:noAutofit/>
            </a:bodyPr>
            <a:lstStyle/>
            <a:p>
              <a:pPr defTabSz="914400">
                <a:lnSpc>
                  <a:spcPct val="100000"/>
                </a:lnSpc>
                <a:tabLst>
                  <a:tab pos="0" algn="l"/>
                </a:tabLst>
              </a:pPr>
              <a:endParaRPr lang="en-US" sz="1800" b="0" u="none" strike="noStrike">
                <a:solidFill>
                  <a:srgbClr val="FFFFFF"/>
                </a:solidFill>
                <a:effectLst/>
                <a:uFillTx/>
                <a:latin typeface="OpenSymbol"/>
              </a:endParaRPr>
            </a:p>
          </p:txBody>
        </p:sp>
        <p:sp>
          <p:nvSpPr>
            <p:cNvPr id="204" name="Google Shape;389;p23"/>
            <p:cNvSpPr/>
            <p:nvPr/>
          </p:nvSpPr>
          <p:spPr>
            <a:xfrm flipV="1">
              <a:off x="5581440" y="268920"/>
              <a:ext cx="73440" cy="73440"/>
            </a:xfrm>
            <a:prstGeom prst="ellipse">
              <a:avLst/>
            </a:prstGeom>
            <a:solidFill>
              <a:schemeClr val="dk1"/>
            </a:solidFill>
            <a:ln w="0">
              <a:noFill/>
            </a:ln>
          </p:spPr>
          <p:style>
            <a:lnRef idx="0">
              <a:scrgbClr r="0" g="0" b="0"/>
            </a:lnRef>
            <a:fillRef idx="0">
              <a:scrgbClr r="0" g="0" b="0"/>
            </a:fillRef>
            <a:effectRef idx="0">
              <a:scrgbClr r="0" g="0" b="0"/>
            </a:effectRef>
            <a:fontRef idx="minor"/>
          </p:style>
          <p:txBody>
            <a:bodyPr tIns="25920" bIns="25920" anchor="ctr">
              <a:noAutofit/>
            </a:bodyPr>
            <a:lstStyle/>
            <a:p>
              <a:pPr defTabSz="914400">
                <a:lnSpc>
                  <a:spcPct val="100000"/>
                </a:lnSpc>
                <a:tabLst>
                  <a:tab pos="0" algn="l"/>
                </a:tabLst>
              </a:pPr>
              <a:endParaRPr lang="en-US" sz="1800" b="0" u="none" strike="noStrike">
                <a:solidFill>
                  <a:srgbClr val="FFFFFF"/>
                </a:solidFill>
                <a:effectLst/>
                <a:uFillTx/>
                <a:latin typeface="OpenSymbol"/>
              </a:endParaRPr>
            </a:p>
          </p:txBody>
        </p:sp>
        <p:sp>
          <p:nvSpPr>
            <p:cNvPr id="205" name="Google Shape;390;p23"/>
            <p:cNvSpPr/>
            <p:nvPr/>
          </p:nvSpPr>
          <p:spPr>
            <a:xfrm flipV="1">
              <a:off x="5785560" y="268920"/>
              <a:ext cx="73440" cy="73440"/>
            </a:xfrm>
            <a:prstGeom prst="ellipse">
              <a:avLst/>
            </a:prstGeom>
            <a:solidFill>
              <a:schemeClr val="dk1"/>
            </a:solidFill>
            <a:ln w="0">
              <a:noFill/>
            </a:ln>
          </p:spPr>
          <p:style>
            <a:lnRef idx="0">
              <a:scrgbClr r="0" g="0" b="0"/>
            </a:lnRef>
            <a:fillRef idx="0">
              <a:scrgbClr r="0" g="0" b="0"/>
            </a:fillRef>
            <a:effectRef idx="0">
              <a:scrgbClr r="0" g="0" b="0"/>
            </a:effectRef>
            <a:fontRef idx="minor"/>
          </p:style>
          <p:txBody>
            <a:bodyPr tIns="25920" bIns="25920" anchor="ctr">
              <a:noAutofit/>
            </a:bodyPr>
            <a:lstStyle/>
            <a:p>
              <a:pPr defTabSz="914400">
                <a:lnSpc>
                  <a:spcPct val="100000"/>
                </a:lnSpc>
                <a:tabLst>
                  <a:tab pos="0" algn="l"/>
                </a:tabLst>
              </a:pPr>
              <a:endParaRPr lang="en-US" sz="1800" b="0" u="none" strike="noStrike">
                <a:solidFill>
                  <a:srgbClr val="FFFFFF"/>
                </a:solidFill>
                <a:effectLst/>
                <a:uFillTx/>
                <a:latin typeface="OpenSymbol"/>
              </a:endParaRPr>
            </a:p>
          </p:txBody>
        </p:sp>
        <p:sp>
          <p:nvSpPr>
            <p:cNvPr id="206" name="Google Shape;391;p23"/>
            <p:cNvSpPr/>
            <p:nvPr/>
          </p:nvSpPr>
          <p:spPr>
            <a:xfrm flipV="1">
              <a:off x="5989680" y="268920"/>
              <a:ext cx="73440" cy="73440"/>
            </a:xfrm>
            <a:prstGeom prst="ellipse">
              <a:avLst/>
            </a:prstGeom>
            <a:solidFill>
              <a:schemeClr val="dk1"/>
            </a:solidFill>
            <a:ln w="0">
              <a:noFill/>
            </a:ln>
          </p:spPr>
          <p:style>
            <a:lnRef idx="0">
              <a:scrgbClr r="0" g="0" b="0"/>
            </a:lnRef>
            <a:fillRef idx="0">
              <a:scrgbClr r="0" g="0" b="0"/>
            </a:fillRef>
            <a:effectRef idx="0">
              <a:scrgbClr r="0" g="0" b="0"/>
            </a:effectRef>
            <a:fontRef idx="minor"/>
          </p:style>
          <p:txBody>
            <a:bodyPr tIns="25920" bIns="25920" anchor="ctr">
              <a:noAutofit/>
            </a:bodyPr>
            <a:lstStyle/>
            <a:p>
              <a:pPr defTabSz="914400">
                <a:lnSpc>
                  <a:spcPct val="100000"/>
                </a:lnSpc>
                <a:tabLst>
                  <a:tab pos="0" algn="l"/>
                </a:tabLst>
              </a:pPr>
              <a:endParaRPr lang="en-US" sz="1800" b="0" u="none" strike="noStrike">
                <a:solidFill>
                  <a:srgbClr val="FFFFFF"/>
                </a:solidFill>
                <a:effectLst/>
                <a:uFillTx/>
                <a:latin typeface="OpenSymbol"/>
              </a:endParaRPr>
            </a:p>
          </p:txBody>
        </p:sp>
      </p:grpSp>
    </p:spTree>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type="blank" preserve="1">
  <p:cSld name="CUSTOM_3_1">
    <p:bg>
      <p:bgPr>
        <a:solidFill>
          <a:schemeClr val="lt1"/>
        </a:solidFill>
        <a:effectLst/>
      </p:bgPr>
    </p:bg>
    <p:spTree>
      <p:nvGrpSpPr>
        <p:cNvPr id="1" name=""/>
        <p:cNvGrpSpPr/>
        <p:nvPr/>
      </p:nvGrpSpPr>
      <p:grpSpPr>
        <a:xfrm>
          <a:off x="0" y="0"/>
          <a:ext cx="0" cy="0"/>
          <a:chOff x="0" y="0"/>
          <a:chExt cx="0" cy="0"/>
        </a:xfrm>
      </p:grpSpPr>
      <p:sp>
        <p:nvSpPr>
          <p:cNvPr id="207" name="PlaceHolder 1"/>
          <p:cNvSpPr>
            <a:spLocks noGrp="1"/>
          </p:cNvSpPr>
          <p:nvPr>
            <p:ph type="title"/>
          </p:nvPr>
        </p:nvSpPr>
        <p:spPr>
          <a:xfrm>
            <a:off x="713160" y="539640"/>
            <a:ext cx="4632120" cy="1058400"/>
          </a:xfrm>
          <a:prstGeom prst="rect">
            <a:avLst/>
          </a:prstGeom>
          <a:noFill/>
          <a:ln w="0">
            <a:noFill/>
          </a:ln>
        </p:spPr>
        <p:txBody>
          <a:bodyPr lIns="91440" tIns="91440" rIns="91440" bIns="91440" anchor="t">
            <a:noAutofit/>
          </a:bodyPr>
          <a:lstStyle/>
          <a:p>
            <a:pPr indent="0">
              <a:buNone/>
            </a:pPr>
            <a:r>
              <a:rPr lang="fr-FR" sz="5400" b="0" u="none" strike="noStrike">
                <a:solidFill>
                  <a:schemeClr val="dk1"/>
                </a:solidFill>
                <a:effectLst/>
                <a:uFillTx/>
                <a:latin typeface="Arial"/>
              </a:rPr>
              <a:t>Click to edit the title text format</a:t>
            </a:r>
          </a:p>
        </p:txBody>
      </p:sp>
      <p:sp>
        <p:nvSpPr>
          <p:cNvPr id="208" name="PlaceHolder 2"/>
          <p:cNvSpPr>
            <a:spLocks noGrp="1"/>
          </p:cNvSpPr>
          <p:nvPr>
            <p:ph type="body"/>
          </p:nvPr>
        </p:nvSpPr>
        <p:spPr>
          <a:xfrm>
            <a:off x="5397480" y="1055160"/>
            <a:ext cx="3033000" cy="3033000"/>
          </a:xfrm>
          <a:prstGeom prst="rect">
            <a:avLst/>
          </a:prstGeom>
          <a:noFill/>
          <a:ln w="38160">
            <a:solidFill>
              <a:schemeClr val="lt1"/>
            </a:solidFill>
            <a:round/>
          </a:ln>
        </p:spPr>
        <p:txBody>
          <a:bodyPr lIns="90000" tIns="45000" rIns="90000" bIns="45000" anchor="t">
            <a:normAutofit fontScale="47500" lnSpcReduction="19999"/>
          </a:bodyPr>
          <a:lstStyle/>
          <a:p>
            <a:pPr marL="432000" indent="-324000">
              <a:spcBef>
                <a:spcPts val="1417"/>
              </a:spcBef>
              <a:buClr>
                <a:srgbClr val="000000"/>
              </a:buClr>
              <a:buSzPct val="45000"/>
              <a:buFont typeface="Wingdings" charset="2"/>
              <a:buChar char=""/>
            </a:pPr>
            <a:r>
              <a:rPr lang="fr-FR" sz="1800" b="0" u="none" strike="noStrike">
                <a:solidFill>
                  <a:srgbClr val="000000"/>
                </a:solidFill>
                <a:effectLst/>
                <a:uFillTx/>
                <a:latin typeface="Arial"/>
              </a:rPr>
              <a:t>Click to edit the outline text format</a:t>
            </a:r>
          </a:p>
          <a:p>
            <a:pPr marL="864000" lvl="1" indent="-324000">
              <a:spcBef>
                <a:spcPts val="1134"/>
              </a:spcBef>
              <a:buClr>
                <a:srgbClr val="000000"/>
              </a:buClr>
              <a:buSzPct val="75000"/>
              <a:buFont typeface="Symbol" charset="2"/>
              <a:buChar char=""/>
            </a:pPr>
            <a:r>
              <a:rPr lang="fr-FR" sz="1800" b="0" u="none" strike="noStrike">
                <a:solidFill>
                  <a:srgbClr val="000000"/>
                </a:solidFill>
                <a:effectLst/>
                <a:uFillTx/>
                <a:latin typeface="Arial"/>
              </a:rPr>
              <a:t>Second Outline Level</a:t>
            </a:r>
          </a:p>
          <a:p>
            <a:pPr marL="1296000" lvl="2" indent="-288000">
              <a:spcBef>
                <a:spcPts val="850"/>
              </a:spcBef>
              <a:buClr>
                <a:srgbClr val="000000"/>
              </a:buClr>
              <a:buSzPct val="45000"/>
              <a:buFont typeface="Wingdings" charset="2"/>
              <a:buChar char=""/>
            </a:pPr>
            <a:r>
              <a:rPr lang="fr-FR" sz="1800" b="0" u="none" strike="noStrike">
                <a:solidFill>
                  <a:srgbClr val="000000"/>
                </a:solidFill>
                <a:effectLst/>
                <a:uFillTx/>
                <a:latin typeface="Arial"/>
              </a:rPr>
              <a:t>Third Outline Level</a:t>
            </a:r>
          </a:p>
          <a:p>
            <a:pPr marL="1728000" lvl="3" indent="-216000">
              <a:spcBef>
                <a:spcPts val="567"/>
              </a:spcBef>
              <a:buClr>
                <a:srgbClr val="000000"/>
              </a:buClr>
              <a:buSzPct val="75000"/>
              <a:buFont typeface="Symbol" charset="2"/>
              <a:buChar char=""/>
            </a:pPr>
            <a:r>
              <a:rPr lang="fr-FR" sz="1800" b="0" u="none" strike="noStrike">
                <a:solidFill>
                  <a:srgbClr val="000000"/>
                </a:solidFill>
                <a:effectLst/>
                <a:uFillTx/>
                <a:latin typeface="Arial"/>
              </a:rPr>
              <a:t>Fourth Outline Level</a:t>
            </a:r>
          </a:p>
          <a:p>
            <a:pPr marL="2160000" lvl="4" indent="-216000">
              <a:spcBef>
                <a:spcPts val="283"/>
              </a:spcBef>
              <a:buClr>
                <a:srgbClr val="000000"/>
              </a:buClr>
              <a:buSzPct val="45000"/>
              <a:buFont typeface="Wingdings" charset="2"/>
              <a:buChar char=""/>
            </a:pPr>
            <a:r>
              <a:rPr lang="fr-FR" sz="1800" b="0" u="none" strike="noStrike">
                <a:solidFill>
                  <a:srgbClr val="000000"/>
                </a:solidFill>
                <a:effectLst/>
                <a:uFillTx/>
                <a:latin typeface="Arial"/>
              </a:rPr>
              <a:t>Fifth Outline Level</a:t>
            </a:r>
          </a:p>
          <a:p>
            <a:pPr marL="2592000" lvl="5" indent="-216000">
              <a:spcBef>
                <a:spcPts val="283"/>
              </a:spcBef>
              <a:buClr>
                <a:srgbClr val="000000"/>
              </a:buClr>
              <a:buSzPct val="45000"/>
              <a:buFont typeface="Wingdings" charset="2"/>
              <a:buChar char=""/>
            </a:pPr>
            <a:r>
              <a:rPr lang="fr-FR" sz="1800" b="0" u="none" strike="noStrike">
                <a:solidFill>
                  <a:srgbClr val="000000"/>
                </a:solidFill>
                <a:effectLst/>
                <a:uFillTx/>
                <a:latin typeface="Arial"/>
              </a:rPr>
              <a:t>Sixth Outline Level</a:t>
            </a:r>
          </a:p>
          <a:p>
            <a:pPr marL="3024000" lvl="6" indent="-216000">
              <a:spcBef>
                <a:spcPts val="283"/>
              </a:spcBef>
              <a:buClr>
                <a:srgbClr val="000000"/>
              </a:buClr>
              <a:buSzPct val="45000"/>
              <a:buFont typeface="Wingdings" charset="2"/>
              <a:buChar char=""/>
            </a:pPr>
            <a:r>
              <a:rPr lang="fr-FR" sz="1800" b="0" u="none" strike="noStrike">
                <a:solidFill>
                  <a:srgbClr val="000000"/>
                </a:solidFill>
                <a:effectLst/>
                <a:uFillTx/>
                <a:latin typeface="Arial"/>
              </a:rPr>
              <a:t>Seventh Outline Level</a:t>
            </a:r>
          </a:p>
        </p:txBody>
      </p:sp>
      <p:grpSp>
        <p:nvGrpSpPr>
          <p:cNvPr id="209" name="Google Shape;396;p24"/>
          <p:cNvGrpSpPr/>
          <p:nvPr/>
        </p:nvGrpSpPr>
        <p:grpSpPr>
          <a:xfrm>
            <a:off x="5143320" y="399960"/>
            <a:ext cx="1309680" cy="257400"/>
            <a:chOff x="5143320" y="399960"/>
            <a:chExt cx="1309680" cy="257400"/>
          </a:xfrm>
        </p:grpSpPr>
        <p:sp>
          <p:nvSpPr>
            <p:cNvPr id="210" name="Google Shape;397;p24"/>
            <p:cNvSpPr/>
            <p:nvPr/>
          </p:nvSpPr>
          <p:spPr>
            <a:xfrm>
              <a:off x="5563080" y="399960"/>
              <a:ext cx="73440" cy="73440"/>
            </a:xfrm>
            <a:prstGeom prst="ellipse">
              <a:avLst/>
            </a:prstGeom>
            <a:solidFill>
              <a:schemeClr val="dk1"/>
            </a:solidFill>
            <a:ln w="0">
              <a:noFill/>
            </a:ln>
          </p:spPr>
          <p:style>
            <a:lnRef idx="0">
              <a:scrgbClr r="0" g="0" b="0"/>
            </a:lnRef>
            <a:fillRef idx="0">
              <a:scrgbClr r="0" g="0" b="0"/>
            </a:fillRef>
            <a:effectRef idx="0">
              <a:scrgbClr r="0" g="0" b="0"/>
            </a:effectRef>
            <a:fontRef idx="minor"/>
          </p:style>
          <p:txBody>
            <a:bodyPr tIns="25920" bIns="25920" anchor="ctr">
              <a:noAutofit/>
            </a:bodyPr>
            <a:lstStyle/>
            <a:p>
              <a:pPr defTabSz="914400">
                <a:lnSpc>
                  <a:spcPct val="100000"/>
                </a:lnSpc>
                <a:tabLst>
                  <a:tab pos="0" algn="l"/>
                </a:tabLst>
              </a:pPr>
              <a:endParaRPr lang="en-US" sz="1800" b="0" u="none" strike="noStrike">
                <a:solidFill>
                  <a:srgbClr val="FFFFFF"/>
                </a:solidFill>
                <a:effectLst/>
                <a:uFillTx/>
                <a:latin typeface="OpenSymbol"/>
              </a:endParaRPr>
            </a:p>
          </p:txBody>
        </p:sp>
        <p:sp>
          <p:nvSpPr>
            <p:cNvPr id="211" name="Google Shape;398;p24"/>
            <p:cNvSpPr/>
            <p:nvPr/>
          </p:nvSpPr>
          <p:spPr>
            <a:xfrm>
              <a:off x="5767200" y="399960"/>
              <a:ext cx="73440" cy="73440"/>
            </a:xfrm>
            <a:prstGeom prst="ellipse">
              <a:avLst/>
            </a:prstGeom>
            <a:solidFill>
              <a:schemeClr val="dk1"/>
            </a:solidFill>
            <a:ln w="0">
              <a:noFill/>
            </a:ln>
          </p:spPr>
          <p:style>
            <a:lnRef idx="0">
              <a:scrgbClr r="0" g="0" b="0"/>
            </a:lnRef>
            <a:fillRef idx="0">
              <a:scrgbClr r="0" g="0" b="0"/>
            </a:fillRef>
            <a:effectRef idx="0">
              <a:scrgbClr r="0" g="0" b="0"/>
            </a:effectRef>
            <a:fontRef idx="minor"/>
          </p:style>
          <p:txBody>
            <a:bodyPr tIns="25920" bIns="25920" anchor="ctr">
              <a:noAutofit/>
            </a:bodyPr>
            <a:lstStyle/>
            <a:p>
              <a:pPr defTabSz="914400">
                <a:lnSpc>
                  <a:spcPct val="100000"/>
                </a:lnSpc>
                <a:tabLst>
                  <a:tab pos="0" algn="l"/>
                </a:tabLst>
              </a:pPr>
              <a:endParaRPr lang="en-US" sz="1800" b="0" u="none" strike="noStrike">
                <a:solidFill>
                  <a:srgbClr val="FFFFFF"/>
                </a:solidFill>
                <a:effectLst/>
                <a:uFillTx/>
                <a:latin typeface="OpenSymbol"/>
              </a:endParaRPr>
            </a:p>
          </p:txBody>
        </p:sp>
        <p:sp>
          <p:nvSpPr>
            <p:cNvPr id="212" name="Google Shape;399;p24"/>
            <p:cNvSpPr/>
            <p:nvPr/>
          </p:nvSpPr>
          <p:spPr>
            <a:xfrm>
              <a:off x="5971320" y="399960"/>
              <a:ext cx="73440" cy="73440"/>
            </a:xfrm>
            <a:prstGeom prst="ellipse">
              <a:avLst/>
            </a:prstGeom>
            <a:solidFill>
              <a:schemeClr val="dk1"/>
            </a:solidFill>
            <a:ln w="0">
              <a:noFill/>
            </a:ln>
          </p:spPr>
          <p:style>
            <a:lnRef idx="0">
              <a:scrgbClr r="0" g="0" b="0"/>
            </a:lnRef>
            <a:fillRef idx="0">
              <a:scrgbClr r="0" g="0" b="0"/>
            </a:fillRef>
            <a:effectRef idx="0">
              <a:scrgbClr r="0" g="0" b="0"/>
            </a:effectRef>
            <a:fontRef idx="minor"/>
          </p:style>
          <p:txBody>
            <a:bodyPr tIns="25920" bIns="25920" anchor="ctr">
              <a:noAutofit/>
            </a:bodyPr>
            <a:lstStyle/>
            <a:p>
              <a:pPr defTabSz="914400">
                <a:lnSpc>
                  <a:spcPct val="100000"/>
                </a:lnSpc>
                <a:tabLst>
                  <a:tab pos="0" algn="l"/>
                </a:tabLst>
              </a:pPr>
              <a:endParaRPr lang="en-US" sz="1800" b="0" u="none" strike="noStrike">
                <a:solidFill>
                  <a:srgbClr val="FFFFFF"/>
                </a:solidFill>
                <a:effectLst/>
                <a:uFillTx/>
                <a:latin typeface="OpenSymbol"/>
              </a:endParaRPr>
            </a:p>
          </p:txBody>
        </p:sp>
        <p:sp>
          <p:nvSpPr>
            <p:cNvPr id="213" name="Google Shape;400;p24"/>
            <p:cNvSpPr/>
            <p:nvPr/>
          </p:nvSpPr>
          <p:spPr>
            <a:xfrm>
              <a:off x="6175440" y="399960"/>
              <a:ext cx="73440" cy="73440"/>
            </a:xfrm>
            <a:prstGeom prst="ellipse">
              <a:avLst/>
            </a:prstGeom>
            <a:solidFill>
              <a:schemeClr val="dk1"/>
            </a:solidFill>
            <a:ln w="0">
              <a:noFill/>
            </a:ln>
          </p:spPr>
          <p:style>
            <a:lnRef idx="0">
              <a:scrgbClr r="0" g="0" b="0"/>
            </a:lnRef>
            <a:fillRef idx="0">
              <a:scrgbClr r="0" g="0" b="0"/>
            </a:fillRef>
            <a:effectRef idx="0">
              <a:scrgbClr r="0" g="0" b="0"/>
            </a:effectRef>
            <a:fontRef idx="minor"/>
          </p:style>
          <p:txBody>
            <a:bodyPr tIns="25920" bIns="25920" anchor="ctr">
              <a:noAutofit/>
            </a:bodyPr>
            <a:lstStyle/>
            <a:p>
              <a:pPr defTabSz="914400">
                <a:lnSpc>
                  <a:spcPct val="100000"/>
                </a:lnSpc>
                <a:tabLst>
                  <a:tab pos="0" algn="l"/>
                </a:tabLst>
              </a:pPr>
              <a:endParaRPr lang="en-US" sz="1800" b="0" u="none" strike="noStrike">
                <a:solidFill>
                  <a:srgbClr val="FFFFFF"/>
                </a:solidFill>
                <a:effectLst/>
                <a:uFillTx/>
                <a:latin typeface="OpenSymbol"/>
              </a:endParaRPr>
            </a:p>
          </p:txBody>
        </p:sp>
        <p:sp>
          <p:nvSpPr>
            <p:cNvPr id="214" name="Google Shape;401;p24"/>
            <p:cNvSpPr/>
            <p:nvPr/>
          </p:nvSpPr>
          <p:spPr>
            <a:xfrm>
              <a:off x="6379560" y="399960"/>
              <a:ext cx="73440" cy="73440"/>
            </a:xfrm>
            <a:prstGeom prst="ellipse">
              <a:avLst/>
            </a:prstGeom>
            <a:solidFill>
              <a:schemeClr val="dk1"/>
            </a:solidFill>
            <a:ln w="0">
              <a:noFill/>
            </a:ln>
          </p:spPr>
          <p:style>
            <a:lnRef idx="0">
              <a:scrgbClr r="0" g="0" b="0"/>
            </a:lnRef>
            <a:fillRef idx="0">
              <a:scrgbClr r="0" g="0" b="0"/>
            </a:fillRef>
            <a:effectRef idx="0">
              <a:scrgbClr r="0" g="0" b="0"/>
            </a:effectRef>
            <a:fontRef idx="minor"/>
          </p:style>
          <p:txBody>
            <a:bodyPr tIns="25920" bIns="25920" anchor="ctr">
              <a:noAutofit/>
            </a:bodyPr>
            <a:lstStyle/>
            <a:p>
              <a:pPr defTabSz="914400">
                <a:lnSpc>
                  <a:spcPct val="100000"/>
                </a:lnSpc>
                <a:tabLst>
                  <a:tab pos="0" algn="l"/>
                </a:tabLst>
              </a:pPr>
              <a:endParaRPr lang="en-US" sz="1800" b="0" u="none" strike="noStrike">
                <a:solidFill>
                  <a:srgbClr val="FFFFFF"/>
                </a:solidFill>
                <a:effectLst/>
                <a:uFillTx/>
                <a:latin typeface="OpenSymbol"/>
              </a:endParaRPr>
            </a:p>
          </p:txBody>
        </p:sp>
        <p:sp>
          <p:nvSpPr>
            <p:cNvPr id="215" name="Google Shape;402;p24"/>
            <p:cNvSpPr/>
            <p:nvPr/>
          </p:nvSpPr>
          <p:spPr>
            <a:xfrm>
              <a:off x="5143320" y="583920"/>
              <a:ext cx="73440" cy="73440"/>
            </a:xfrm>
            <a:prstGeom prst="ellipse">
              <a:avLst/>
            </a:prstGeom>
            <a:solidFill>
              <a:schemeClr val="dk1"/>
            </a:solidFill>
            <a:ln w="0">
              <a:noFill/>
            </a:ln>
          </p:spPr>
          <p:style>
            <a:lnRef idx="0">
              <a:scrgbClr r="0" g="0" b="0"/>
            </a:lnRef>
            <a:fillRef idx="0">
              <a:scrgbClr r="0" g="0" b="0"/>
            </a:fillRef>
            <a:effectRef idx="0">
              <a:scrgbClr r="0" g="0" b="0"/>
            </a:effectRef>
            <a:fontRef idx="minor"/>
          </p:style>
          <p:txBody>
            <a:bodyPr tIns="25920" bIns="25920" anchor="ctr">
              <a:noAutofit/>
            </a:bodyPr>
            <a:lstStyle/>
            <a:p>
              <a:pPr defTabSz="914400">
                <a:lnSpc>
                  <a:spcPct val="100000"/>
                </a:lnSpc>
                <a:tabLst>
                  <a:tab pos="0" algn="l"/>
                </a:tabLst>
              </a:pPr>
              <a:endParaRPr lang="en-US" sz="1800" b="0" u="none" strike="noStrike">
                <a:solidFill>
                  <a:srgbClr val="FFFFFF"/>
                </a:solidFill>
                <a:effectLst/>
                <a:uFillTx/>
                <a:latin typeface="OpenSymbol"/>
              </a:endParaRPr>
            </a:p>
          </p:txBody>
        </p:sp>
        <p:sp>
          <p:nvSpPr>
            <p:cNvPr id="216" name="Google Shape;403;p24"/>
            <p:cNvSpPr/>
            <p:nvPr/>
          </p:nvSpPr>
          <p:spPr>
            <a:xfrm>
              <a:off x="5347440" y="583920"/>
              <a:ext cx="73440" cy="73440"/>
            </a:xfrm>
            <a:prstGeom prst="ellipse">
              <a:avLst/>
            </a:prstGeom>
            <a:solidFill>
              <a:schemeClr val="dk1"/>
            </a:solidFill>
            <a:ln w="0">
              <a:noFill/>
            </a:ln>
          </p:spPr>
          <p:style>
            <a:lnRef idx="0">
              <a:scrgbClr r="0" g="0" b="0"/>
            </a:lnRef>
            <a:fillRef idx="0">
              <a:scrgbClr r="0" g="0" b="0"/>
            </a:fillRef>
            <a:effectRef idx="0">
              <a:scrgbClr r="0" g="0" b="0"/>
            </a:effectRef>
            <a:fontRef idx="minor"/>
          </p:style>
          <p:txBody>
            <a:bodyPr tIns="25920" bIns="25920" anchor="ctr">
              <a:noAutofit/>
            </a:bodyPr>
            <a:lstStyle/>
            <a:p>
              <a:pPr defTabSz="914400">
                <a:lnSpc>
                  <a:spcPct val="100000"/>
                </a:lnSpc>
                <a:tabLst>
                  <a:tab pos="0" algn="l"/>
                </a:tabLst>
              </a:pPr>
              <a:endParaRPr lang="en-US" sz="1800" b="0" u="none" strike="noStrike">
                <a:solidFill>
                  <a:srgbClr val="FFFFFF"/>
                </a:solidFill>
                <a:effectLst/>
                <a:uFillTx/>
                <a:latin typeface="OpenSymbol"/>
              </a:endParaRPr>
            </a:p>
          </p:txBody>
        </p:sp>
        <p:sp>
          <p:nvSpPr>
            <p:cNvPr id="217" name="Google Shape;404;p24"/>
            <p:cNvSpPr/>
            <p:nvPr/>
          </p:nvSpPr>
          <p:spPr>
            <a:xfrm>
              <a:off x="5551560" y="583920"/>
              <a:ext cx="73440" cy="73440"/>
            </a:xfrm>
            <a:prstGeom prst="ellipse">
              <a:avLst/>
            </a:prstGeom>
            <a:solidFill>
              <a:schemeClr val="dk1"/>
            </a:solidFill>
            <a:ln w="0">
              <a:noFill/>
            </a:ln>
          </p:spPr>
          <p:style>
            <a:lnRef idx="0">
              <a:scrgbClr r="0" g="0" b="0"/>
            </a:lnRef>
            <a:fillRef idx="0">
              <a:scrgbClr r="0" g="0" b="0"/>
            </a:fillRef>
            <a:effectRef idx="0">
              <a:scrgbClr r="0" g="0" b="0"/>
            </a:effectRef>
            <a:fontRef idx="minor"/>
          </p:style>
          <p:txBody>
            <a:bodyPr tIns="25920" bIns="25920" anchor="ctr">
              <a:noAutofit/>
            </a:bodyPr>
            <a:lstStyle/>
            <a:p>
              <a:pPr defTabSz="914400">
                <a:lnSpc>
                  <a:spcPct val="100000"/>
                </a:lnSpc>
                <a:tabLst>
                  <a:tab pos="0" algn="l"/>
                </a:tabLst>
              </a:pPr>
              <a:endParaRPr lang="en-US" sz="1800" b="0" u="none" strike="noStrike">
                <a:solidFill>
                  <a:srgbClr val="FFFFFF"/>
                </a:solidFill>
                <a:effectLst/>
                <a:uFillTx/>
                <a:latin typeface="OpenSymbol"/>
              </a:endParaRPr>
            </a:p>
          </p:txBody>
        </p:sp>
        <p:sp>
          <p:nvSpPr>
            <p:cNvPr id="218" name="Google Shape;405;p24"/>
            <p:cNvSpPr/>
            <p:nvPr/>
          </p:nvSpPr>
          <p:spPr>
            <a:xfrm>
              <a:off x="5755680" y="583920"/>
              <a:ext cx="73440" cy="73440"/>
            </a:xfrm>
            <a:prstGeom prst="ellipse">
              <a:avLst/>
            </a:prstGeom>
            <a:solidFill>
              <a:schemeClr val="dk1"/>
            </a:solidFill>
            <a:ln w="0">
              <a:noFill/>
            </a:ln>
          </p:spPr>
          <p:style>
            <a:lnRef idx="0">
              <a:scrgbClr r="0" g="0" b="0"/>
            </a:lnRef>
            <a:fillRef idx="0">
              <a:scrgbClr r="0" g="0" b="0"/>
            </a:fillRef>
            <a:effectRef idx="0">
              <a:scrgbClr r="0" g="0" b="0"/>
            </a:effectRef>
            <a:fontRef idx="minor"/>
          </p:style>
          <p:txBody>
            <a:bodyPr tIns="25920" bIns="25920" anchor="ctr">
              <a:noAutofit/>
            </a:bodyPr>
            <a:lstStyle/>
            <a:p>
              <a:pPr defTabSz="914400">
                <a:lnSpc>
                  <a:spcPct val="100000"/>
                </a:lnSpc>
                <a:tabLst>
                  <a:tab pos="0" algn="l"/>
                </a:tabLst>
              </a:pPr>
              <a:endParaRPr lang="en-US" sz="1800" b="0" u="none" strike="noStrike">
                <a:solidFill>
                  <a:srgbClr val="FFFFFF"/>
                </a:solidFill>
                <a:effectLst/>
                <a:uFillTx/>
                <a:latin typeface="OpenSymbol"/>
              </a:endParaRPr>
            </a:p>
          </p:txBody>
        </p:sp>
        <p:sp>
          <p:nvSpPr>
            <p:cNvPr id="219" name="Google Shape;406;p24"/>
            <p:cNvSpPr/>
            <p:nvPr/>
          </p:nvSpPr>
          <p:spPr>
            <a:xfrm>
              <a:off x="5959800" y="583920"/>
              <a:ext cx="73440" cy="73440"/>
            </a:xfrm>
            <a:prstGeom prst="ellipse">
              <a:avLst/>
            </a:prstGeom>
            <a:solidFill>
              <a:schemeClr val="dk1"/>
            </a:solidFill>
            <a:ln w="0">
              <a:noFill/>
            </a:ln>
          </p:spPr>
          <p:style>
            <a:lnRef idx="0">
              <a:scrgbClr r="0" g="0" b="0"/>
            </a:lnRef>
            <a:fillRef idx="0">
              <a:scrgbClr r="0" g="0" b="0"/>
            </a:fillRef>
            <a:effectRef idx="0">
              <a:scrgbClr r="0" g="0" b="0"/>
            </a:effectRef>
            <a:fontRef idx="minor"/>
          </p:style>
          <p:txBody>
            <a:bodyPr tIns="25920" bIns="25920" anchor="ctr">
              <a:noAutofit/>
            </a:bodyPr>
            <a:lstStyle/>
            <a:p>
              <a:pPr defTabSz="914400">
                <a:lnSpc>
                  <a:spcPct val="100000"/>
                </a:lnSpc>
                <a:tabLst>
                  <a:tab pos="0" algn="l"/>
                </a:tabLst>
              </a:pPr>
              <a:endParaRPr lang="en-US" sz="1800" b="0" u="none" strike="noStrike">
                <a:solidFill>
                  <a:srgbClr val="FFFFFF"/>
                </a:solidFill>
                <a:effectLst/>
                <a:uFillTx/>
                <a:latin typeface="OpenSymbol"/>
              </a:endParaRPr>
            </a:p>
          </p:txBody>
        </p:sp>
      </p:grpSp>
      <p:sp>
        <p:nvSpPr>
          <p:cNvPr id="220" name="Google Shape;407;p24"/>
          <p:cNvSpPr/>
          <p:nvPr/>
        </p:nvSpPr>
        <p:spPr>
          <a:xfrm>
            <a:off x="713160" y="3643920"/>
            <a:ext cx="3604680" cy="690840"/>
          </a:xfrm>
          <a:prstGeom prst="rect">
            <a:avLst/>
          </a:prstGeom>
          <a:noFill/>
          <a:ln w="0">
            <a:noFill/>
          </a:ln>
        </p:spPr>
        <p:style>
          <a:lnRef idx="0">
            <a:scrgbClr r="0" g="0" b="0"/>
          </a:lnRef>
          <a:fillRef idx="0">
            <a:scrgbClr r="0" g="0" b="0"/>
          </a:fillRef>
          <a:effectRef idx="0">
            <a:scrgbClr r="0" g="0" b="0"/>
          </a:effectRef>
          <a:fontRef idx="minor"/>
        </p:style>
        <p:txBody>
          <a:bodyPr tIns="91440" bIns="91440" anchor="t">
            <a:noAutofit/>
          </a:bodyPr>
          <a:lstStyle/>
          <a:p>
            <a:pPr defTabSz="914400">
              <a:lnSpc>
                <a:spcPct val="115000"/>
              </a:lnSpc>
              <a:spcBef>
                <a:spcPts val="300"/>
              </a:spcBef>
              <a:tabLst>
                <a:tab pos="0" algn="l"/>
              </a:tabLst>
            </a:pPr>
            <a:r>
              <a:rPr lang="en" sz="1000" b="1" u="none" strike="noStrike">
                <a:solidFill>
                  <a:schemeClr val="dk1"/>
                </a:solidFill>
                <a:effectLst/>
                <a:uFillTx/>
                <a:latin typeface="Manrope"/>
                <a:ea typeface="Manrope"/>
              </a:rPr>
              <a:t>CREDITS:</a:t>
            </a:r>
            <a:r>
              <a:rPr lang="en" sz="1000" b="0" u="none" strike="noStrike">
                <a:solidFill>
                  <a:schemeClr val="dk1"/>
                </a:solidFill>
                <a:effectLst/>
                <a:uFillTx/>
                <a:latin typeface="Manrope"/>
                <a:ea typeface="Manrope"/>
              </a:rPr>
              <a:t> This presentation template was created by </a:t>
            </a:r>
            <a:r>
              <a:rPr lang="en" sz="1000" b="1" u="sng" strike="noStrike">
                <a:solidFill>
                  <a:schemeClr val="hlink"/>
                </a:solidFill>
                <a:effectLst/>
                <a:uFillTx/>
                <a:latin typeface="Manrope"/>
                <a:ea typeface="Manrope"/>
                <a:hlinkClick r:id="rId2"/>
              </a:rPr>
              <a:t>Slidesgo</a:t>
            </a:r>
            <a:r>
              <a:rPr lang="en" sz="1000" b="0" u="none" strike="noStrike">
                <a:solidFill>
                  <a:schemeClr val="dk1"/>
                </a:solidFill>
                <a:effectLst/>
                <a:uFillTx/>
                <a:latin typeface="Manrope"/>
                <a:ea typeface="Manrope"/>
              </a:rPr>
              <a:t>, and includes icons by </a:t>
            </a:r>
            <a:r>
              <a:rPr lang="en" sz="1000" b="1" u="sng" strike="noStrike">
                <a:solidFill>
                  <a:schemeClr val="dk1"/>
                </a:solidFill>
                <a:effectLst/>
                <a:uFillTx/>
                <a:latin typeface="Manrope"/>
                <a:ea typeface="Manrope"/>
                <a:hlinkClick r:id="rId3"/>
              </a:rPr>
              <a:t>Flaticon</a:t>
            </a:r>
            <a:r>
              <a:rPr lang="en" sz="1000" b="0" u="none" strike="noStrike">
                <a:solidFill>
                  <a:schemeClr val="dk1"/>
                </a:solidFill>
                <a:effectLst/>
                <a:uFillTx/>
                <a:latin typeface="Manrope"/>
                <a:ea typeface="Manrope"/>
              </a:rPr>
              <a:t>, and infographics &amp; images by </a:t>
            </a:r>
            <a:r>
              <a:rPr lang="en" sz="1000" b="1" u="sng" strike="noStrike">
                <a:solidFill>
                  <a:schemeClr val="dk1"/>
                </a:solidFill>
                <a:effectLst/>
                <a:uFillTx/>
                <a:latin typeface="Manrope"/>
                <a:ea typeface="Manrope"/>
                <a:hlinkClick r:id="rId4"/>
              </a:rPr>
              <a:t>Freepik</a:t>
            </a:r>
            <a:r>
              <a:rPr lang="en" sz="1000" b="0" u="sng" strike="noStrike">
                <a:solidFill>
                  <a:schemeClr val="dk1"/>
                </a:solidFill>
                <a:effectLst/>
                <a:uFillTx/>
                <a:latin typeface="Manrope"/>
                <a:ea typeface="Manrope"/>
              </a:rPr>
              <a:t> </a:t>
            </a:r>
            <a:endParaRPr lang="en-US" sz="1000" b="0" u="none" strike="noStrike">
              <a:solidFill>
                <a:srgbClr val="000000"/>
              </a:solidFill>
              <a:effectLst/>
              <a:uFillTx/>
              <a:latin typeface="OpenSymbol"/>
            </a:endParaRPr>
          </a:p>
        </p:txBody>
      </p:sp>
    </p:spTree>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type="blank" preserve="1">
  <p:cSld name="CUSTOM_9">
    <p:bg>
      <p:bgPr>
        <a:solidFill>
          <a:schemeClr val="lt1"/>
        </a:solidFill>
        <a:effectLst/>
      </p:bgPr>
    </p:bg>
    <p:spTree>
      <p:nvGrpSpPr>
        <p:cNvPr id="1" name=""/>
        <p:cNvGrpSpPr/>
        <p:nvPr/>
      </p:nvGrpSpPr>
      <p:grpSpPr>
        <a:xfrm>
          <a:off x="0" y="0"/>
          <a:ext cx="0" cy="0"/>
          <a:chOff x="0" y="0"/>
          <a:chExt cx="0" cy="0"/>
        </a:xfrm>
      </p:grpSpPr>
      <p:grpSp>
        <p:nvGrpSpPr>
          <p:cNvPr id="221" name="Google Shape;409;p25"/>
          <p:cNvGrpSpPr/>
          <p:nvPr/>
        </p:nvGrpSpPr>
        <p:grpSpPr>
          <a:xfrm>
            <a:off x="7267320" y="-374400"/>
            <a:ext cx="2455920" cy="5138280"/>
            <a:chOff x="7267320" y="-374400"/>
            <a:chExt cx="2455920" cy="5138280"/>
          </a:xfrm>
        </p:grpSpPr>
        <p:grpSp>
          <p:nvGrpSpPr>
            <p:cNvPr id="222" name="Google Shape;410;p25"/>
            <p:cNvGrpSpPr/>
            <p:nvPr/>
          </p:nvGrpSpPr>
          <p:grpSpPr>
            <a:xfrm>
              <a:off x="7432920" y="4506480"/>
              <a:ext cx="1309320" cy="257400"/>
              <a:chOff x="7432920" y="4506480"/>
              <a:chExt cx="1309320" cy="257400"/>
            </a:xfrm>
          </p:grpSpPr>
          <p:sp>
            <p:nvSpPr>
              <p:cNvPr id="223" name="Google Shape;411;p25"/>
              <p:cNvSpPr/>
              <p:nvPr/>
            </p:nvSpPr>
            <p:spPr>
              <a:xfrm>
                <a:off x="7852320" y="4506480"/>
                <a:ext cx="73440" cy="73440"/>
              </a:xfrm>
              <a:prstGeom prst="ellipse">
                <a:avLst/>
              </a:prstGeom>
              <a:solidFill>
                <a:schemeClr val="dk1"/>
              </a:solidFill>
              <a:ln w="0">
                <a:noFill/>
              </a:ln>
            </p:spPr>
            <p:style>
              <a:lnRef idx="0">
                <a:scrgbClr r="0" g="0" b="0"/>
              </a:lnRef>
              <a:fillRef idx="0">
                <a:scrgbClr r="0" g="0" b="0"/>
              </a:fillRef>
              <a:effectRef idx="0">
                <a:scrgbClr r="0" g="0" b="0"/>
              </a:effectRef>
              <a:fontRef idx="minor"/>
            </p:style>
            <p:txBody>
              <a:bodyPr tIns="25920" bIns="25920" anchor="ctr">
                <a:noAutofit/>
              </a:bodyPr>
              <a:lstStyle/>
              <a:p>
                <a:pPr defTabSz="914400">
                  <a:lnSpc>
                    <a:spcPct val="100000"/>
                  </a:lnSpc>
                  <a:tabLst>
                    <a:tab pos="0" algn="l"/>
                  </a:tabLst>
                </a:pPr>
                <a:endParaRPr lang="en-US" sz="1800" b="0" u="none" strike="noStrike">
                  <a:solidFill>
                    <a:srgbClr val="FFFFFF"/>
                  </a:solidFill>
                  <a:effectLst/>
                  <a:uFillTx/>
                  <a:latin typeface="OpenSymbol"/>
                </a:endParaRPr>
              </a:p>
            </p:txBody>
          </p:sp>
          <p:sp>
            <p:nvSpPr>
              <p:cNvPr id="224" name="Google Shape;412;p25"/>
              <p:cNvSpPr/>
              <p:nvPr/>
            </p:nvSpPr>
            <p:spPr>
              <a:xfrm>
                <a:off x="8056440" y="4506480"/>
                <a:ext cx="73440" cy="73440"/>
              </a:xfrm>
              <a:prstGeom prst="ellipse">
                <a:avLst/>
              </a:prstGeom>
              <a:solidFill>
                <a:schemeClr val="dk1"/>
              </a:solidFill>
              <a:ln w="0">
                <a:noFill/>
              </a:ln>
            </p:spPr>
            <p:style>
              <a:lnRef idx="0">
                <a:scrgbClr r="0" g="0" b="0"/>
              </a:lnRef>
              <a:fillRef idx="0">
                <a:scrgbClr r="0" g="0" b="0"/>
              </a:fillRef>
              <a:effectRef idx="0">
                <a:scrgbClr r="0" g="0" b="0"/>
              </a:effectRef>
              <a:fontRef idx="minor"/>
            </p:style>
            <p:txBody>
              <a:bodyPr tIns="25920" bIns="25920" anchor="ctr">
                <a:noAutofit/>
              </a:bodyPr>
              <a:lstStyle/>
              <a:p>
                <a:pPr defTabSz="914400">
                  <a:lnSpc>
                    <a:spcPct val="100000"/>
                  </a:lnSpc>
                  <a:tabLst>
                    <a:tab pos="0" algn="l"/>
                  </a:tabLst>
                </a:pPr>
                <a:endParaRPr lang="en-US" sz="1800" b="0" u="none" strike="noStrike">
                  <a:solidFill>
                    <a:srgbClr val="FFFFFF"/>
                  </a:solidFill>
                  <a:effectLst/>
                  <a:uFillTx/>
                  <a:latin typeface="OpenSymbol"/>
                </a:endParaRPr>
              </a:p>
            </p:txBody>
          </p:sp>
          <p:sp>
            <p:nvSpPr>
              <p:cNvPr id="225" name="Google Shape;413;p25"/>
              <p:cNvSpPr/>
              <p:nvPr/>
            </p:nvSpPr>
            <p:spPr>
              <a:xfrm>
                <a:off x="8260560" y="4506480"/>
                <a:ext cx="73440" cy="73440"/>
              </a:xfrm>
              <a:prstGeom prst="ellipse">
                <a:avLst/>
              </a:prstGeom>
              <a:solidFill>
                <a:schemeClr val="dk1"/>
              </a:solidFill>
              <a:ln w="0">
                <a:noFill/>
              </a:ln>
            </p:spPr>
            <p:style>
              <a:lnRef idx="0">
                <a:scrgbClr r="0" g="0" b="0"/>
              </a:lnRef>
              <a:fillRef idx="0">
                <a:scrgbClr r="0" g="0" b="0"/>
              </a:fillRef>
              <a:effectRef idx="0">
                <a:scrgbClr r="0" g="0" b="0"/>
              </a:effectRef>
              <a:fontRef idx="minor"/>
            </p:style>
            <p:txBody>
              <a:bodyPr tIns="25920" bIns="25920" anchor="ctr">
                <a:noAutofit/>
              </a:bodyPr>
              <a:lstStyle/>
              <a:p>
                <a:pPr defTabSz="914400">
                  <a:lnSpc>
                    <a:spcPct val="100000"/>
                  </a:lnSpc>
                  <a:tabLst>
                    <a:tab pos="0" algn="l"/>
                  </a:tabLst>
                </a:pPr>
                <a:endParaRPr lang="en-US" sz="1800" b="0" u="none" strike="noStrike">
                  <a:solidFill>
                    <a:srgbClr val="FFFFFF"/>
                  </a:solidFill>
                  <a:effectLst/>
                  <a:uFillTx/>
                  <a:latin typeface="OpenSymbol"/>
                </a:endParaRPr>
              </a:p>
            </p:txBody>
          </p:sp>
          <p:sp>
            <p:nvSpPr>
              <p:cNvPr id="226" name="Google Shape;414;p25"/>
              <p:cNvSpPr/>
              <p:nvPr/>
            </p:nvSpPr>
            <p:spPr>
              <a:xfrm>
                <a:off x="8464680" y="4506480"/>
                <a:ext cx="73440" cy="73440"/>
              </a:xfrm>
              <a:prstGeom prst="ellipse">
                <a:avLst/>
              </a:prstGeom>
              <a:solidFill>
                <a:schemeClr val="dk1"/>
              </a:solidFill>
              <a:ln w="0">
                <a:noFill/>
              </a:ln>
            </p:spPr>
            <p:style>
              <a:lnRef idx="0">
                <a:scrgbClr r="0" g="0" b="0"/>
              </a:lnRef>
              <a:fillRef idx="0">
                <a:scrgbClr r="0" g="0" b="0"/>
              </a:fillRef>
              <a:effectRef idx="0">
                <a:scrgbClr r="0" g="0" b="0"/>
              </a:effectRef>
              <a:fontRef idx="minor"/>
            </p:style>
            <p:txBody>
              <a:bodyPr tIns="25920" bIns="25920" anchor="ctr">
                <a:noAutofit/>
              </a:bodyPr>
              <a:lstStyle/>
              <a:p>
                <a:pPr defTabSz="914400">
                  <a:lnSpc>
                    <a:spcPct val="100000"/>
                  </a:lnSpc>
                  <a:tabLst>
                    <a:tab pos="0" algn="l"/>
                  </a:tabLst>
                </a:pPr>
                <a:endParaRPr lang="en-US" sz="1800" b="0" u="none" strike="noStrike">
                  <a:solidFill>
                    <a:srgbClr val="FFFFFF"/>
                  </a:solidFill>
                  <a:effectLst/>
                  <a:uFillTx/>
                  <a:latin typeface="OpenSymbol"/>
                </a:endParaRPr>
              </a:p>
            </p:txBody>
          </p:sp>
          <p:sp>
            <p:nvSpPr>
              <p:cNvPr id="227" name="Google Shape;415;p25"/>
              <p:cNvSpPr/>
              <p:nvPr/>
            </p:nvSpPr>
            <p:spPr>
              <a:xfrm>
                <a:off x="8668800" y="4506480"/>
                <a:ext cx="73440" cy="73440"/>
              </a:xfrm>
              <a:prstGeom prst="ellipse">
                <a:avLst/>
              </a:prstGeom>
              <a:solidFill>
                <a:schemeClr val="dk1"/>
              </a:solidFill>
              <a:ln w="0">
                <a:noFill/>
              </a:ln>
            </p:spPr>
            <p:style>
              <a:lnRef idx="0">
                <a:scrgbClr r="0" g="0" b="0"/>
              </a:lnRef>
              <a:fillRef idx="0">
                <a:scrgbClr r="0" g="0" b="0"/>
              </a:fillRef>
              <a:effectRef idx="0">
                <a:scrgbClr r="0" g="0" b="0"/>
              </a:effectRef>
              <a:fontRef idx="minor"/>
            </p:style>
            <p:txBody>
              <a:bodyPr tIns="25920" bIns="25920" anchor="ctr">
                <a:noAutofit/>
              </a:bodyPr>
              <a:lstStyle/>
              <a:p>
                <a:pPr defTabSz="914400">
                  <a:lnSpc>
                    <a:spcPct val="100000"/>
                  </a:lnSpc>
                  <a:tabLst>
                    <a:tab pos="0" algn="l"/>
                  </a:tabLst>
                </a:pPr>
                <a:endParaRPr lang="en-US" sz="1800" b="0" u="none" strike="noStrike">
                  <a:solidFill>
                    <a:srgbClr val="FFFFFF"/>
                  </a:solidFill>
                  <a:effectLst/>
                  <a:uFillTx/>
                  <a:latin typeface="OpenSymbol"/>
                </a:endParaRPr>
              </a:p>
            </p:txBody>
          </p:sp>
          <p:sp>
            <p:nvSpPr>
              <p:cNvPr id="228" name="Google Shape;416;p25"/>
              <p:cNvSpPr/>
              <p:nvPr/>
            </p:nvSpPr>
            <p:spPr>
              <a:xfrm>
                <a:off x="7432920" y="4690440"/>
                <a:ext cx="73440" cy="73440"/>
              </a:xfrm>
              <a:prstGeom prst="ellipse">
                <a:avLst/>
              </a:prstGeom>
              <a:solidFill>
                <a:schemeClr val="dk1"/>
              </a:solidFill>
              <a:ln w="0">
                <a:noFill/>
              </a:ln>
            </p:spPr>
            <p:style>
              <a:lnRef idx="0">
                <a:scrgbClr r="0" g="0" b="0"/>
              </a:lnRef>
              <a:fillRef idx="0">
                <a:scrgbClr r="0" g="0" b="0"/>
              </a:fillRef>
              <a:effectRef idx="0">
                <a:scrgbClr r="0" g="0" b="0"/>
              </a:effectRef>
              <a:fontRef idx="minor"/>
            </p:style>
            <p:txBody>
              <a:bodyPr tIns="25920" bIns="25920" anchor="ctr">
                <a:noAutofit/>
              </a:bodyPr>
              <a:lstStyle/>
              <a:p>
                <a:pPr defTabSz="914400">
                  <a:lnSpc>
                    <a:spcPct val="100000"/>
                  </a:lnSpc>
                  <a:tabLst>
                    <a:tab pos="0" algn="l"/>
                  </a:tabLst>
                </a:pPr>
                <a:endParaRPr lang="en-US" sz="1800" b="0" u="none" strike="noStrike">
                  <a:solidFill>
                    <a:srgbClr val="FFFFFF"/>
                  </a:solidFill>
                  <a:effectLst/>
                  <a:uFillTx/>
                  <a:latin typeface="OpenSymbol"/>
                </a:endParaRPr>
              </a:p>
            </p:txBody>
          </p:sp>
          <p:sp>
            <p:nvSpPr>
              <p:cNvPr id="229" name="Google Shape;417;p25"/>
              <p:cNvSpPr/>
              <p:nvPr/>
            </p:nvSpPr>
            <p:spPr>
              <a:xfrm>
                <a:off x="7637040" y="4690440"/>
                <a:ext cx="73440" cy="73440"/>
              </a:xfrm>
              <a:prstGeom prst="ellipse">
                <a:avLst/>
              </a:prstGeom>
              <a:solidFill>
                <a:schemeClr val="dk1"/>
              </a:solidFill>
              <a:ln w="0">
                <a:noFill/>
              </a:ln>
            </p:spPr>
            <p:style>
              <a:lnRef idx="0">
                <a:scrgbClr r="0" g="0" b="0"/>
              </a:lnRef>
              <a:fillRef idx="0">
                <a:scrgbClr r="0" g="0" b="0"/>
              </a:fillRef>
              <a:effectRef idx="0">
                <a:scrgbClr r="0" g="0" b="0"/>
              </a:effectRef>
              <a:fontRef idx="minor"/>
            </p:style>
            <p:txBody>
              <a:bodyPr tIns="25920" bIns="25920" anchor="ctr">
                <a:noAutofit/>
              </a:bodyPr>
              <a:lstStyle/>
              <a:p>
                <a:pPr defTabSz="914400">
                  <a:lnSpc>
                    <a:spcPct val="100000"/>
                  </a:lnSpc>
                  <a:tabLst>
                    <a:tab pos="0" algn="l"/>
                  </a:tabLst>
                </a:pPr>
                <a:endParaRPr lang="en-US" sz="1800" b="0" u="none" strike="noStrike">
                  <a:solidFill>
                    <a:srgbClr val="FFFFFF"/>
                  </a:solidFill>
                  <a:effectLst/>
                  <a:uFillTx/>
                  <a:latin typeface="OpenSymbol"/>
                </a:endParaRPr>
              </a:p>
            </p:txBody>
          </p:sp>
          <p:sp>
            <p:nvSpPr>
              <p:cNvPr id="230" name="Google Shape;418;p25"/>
              <p:cNvSpPr/>
              <p:nvPr/>
            </p:nvSpPr>
            <p:spPr>
              <a:xfrm>
                <a:off x="7841160" y="4690440"/>
                <a:ext cx="73440" cy="73440"/>
              </a:xfrm>
              <a:prstGeom prst="ellipse">
                <a:avLst/>
              </a:prstGeom>
              <a:solidFill>
                <a:schemeClr val="dk1"/>
              </a:solidFill>
              <a:ln w="0">
                <a:noFill/>
              </a:ln>
            </p:spPr>
            <p:style>
              <a:lnRef idx="0">
                <a:scrgbClr r="0" g="0" b="0"/>
              </a:lnRef>
              <a:fillRef idx="0">
                <a:scrgbClr r="0" g="0" b="0"/>
              </a:fillRef>
              <a:effectRef idx="0">
                <a:scrgbClr r="0" g="0" b="0"/>
              </a:effectRef>
              <a:fontRef idx="minor"/>
            </p:style>
            <p:txBody>
              <a:bodyPr tIns="25920" bIns="25920" anchor="ctr">
                <a:noAutofit/>
              </a:bodyPr>
              <a:lstStyle/>
              <a:p>
                <a:pPr defTabSz="914400">
                  <a:lnSpc>
                    <a:spcPct val="100000"/>
                  </a:lnSpc>
                  <a:tabLst>
                    <a:tab pos="0" algn="l"/>
                  </a:tabLst>
                </a:pPr>
                <a:endParaRPr lang="en-US" sz="1800" b="0" u="none" strike="noStrike">
                  <a:solidFill>
                    <a:srgbClr val="FFFFFF"/>
                  </a:solidFill>
                  <a:effectLst/>
                  <a:uFillTx/>
                  <a:latin typeface="OpenSymbol"/>
                </a:endParaRPr>
              </a:p>
            </p:txBody>
          </p:sp>
          <p:sp>
            <p:nvSpPr>
              <p:cNvPr id="231" name="Google Shape;419;p25"/>
              <p:cNvSpPr/>
              <p:nvPr/>
            </p:nvSpPr>
            <p:spPr>
              <a:xfrm>
                <a:off x="8045280" y="4690440"/>
                <a:ext cx="73440" cy="73440"/>
              </a:xfrm>
              <a:prstGeom prst="ellipse">
                <a:avLst/>
              </a:prstGeom>
              <a:solidFill>
                <a:schemeClr val="dk1"/>
              </a:solidFill>
              <a:ln w="0">
                <a:noFill/>
              </a:ln>
            </p:spPr>
            <p:style>
              <a:lnRef idx="0">
                <a:scrgbClr r="0" g="0" b="0"/>
              </a:lnRef>
              <a:fillRef idx="0">
                <a:scrgbClr r="0" g="0" b="0"/>
              </a:fillRef>
              <a:effectRef idx="0">
                <a:scrgbClr r="0" g="0" b="0"/>
              </a:effectRef>
              <a:fontRef idx="minor"/>
            </p:style>
            <p:txBody>
              <a:bodyPr tIns="25920" bIns="25920" anchor="ctr">
                <a:noAutofit/>
              </a:bodyPr>
              <a:lstStyle/>
              <a:p>
                <a:pPr defTabSz="914400">
                  <a:lnSpc>
                    <a:spcPct val="100000"/>
                  </a:lnSpc>
                  <a:tabLst>
                    <a:tab pos="0" algn="l"/>
                  </a:tabLst>
                </a:pPr>
                <a:endParaRPr lang="en-US" sz="1800" b="0" u="none" strike="noStrike">
                  <a:solidFill>
                    <a:srgbClr val="FFFFFF"/>
                  </a:solidFill>
                  <a:effectLst/>
                  <a:uFillTx/>
                  <a:latin typeface="OpenSymbol"/>
                </a:endParaRPr>
              </a:p>
            </p:txBody>
          </p:sp>
          <p:sp>
            <p:nvSpPr>
              <p:cNvPr id="232" name="Google Shape;420;p25"/>
              <p:cNvSpPr/>
              <p:nvPr/>
            </p:nvSpPr>
            <p:spPr>
              <a:xfrm>
                <a:off x="8249400" y="4690440"/>
                <a:ext cx="73440" cy="73440"/>
              </a:xfrm>
              <a:prstGeom prst="ellipse">
                <a:avLst/>
              </a:prstGeom>
              <a:solidFill>
                <a:schemeClr val="dk1"/>
              </a:solidFill>
              <a:ln w="0">
                <a:noFill/>
              </a:ln>
            </p:spPr>
            <p:style>
              <a:lnRef idx="0">
                <a:scrgbClr r="0" g="0" b="0"/>
              </a:lnRef>
              <a:fillRef idx="0">
                <a:scrgbClr r="0" g="0" b="0"/>
              </a:fillRef>
              <a:effectRef idx="0">
                <a:scrgbClr r="0" g="0" b="0"/>
              </a:effectRef>
              <a:fontRef idx="minor"/>
            </p:style>
            <p:txBody>
              <a:bodyPr tIns="25920" bIns="25920" anchor="ctr">
                <a:noAutofit/>
              </a:bodyPr>
              <a:lstStyle/>
              <a:p>
                <a:pPr defTabSz="914400">
                  <a:lnSpc>
                    <a:spcPct val="100000"/>
                  </a:lnSpc>
                  <a:tabLst>
                    <a:tab pos="0" algn="l"/>
                  </a:tabLst>
                </a:pPr>
                <a:endParaRPr lang="en-US" sz="1800" b="0" u="none" strike="noStrike">
                  <a:solidFill>
                    <a:srgbClr val="FFFFFF"/>
                  </a:solidFill>
                  <a:effectLst/>
                  <a:uFillTx/>
                  <a:latin typeface="OpenSymbol"/>
                </a:endParaRPr>
              </a:p>
            </p:txBody>
          </p:sp>
        </p:grpSp>
        <p:grpSp>
          <p:nvGrpSpPr>
            <p:cNvPr id="233" name="Google Shape;421;p25"/>
            <p:cNvGrpSpPr/>
            <p:nvPr/>
          </p:nvGrpSpPr>
          <p:grpSpPr>
            <a:xfrm>
              <a:off x="7267320" y="-374400"/>
              <a:ext cx="2455920" cy="1917000"/>
              <a:chOff x="7267320" y="-374400"/>
              <a:chExt cx="2455920" cy="1917000"/>
            </a:xfrm>
          </p:grpSpPr>
          <p:sp>
            <p:nvSpPr>
              <p:cNvPr id="234" name="Google Shape;422;p25"/>
              <p:cNvSpPr/>
              <p:nvPr/>
            </p:nvSpPr>
            <p:spPr>
              <a:xfrm rot="16200000" flipH="1">
                <a:off x="7653240" y="-8280"/>
                <a:ext cx="1554120" cy="1548360"/>
              </a:xfrm>
              <a:prstGeom prst="rtTriangle">
                <a:avLst/>
              </a:prstGeom>
              <a:solidFill>
                <a:schemeClr val="dk1"/>
              </a:solidFill>
              <a:ln w="0">
                <a:noFill/>
              </a:ln>
            </p:spPr>
            <p:style>
              <a:lnRef idx="0">
                <a:scrgbClr r="0" g="0" b="0"/>
              </a:lnRef>
              <a:fillRef idx="0">
                <a:scrgbClr r="0" g="0" b="0"/>
              </a:fillRef>
              <a:effectRef idx="0">
                <a:scrgbClr r="0" g="0" b="0"/>
              </a:effectRef>
              <a:fontRef idx="minor"/>
            </p:style>
            <p:txBody>
              <a:bodyPr tIns="91440" bIns="91440" anchor="ctr">
                <a:noAutofit/>
              </a:bodyPr>
              <a:lstStyle/>
              <a:p>
                <a:pPr defTabSz="914400">
                  <a:lnSpc>
                    <a:spcPct val="100000"/>
                  </a:lnSpc>
                  <a:tabLst>
                    <a:tab pos="0" algn="l"/>
                  </a:tabLst>
                </a:pPr>
                <a:endParaRPr lang="en-US" sz="1800" b="0" u="none" strike="noStrike">
                  <a:solidFill>
                    <a:srgbClr val="FFFFFF"/>
                  </a:solidFill>
                  <a:effectLst/>
                  <a:uFillTx/>
                  <a:latin typeface="OpenSymbol"/>
                </a:endParaRPr>
              </a:p>
            </p:txBody>
          </p:sp>
          <p:sp>
            <p:nvSpPr>
              <p:cNvPr id="235" name="Google Shape;423;p25"/>
              <p:cNvSpPr/>
              <p:nvPr/>
            </p:nvSpPr>
            <p:spPr>
              <a:xfrm rot="2699400" flipH="1">
                <a:off x="8647920" y="634320"/>
                <a:ext cx="1150200" cy="262080"/>
              </a:xfrm>
              <a:prstGeom prst="roundRect">
                <a:avLst>
                  <a:gd name="adj" fmla="val 50000"/>
                </a:avLst>
              </a:prstGeom>
              <a:solidFill>
                <a:schemeClr val="dk2"/>
              </a:solidFill>
              <a:ln w="0">
                <a:noFill/>
              </a:ln>
            </p:spPr>
            <p:style>
              <a:lnRef idx="0">
                <a:scrgbClr r="0" g="0" b="0"/>
              </a:lnRef>
              <a:fillRef idx="0">
                <a:scrgbClr r="0" g="0" b="0"/>
              </a:fillRef>
              <a:effectRef idx="0">
                <a:scrgbClr r="0" g="0" b="0"/>
              </a:effectRef>
              <a:fontRef idx="minor"/>
            </p:style>
            <p:txBody>
              <a:bodyPr tIns="91440" bIns="91440" anchor="ctr">
                <a:noAutofit/>
              </a:bodyPr>
              <a:lstStyle/>
              <a:p>
                <a:pPr defTabSz="914400">
                  <a:lnSpc>
                    <a:spcPct val="100000"/>
                  </a:lnSpc>
                  <a:tabLst>
                    <a:tab pos="0" algn="l"/>
                  </a:tabLst>
                </a:pPr>
                <a:endParaRPr lang="en-US" sz="1800" b="0" u="none" strike="noStrike">
                  <a:solidFill>
                    <a:srgbClr val="000000"/>
                  </a:solidFill>
                  <a:effectLst/>
                  <a:uFillTx/>
                  <a:latin typeface="OpenSymbol"/>
                </a:endParaRPr>
              </a:p>
            </p:txBody>
          </p:sp>
          <p:sp>
            <p:nvSpPr>
              <p:cNvPr id="236" name="Google Shape;424;p25"/>
              <p:cNvSpPr/>
              <p:nvPr/>
            </p:nvSpPr>
            <p:spPr>
              <a:xfrm>
                <a:off x="7719480" y="145440"/>
                <a:ext cx="1309320" cy="1309320"/>
              </a:xfrm>
              <a:prstGeom prst="ellipse">
                <a:avLst/>
              </a:prstGeom>
              <a:noFill/>
              <a:ln w="9525">
                <a:solidFill>
                  <a:srgbClr val="F8F8F8"/>
                </a:solidFill>
                <a:prstDash val="lgDash"/>
                <a:round/>
              </a:ln>
            </p:spPr>
            <p:style>
              <a:lnRef idx="0">
                <a:scrgbClr r="0" g="0" b="0"/>
              </a:lnRef>
              <a:fillRef idx="0">
                <a:scrgbClr r="0" g="0" b="0"/>
              </a:fillRef>
              <a:effectRef idx="0">
                <a:scrgbClr r="0" g="0" b="0"/>
              </a:effectRef>
              <a:fontRef idx="minor"/>
            </p:style>
            <p:txBody>
              <a:bodyPr tIns="91440" bIns="91440" anchor="ctr">
                <a:noAutofit/>
              </a:bodyPr>
              <a:lstStyle/>
              <a:p>
                <a:pPr defTabSz="914400">
                  <a:lnSpc>
                    <a:spcPct val="100000"/>
                  </a:lnSpc>
                  <a:tabLst>
                    <a:tab pos="0" algn="l"/>
                  </a:tabLst>
                </a:pPr>
                <a:endParaRPr lang="en-US" sz="1800" b="0" u="none" strike="noStrike">
                  <a:solidFill>
                    <a:srgbClr val="000000"/>
                  </a:solidFill>
                  <a:effectLst/>
                  <a:uFillTx/>
                  <a:latin typeface="OpenSymbol"/>
                </a:endParaRPr>
              </a:p>
            </p:txBody>
          </p:sp>
          <p:sp>
            <p:nvSpPr>
              <p:cNvPr id="237" name="Google Shape;425;p25"/>
              <p:cNvSpPr/>
              <p:nvPr/>
            </p:nvSpPr>
            <p:spPr>
              <a:xfrm rot="2699400" flipH="1">
                <a:off x="7177680" y="-15480"/>
                <a:ext cx="1098360" cy="201600"/>
              </a:xfrm>
              <a:prstGeom prst="roundRect">
                <a:avLst>
                  <a:gd name="adj" fmla="val 50000"/>
                </a:avLst>
              </a:prstGeom>
              <a:solidFill>
                <a:schemeClr val="lt2"/>
              </a:solidFill>
              <a:ln w="0">
                <a:noFill/>
              </a:ln>
            </p:spPr>
            <p:style>
              <a:lnRef idx="0">
                <a:scrgbClr r="0" g="0" b="0"/>
              </a:lnRef>
              <a:fillRef idx="0">
                <a:scrgbClr r="0" g="0" b="0"/>
              </a:fillRef>
              <a:effectRef idx="0">
                <a:scrgbClr r="0" g="0" b="0"/>
              </a:effectRef>
              <a:fontRef idx="minor"/>
            </p:style>
            <p:txBody>
              <a:bodyPr tIns="71280" bIns="71280" anchor="ctr">
                <a:noAutofit/>
              </a:bodyPr>
              <a:lstStyle/>
              <a:p>
                <a:pPr defTabSz="914400">
                  <a:lnSpc>
                    <a:spcPct val="100000"/>
                  </a:lnSpc>
                  <a:tabLst>
                    <a:tab pos="0" algn="l"/>
                  </a:tabLst>
                </a:pPr>
                <a:endParaRPr lang="en-US" sz="1800" b="0" u="none" strike="noStrike">
                  <a:solidFill>
                    <a:srgbClr val="FFFFFF"/>
                  </a:solidFill>
                  <a:effectLst/>
                  <a:uFillTx/>
                  <a:latin typeface="OpenSymbol"/>
                </a:endParaRPr>
              </a:p>
            </p:txBody>
          </p:sp>
        </p:grpSp>
      </p:grpSp>
    </p:spTree>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type="blank" preserve="1">
  <p:cSld name="CUSTOM_9_1">
    <p:bg>
      <p:bgPr>
        <a:solidFill>
          <a:schemeClr val="lt1"/>
        </a:solidFill>
        <a:effectLst/>
      </p:bgPr>
    </p:bg>
    <p:spTree>
      <p:nvGrpSpPr>
        <p:cNvPr id="1" name=""/>
        <p:cNvGrpSpPr/>
        <p:nvPr/>
      </p:nvGrpSpPr>
      <p:grpSpPr>
        <a:xfrm>
          <a:off x="0" y="0"/>
          <a:ext cx="0" cy="0"/>
          <a:chOff x="0" y="0"/>
          <a:chExt cx="0" cy="0"/>
        </a:xfrm>
      </p:grpSpPr>
      <p:grpSp>
        <p:nvGrpSpPr>
          <p:cNvPr id="238" name="Google Shape;427;p26"/>
          <p:cNvGrpSpPr/>
          <p:nvPr/>
        </p:nvGrpSpPr>
        <p:grpSpPr>
          <a:xfrm>
            <a:off x="7267320" y="387360"/>
            <a:ext cx="2455920" cy="5138280"/>
            <a:chOff x="7267320" y="387360"/>
            <a:chExt cx="2455920" cy="5138280"/>
          </a:xfrm>
        </p:grpSpPr>
        <p:grpSp>
          <p:nvGrpSpPr>
            <p:cNvPr id="239" name="Google Shape;428;p26"/>
            <p:cNvGrpSpPr/>
            <p:nvPr/>
          </p:nvGrpSpPr>
          <p:grpSpPr>
            <a:xfrm>
              <a:off x="7432920" y="387360"/>
              <a:ext cx="1309320" cy="257400"/>
              <a:chOff x="7432920" y="387360"/>
              <a:chExt cx="1309320" cy="257400"/>
            </a:xfrm>
          </p:grpSpPr>
          <p:sp>
            <p:nvSpPr>
              <p:cNvPr id="240" name="Google Shape;429;p26"/>
              <p:cNvSpPr/>
              <p:nvPr/>
            </p:nvSpPr>
            <p:spPr>
              <a:xfrm flipV="1">
                <a:off x="7852320" y="571320"/>
                <a:ext cx="73440" cy="73440"/>
              </a:xfrm>
              <a:prstGeom prst="ellipse">
                <a:avLst/>
              </a:prstGeom>
              <a:solidFill>
                <a:schemeClr val="dk1"/>
              </a:solidFill>
              <a:ln w="0">
                <a:noFill/>
              </a:ln>
            </p:spPr>
            <p:style>
              <a:lnRef idx="0">
                <a:scrgbClr r="0" g="0" b="0"/>
              </a:lnRef>
              <a:fillRef idx="0">
                <a:scrgbClr r="0" g="0" b="0"/>
              </a:fillRef>
              <a:effectRef idx="0">
                <a:scrgbClr r="0" g="0" b="0"/>
              </a:effectRef>
              <a:fontRef idx="minor"/>
            </p:style>
            <p:txBody>
              <a:bodyPr tIns="25920" bIns="25920" anchor="ctr">
                <a:noAutofit/>
              </a:bodyPr>
              <a:lstStyle/>
              <a:p>
                <a:pPr defTabSz="914400">
                  <a:lnSpc>
                    <a:spcPct val="100000"/>
                  </a:lnSpc>
                  <a:tabLst>
                    <a:tab pos="0" algn="l"/>
                  </a:tabLst>
                </a:pPr>
                <a:endParaRPr lang="en-US" sz="1800" b="0" u="none" strike="noStrike">
                  <a:solidFill>
                    <a:srgbClr val="FFFFFF"/>
                  </a:solidFill>
                  <a:effectLst/>
                  <a:uFillTx/>
                  <a:latin typeface="OpenSymbol"/>
                </a:endParaRPr>
              </a:p>
            </p:txBody>
          </p:sp>
          <p:sp>
            <p:nvSpPr>
              <p:cNvPr id="241" name="Google Shape;430;p26"/>
              <p:cNvSpPr/>
              <p:nvPr/>
            </p:nvSpPr>
            <p:spPr>
              <a:xfrm flipV="1">
                <a:off x="8056440" y="571320"/>
                <a:ext cx="73440" cy="73440"/>
              </a:xfrm>
              <a:prstGeom prst="ellipse">
                <a:avLst/>
              </a:prstGeom>
              <a:solidFill>
                <a:schemeClr val="dk1"/>
              </a:solidFill>
              <a:ln w="0">
                <a:noFill/>
              </a:ln>
            </p:spPr>
            <p:style>
              <a:lnRef idx="0">
                <a:scrgbClr r="0" g="0" b="0"/>
              </a:lnRef>
              <a:fillRef idx="0">
                <a:scrgbClr r="0" g="0" b="0"/>
              </a:fillRef>
              <a:effectRef idx="0">
                <a:scrgbClr r="0" g="0" b="0"/>
              </a:effectRef>
              <a:fontRef idx="minor"/>
            </p:style>
            <p:txBody>
              <a:bodyPr tIns="25920" bIns="25920" anchor="ctr">
                <a:noAutofit/>
              </a:bodyPr>
              <a:lstStyle/>
              <a:p>
                <a:pPr defTabSz="914400">
                  <a:lnSpc>
                    <a:spcPct val="100000"/>
                  </a:lnSpc>
                  <a:tabLst>
                    <a:tab pos="0" algn="l"/>
                  </a:tabLst>
                </a:pPr>
                <a:endParaRPr lang="en-US" sz="1800" b="0" u="none" strike="noStrike">
                  <a:solidFill>
                    <a:srgbClr val="FFFFFF"/>
                  </a:solidFill>
                  <a:effectLst/>
                  <a:uFillTx/>
                  <a:latin typeface="OpenSymbol"/>
                </a:endParaRPr>
              </a:p>
            </p:txBody>
          </p:sp>
          <p:sp>
            <p:nvSpPr>
              <p:cNvPr id="242" name="Google Shape;431;p26"/>
              <p:cNvSpPr/>
              <p:nvPr/>
            </p:nvSpPr>
            <p:spPr>
              <a:xfrm flipV="1">
                <a:off x="8260560" y="571320"/>
                <a:ext cx="73440" cy="73440"/>
              </a:xfrm>
              <a:prstGeom prst="ellipse">
                <a:avLst/>
              </a:prstGeom>
              <a:solidFill>
                <a:schemeClr val="dk1"/>
              </a:solidFill>
              <a:ln w="0">
                <a:noFill/>
              </a:ln>
            </p:spPr>
            <p:style>
              <a:lnRef idx="0">
                <a:scrgbClr r="0" g="0" b="0"/>
              </a:lnRef>
              <a:fillRef idx="0">
                <a:scrgbClr r="0" g="0" b="0"/>
              </a:fillRef>
              <a:effectRef idx="0">
                <a:scrgbClr r="0" g="0" b="0"/>
              </a:effectRef>
              <a:fontRef idx="minor"/>
            </p:style>
            <p:txBody>
              <a:bodyPr tIns="25920" bIns="25920" anchor="ctr">
                <a:noAutofit/>
              </a:bodyPr>
              <a:lstStyle/>
              <a:p>
                <a:pPr defTabSz="914400">
                  <a:lnSpc>
                    <a:spcPct val="100000"/>
                  </a:lnSpc>
                  <a:tabLst>
                    <a:tab pos="0" algn="l"/>
                  </a:tabLst>
                </a:pPr>
                <a:endParaRPr lang="en-US" sz="1800" b="0" u="none" strike="noStrike">
                  <a:solidFill>
                    <a:srgbClr val="FFFFFF"/>
                  </a:solidFill>
                  <a:effectLst/>
                  <a:uFillTx/>
                  <a:latin typeface="OpenSymbol"/>
                </a:endParaRPr>
              </a:p>
            </p:txBody>
          </p:sp>
          <p:sp>
            <p:nvSpPr>
              <p:cNvPr id="243" name="Google Shape;432;p26"/>
              <p:cNvSpPr/>
              <p:nvPr/>
            </p:nvSpPr>
            <p:spPr>
              <a:xfrm flipV="1">
                <a:off x="8464680" y="571320"/>
                <a:ext cx="73440" cy="73440"/>
              </a:xfrm>
              <a:prstGeom prst="ellipse">
                <a:avLst/>
              </a:prstGeom>
              <a:solidFill>
                <a:schemeClr val="dk1"/>
              </a:solidFill>
              <a:ln w="0">
                <a:noFill/>
              </a:ln>
            </p:spPr>
            <p:style>
              <a:lnRef idx="0">
                <a:scrgbClr r="0" g="0" b="0"/>
              </a:lnRef>
              <a:fillRef idx="0">
                <a:scrgbClr r="0" g="0" b="0"/>
              </a:fillRef>
              <a:effectRef idx="0">
                <a:scrgbClr r="0" g="0" b="0"/>
              </a:effectRef>
              <a:fontRef idx="minor"/>
            </p:style>
            <p:txBody>
              <a:bodyPr tIns="25920" bIns="25920" anchor="ctr">
                <a:noAutofit/>
              </a:bodyPr>
              <a:lstStyle/>
              <a:p>
                <a:pPr defTabSz="914400">
                  <a:lnSpc>
                    <a:spcPct val="100000"/>
                  </a:lnSpc>
                  <a:tabLst>
                    <a:tab pos="0" algn="l"/>
                  </a:tabLst>
                </a:pPr>
                <a:endParaRPr lang="en-US" sz="1800" b="0" u="none" strike="noStrike">
                  <a:solidFill>
                    <a:srgbClr val="FFFFFF"/>
                  </a:solidFill>
                  <a:effectLst/>
                  <a:uFillTx/>
                  <a:latin typeface="OpenSymbol"/>
                </a:endParaRPr>
              </a:p>
            </p:txBody>
          </p:sp>
          <p:sp>
            <p:nvSpPr>
              <p:cNvPr id="244" name="Google Shape;433;p26"/>
              <p:cNvSpPr/>
              <p:nvPr/>
            </p:nvSpPr>
            <p:spPr>
              <a:xfrm flipV="1">
                <a:off x="8668800" y="571320"/>
                <a:ext cx="73440" cy="73440"/>
              </a:xfrm>
              <a:prstGeom prst="ellipse">
                <a:avLst/>
              </a:prstGeom>
              <a:solidFill>
                <a:schemeClr val="dk1"/>
              </a:solidFill>
              <a:ln w="0">
                <a:noFill/>
              </a:ln>
            </p:spPr>
            <p:style>
              <a:lnRef idx="0">
                <a:scrgbClr r="0" g="0" b="0"/>
              </a:lnRef>
              <a:fillRef idx="0">
                <a:scrgbClr r="0" g="0" b="0"/>
              </a:fillRef>
              <a:effectRef idx="0">
                <a:scrgbClr r="0" g="0" b="0"/>
              </a:effectRef>
              <a:fontRef idx="minor"/>
            </p:style>
            <p:txBody>
              <a:bodyPr tIns="25920" bIns="25920" anchor="ctr">
                <a:noAutofit/>
              </a:bodyPr>
              <a:lstStyle/>
              <a:p>
                <a:pPr defTabSz="914400">
                  <a:lnSpc>
                    <a:spcPct val="100000"/>
                  </a:lnSpc>
                  <a:tabLst>
                    <a:tab pos="0" algn="l"/>
                  </a:tabLst>
                </a:pPr>
                <a:endParaRPr lang="en-US" sz="1800" b="0" u="none" strike="noStrike">
                  <a:solidFill>
                    <a:srgbClr val="FFFFFF"/>
                  </a:solidFill>
                  <a:effectLst/>
                  <a:uFillTx/>
                  <a:latin typeface="OpenSymbol"/>
                </a:endParaRPr>
              </a:p>
            </p:txBody>
          </p:sp>
          <p:sp>
            <p:nvSpPr>
              <p:cNvPr id="245" name="Google Shape;434;p26"/>
              <p:cNvSpPr/>
              <p:nvPr/>
            </p:nvSpPr>
            <p:spPr>
              <a:xfrm flipV="1">
                <a:off x="7432920" y="387360"/>
                <a:ext cx="73440" cy="73440"/>
              </a:xfrm>
              <a:prstGeom prst="ellipse">
                <a:avLst/>
              </a:prstGeom>
              <a:solidFill>
                <a:schemeClr val="dk1"/>
              </a:solidFill>
              <a:ln w="0">
                <a:noFill/>
              </a:ln>
            </p:spPr>
            <p:style>
              <a:lnRef idx="0">
                <a:scrgbClr r="0" g="0" b="0"/>
              </a:lnRef>
              <a:fillRef idx="0">
                <a:scrgbClr r="0" g="0" b="0"/>
              </a:fillRef>
              <a:effectRef idx="0">
                <a:scrgbClr r="0" g="0" b="0"/>
              </a:effectRef>
              <a:fontRef idx="minor"/>
            </p:style>
            <p:txBody>
              <a:bodyPr tIns="25920" bIns="25920" anchor="ctr">
                <a:noAutofit/>
              </a:bodyPr>
              <a:lstStyle/>
              <a:p>
                <a:pPr defTabSz="914400">
                  <a:lnSpc>
                    <a:spcPct val="100000"/>
                  </a:lnSpc>
                  <a:tabLst>
                    <a:tab pos="0" algn="l"/>
                  </a:tabLst>
                </a:pPr>
                <a:endParaRPr lang="en-US" sz="1800" b="0" u="none" strike="noStrike">
                  <a:solidFill>
                    <a:srgbClr val="FFFFFF"/>
                  </a:solidFill>
                  <a:effectLst/>
                  <a:uFillTx/>
                  <a:latin typeface="OpenSymbol"/>
                </a:endParaRPr>
              </a:p>
            </p:txBody>
          </p:sp>
          <p:sp>
            <p:nvSpPr>
              <p:cNvPr id="246" name="Google Shape;435;p26"/>
              <p:cNvSpPr/>
              <p:nvPr/>
            </p:nvSpPr>
            <p:spPr>
              <a:xfrm flipV="1">
                <a:off x="7637040" y="387360"/>
                <a:ext cx="73440" cy="73440"/>
              </a:xfrm>
              <a:prstGeom prst="ellipse">
                <a:avLst/>
              </a:prstGeom>
              <a:solidFill>
                <a:schemeClr val="dk1"/>
              </a:solidFill>
              <a:ln w="0">
                <a:noFill/>
              </a:ln>
            </p:spPr>
            <p:style>
              <a:lnRef idx="0">
                <a:scrgbClr r="0" g="0" b="0"/>
              </a:lnRef>
              <a:fillRef idx="0">
                <a:scrgbClr r="0" g="0" b="0"/>
              </a:fillRef>
              <a:effectRef idx="0">
                <a:scrgbClr r="0" g="0" b="0"/>
              </a:effectRef>
              <a:fontRef idx="minor"/>
            </p:style>
            <p:txBody>
              <a:bodyPr tIns="25920" bIns="25920" anchor="ctr">
                <a:noAutofit/>
              </a:bodyPr>
              <a:lstStyle/>
              <a:p>
                <a:pPr defTabSz="914400">
                  <a:lnSpc>
                    <a:spcPct val="100000"/>
                  </a:lnSpc>
                  <a:tabLst>
                    <a:tab pos="0" algn="l"/>
                  </a:tabLst>
                </a:pPr>
                <a:endParaRPr lang="en-US" sz="1800" b="0" u="none" strike="noStrike">
                  <a:solidFill>
                    <a:srgbClr val="FFFFFF"/>
                  </a:solidFill>
                  <a:effectLst/>
                  <a:uFillTx/>
                  <a:latin typeface="OpenSymbol"/>
                </a:endParaRPr>
              </a:p>
            </p:txBody>
          </p:sp>
          <p:sp>
            <p:nvSpPr>
              <p:cNvPr id="247" name="Google Shape;436;p26"/>
              <p:cNvSpPr/>
              <p:nvPr/>
            </p:nvSpPr>
            <p:spPr>
              <a:xfrm flipV="1">
                <a:off x="7841160" y="387360"/>
                <a:ext cx="73440" cy="73440"/>
              </a:xfrm>
              <a:prstGeom prst="ellipse">
                <a:avLst/>
              </a:prstGeom>
              <a:solidFill>
                <a:schemeClr val="dk1"/>
              </a:solidFill>
              <a:ln w="0">
                <a:noFill/>
              </a:ln>
            </p:spPr>
            <p:style>
              <a:lnRef idx="0">
                <a:scrgbClr r="0" g="0" b="0"/>
              </a:lnRef>
              <a:fillRef idx="0">
                <a:scrgbClr r="0" g="0" b="0"/>
              </a:fillRef>
              <a:effectRef idx="0">
                <a:scrgbClr r="0" g="0" b="0"/>
              </a:effectRef>
              <a:fontRef idx="minor"/>
            </p:style>
            <p:txBody>
              <a:bodyPr tIns="25920" bIns="25920" anchor="ctr">
                <a:noAutofit/>
              </a:bodyPr>
              <a:lstStyle/>
              <a:p>
                <a:pPr defTabSz="914400">
                  <a:lnSpc>
                    <a:spcPct val="100000"/>
                  </a:lnSpc>
                  <a:tabLst>
                    <a:tab pos="0" algn="l"/>
                  </a:tabLst>
                </a:pPr>
                <a:endParaRPr lang="en-US" sz="1800" b="0" u="none" strike="noStrike">
                  <a:solidFill>
                    <a:srgbClr val="FFFFFF"/>
                  </a:solidFill>
                  <a:effectLst/>
                  <a:uFillTx/>
                  <a:latin typeface="OpenSymbol"/>
                </a:endParaRPr>
              </a:p>
            </p:txBody>
          </p:sp>
          <p:sp>
            <p:nvSpPr>
              <p:cNvPr id="248" name="Google Shape;437;p26"/>
              <p:cNvSpPr/>
              <p:nvPr/>
            </p:nvSpPr>
            <p:spPr>
              <a:xfrm flipV="1">
                <a:off x="8045280" y="387360"/>
                <a:ext cx="73440" cy="73440"/>
              </a:xfrm>
              <a:prstGeom prst="ellipse">
                <a:avLst/>
              </a:prstGeom>
              <a:solidFill>
                <a:schemeClr val="dk1"/>
              </a:solidFill>
              <a:ln w="0">
                <a:noFill/>
              </a:ln>
            </p:spPr>
            <p:style>
              <a:lnRef idx="0">
                <a:scrgbClr r="0" g="0" b="0"/>
              </a:lnRef>
              <a:fillRef idx="0">
                <a:scrgbClr r="0" g="0" b="0"/>
              </a:fillRef>
              <a:effectRef idx="0">
                <a:scrgbClr r="0" g="0" b="0"/>
              </a:effectRef>
              <a:fontRef idx="minor"/>
            </p:style>
            <p:txBody>
              <a:bodyPr tIns="25920" bIns="25920" anchor="ctr">
                <a:noAutofit/>
              </a:bodyPr>
              <a:lstStyle/>
              <a:p>
                <a:pPr defTabSz="914400">
                  <a:lnSpc>
                    <a:spcPct val="100000"/>
                  </a:lnSpc>
                  <a:tabLst>
                    <a:tab pos="0" algn="l"/>
                  </a:tabLst>
                </a:pPr>
                <a:endParaRPr lang="en-US" sz="1800" b="0" u="none" strike="noStrike">
                  <a:solidFill>
                    <a:srgbClr val="FFFFFF"/>
                  </a:solidFill>
                  <a:effectLst/>
                  <a:uFillTx/>
                  <a:latin typeface="OpenSymbol"/>
                </a:endParaRPr>
              </a:p>
            </p:txBody>
          </p:sp>
          <p:sp>
            <p:nvSpPr>
              <p:cNvPr id="249" name="Google Shape;438;p26"/>
              <p:cNvSpPr/>
              <p:nvPr/>
            </p:nvSpPr>
            <p:spPr>
              <a:xfrm flipV="1">
                <a:off x="8249400" y="387360"/>
                <a:ext cx="73440" cy="73440"/>
              </a:xfrm>
              <a:prstGeom prst="ellipse">
                <a:avLst/>
              </a:prstGeom>
              <a:solidFill>
                <a:schemeClr val="dk1"/>
              </a:solidFill>
              <a:ln w="0">
                <a:noFill/>
              </a:ln>
            </p:spPr>
            <p:style>
              <a:lnRef idx="0">
                <a:scrgbClr r="0" g="0" b="0"/>
              </a:lnRef>
              <a:fillRef idx="0">
                <a:scrgbClr r="0" g="0" b="0"/>
              </a:fillRef>
              <a:effectRef idx="0">
                <a:scrgbClr r="0" g="0" b="0"/>
              </a:effectRef>
              <a:fontRef idx="minor"/>
            </p:style>
            <p:txBody>
              <a:bodyPr tIns="25920" bIns="25920" anchor="ctr">
                <a:noAutofit/>
              </a:bodyPr>
              <a:lstStyle/>
              <a:p>
                <a:pPr defTabSz="914400">
                  <a:lnSpc>
                    <a:spcPct val="100000"/>
                  </a:lnSpc>
                  <a:tabLst>
                    <a:tab pos="0" algn="l"/>
                  </a:tabLst>
                </a:pPr>
                <a:endParaRPr lang="en-US" sz="1800" b="0" u="none" strike="noStrike">
                  <a:solidFill>
                    <a:srgbClr val="FFFFFF"/>
                  </a:solidFill>
                  <a:effectLst/>
                  <a:uFillTx/>
                  <a:latin typeface="OpenSymbol"/>
                </a:endParaRPr>
              </a:p>
            </p:txBody>
          </p:sp>
        </p:grpSp>
        <p:grpSp>
          <p:nvGrpSpPr>
            <p:cNvPr id="250" name="Google Shape;439;p26"/>
            <p:cNvGrpSpPr/>
            <p:nvPr/>
          </p:nvGrpSpPr>
          <p:grpSpPr>
            <a:xfrm>
              <a:off x="7267320" y="3608280"/>
              <a:ext cx="2455920" cy="1917360"/>
              <a:chOff x="7267320" y="3608280"/>
              <a:chExt cx="2455920" cy="1917360"/>
            </a:xfrm>
          </p:grpSpPr>
          <p:sp>
            <p:nvSpPr>
              <p:cNvPr id="251" name="Google Shape;440;p26"/>
              <p:cNvSpPr/>
              <p:nvPr/>
            </p:nvSpPr>
            <p:spPr>
              <a:xfrm rot="5400000" flipH="1" flipV="1">
                <a:off x="7653240" y="3610800"/>
                <a:ext cx="1554120" cy="1548360"/>
              </a:xfrm>
              <a:prstGeom prst="rtTriangle">
                <a:avLst/>
              </a:prstGeom>
              <a:solidFill>
                <a:schemeClr val="dk1"/>
              </a:solidFill>
              <a:ln w="0">
                <a:noFill/>
              </a:ln>
            </p:spPr>
            <p:style>
              <a:lnRef idx="0">
                <a:scrgbClr r="0" g="0" b="0"/>
              </a:lnRef>
              <a:fillRef idx="0">
                <a:scrgbClr r="0" g="0" b="0"/>
              </a:fillRef>
              <a:effectRef idx="0">
                <a:scrgbClr r="0" g="0" b="0"/>
              </a:effectRef>
              <a:fontRef idx="minor"/>
            </p:style>
            <p:txBody>
              <a:bodyPr tIns="91440" bIns="91440" anchor="ctr">
                <a:noAutofit/>
              </a:bodyPr>
              <a:lstStyle/>
              <a:p>
                <a:pPr defTabSz="914400">
                  <a:lnSpc>
                    <a:spcPct val="100000"/>
                  </a:lnSpc>
                  <a:tabLst>
                    <a:tab pos="0" algn="l"/>
                  </a:tabLst>
                </a:pPr>
                <a:endParaRPr lang="en-US" sz="1800" b="0" u="none" strike="noStrike">
                  <a:solidFill>
                    <a:srgbClr val="FFFFFF"/>
                  </a:solidFill>
                  <a:effectLst/>
                  <a:uFillTx/>
                  <a:latin typeface="OpenSymbol"/>
                </a:endParaRPr>
              </a:p>
            </p:txBody>
          </p:sp>
          <p:sp>
            <p:nvSpPr>
              <p:cNvPr id="252" name="Google Shape;441;p26"/>
              <p:cNvSpPr/>
              <p:nvPr/>
            </p:nvSpPr>
            <p:spPr>
              <a:xfrm rot="18900600" flipH="1" flipV="1">
                <a:off x="8648640" y="4254840"/>
                <a:ext cx="1150200" cy="262080"/>
              </a:xfrm>
              <a:prstGeom prst="roundRect">
                <a:avLst>
                  <a:gd name="adj" fmla="val 50000"/>
                </a:avLst>
              </a:prstGeom>
              <a:solidFill>
                <a:schemeClr val="dk2"/>
              </a:solidFill>
              <a:ln w="0">
                <a:noFill/>
              </a:ln>
            </p:spPr>
            <p:style>
              <a:lnRef idx="0">
                <a:scrgbClr r="0" g="0" b="0"/>
              </a:lnRef>
              <a:fillRef idx="0">
                <a:scrgbClr r="0" g="0" b="0"/>
              </a:fillRef>
              <a:effectRef idx="0">
                <a:scrgbClr r="0" g="0" b="0"/>
              </a:effectRef>
              <a:fontRef idx="minor"/>
            </p:style>
            <p:txBody>
              <a:bodyPr tIns="91440" bIns="91440" anchor="ctr">
                <a:noAutofit/>
              </a:bodyPr>
              <a:lstStyle/>
              <a:p>
                <a:pPr defTabSz="914400">
                  <a:lnSpc>
                    <a:spcPct val="100000"/>
                  </a:lnSpc>
                  <a:tabLst>
                    <a:tab pos="0" algn="l"/>
                  </a:tabLst>
                </a:pPr>
                <a:endParaRPr lang="en-US" sz="1800" b="0" u="none" strike="noStrike">
                  <a:solidFill>
                    <a:srgbClr val="000000"/>
                  </a:solidFill>
                  <a:effectLst/>
                  <a:uFillTx/>
                  <a:latin typeface="OpenSymbol"/>
                </a:endParaRPr>
              </a:p>
            </p:txBody>
          </p:sp>
          <p:sp>
            <p:nvSpPr>
              <p:cNvPr id="253" name="Google Shape;442;p26"/>
              <p:cNvSpPr/>
              <p:nvPr/>
            </p:nvSpPr>
            <p:spPr>
              <a:xfrm flipV="1">
                <a:off x="7719480" y="3696120"/>
                <a:ext cx="1309320" cy="1309320"/>
              </a:xfrm>
              <a:prstGeom prst="ellipse">
                <a:avLst/>
              </a:prstGeom>
              <a:noFill/>
              <a:ln w="9525">
                <a:solidFill>
                  <a:srgbClr val="F8F8F8"/>
                </a:solidFill>
                <a:prstDash val="lgDash"/>
                <a:round/>
              </a:ln>
            </p:spPr>
            <p:style>
              <a:lnRef idx="0">
                <a:scrgbClr r="0" g="0" b="0"/>
              </a:lnRef>
              <a:fillRef idx="0">
                <a:scrgbClr r="0" g="0" b="0"/>
              </a:fillRef>
              <a:effectRef idx="0">
                <a:scrgbClr r="0" g="0" b="0"/>
              </a:effectRef>
              <a:fontRef idx="minor"/>
            </p:style>
            <p:txBody>
              <a:bodyPr tIns="91440" bIns="91440" anchor="ctr">
                <a:noAutofit/>
              </a:bodyPr>
              <a:lstStyle/>
              <a:p>
                <a:pPr defTabSz="914400">
                  <a:lnSpc>
                    <a:spcPct val="100000"/>
                  </a:lnSpc>
                  <a:tabLst>
                    <a:tab pos="0" algn="l"/>
                  </a:tabLst>
                </a:pPr>
                <a:endParaRPr lang="en-US" sz="1800" b="0" u="none" strike="noStrike">
                  <a:solidFill>
                    <a:srgbClr val="000000"/>
                  </a:solidFill>
                  <a:effectLst/>
                  <a:uFillTx/>
                  <a:latin typeface="OpenSymbol"/>
                </a:endParaRPr>
              </a:p>
            </p:txBody>
          </p:sp>
          <p:sp>
            <p:nvSpPr>
              <p:cNvPr id="254" name="Google Shape;443;p26"/>
              <p:cNvSpPr/>
              <p:nvPr/>
            </p:nvSpPr>
            <p:spPr>
              <a:xfrm rot="18900600" flipH="1" flipV="1">
                <a:off x="7177680" y="4964760"/>
                <a:ext cx="1098360" cy="201600"/>
              </a:xfrm>
              <a:prstGeom prst="roundRect">
                <a:avLst>
                  <a:gd name="adj" fmla="val 50000"/>
                </a:avLst>
              </a:prstGeom>
              <a:solidFill>
                <a:schemeClr val="lt2"/>
              </a:solidFill>
              <a:ln w="0">
                <a:noFill/>
              </a:ln>
            </p:spPr>
            <p:style>
              <a:lnRef idx="0">
                <a:scrgbClr r="0" g="0" b="0"/>
              </a:lnRef>
              <a:fillRef idx="0">
                <a:scrgbClr r="0" g="0" b="0"/>
              </a:fillRef>
              <a:effectRef idx="0">
                <a:scrgbClr r="0" g="0" b="0"/>
              </a:effectRef>
              <a:fontRef idx="minor"/>
            </p:style>
            <p:txBody>
              <a:bodyPr tIns="71280" bIns="71280" anchor="ctr">
                <a:noAutofit/>
              </a:bodyPr>
              <a:lstStyle/>
              <a:p>
                <a:pPr defTabSz="914400">
                  <a:lnSpc>
                    <a:spcPct val="100000"/>
                  </a:lnSpc>
                  <a:tabLst>
                    <a:tab pos="0" algn="l"/>
                  </a:tabLst>
                </a:pPr>
                <a:endParaRPr lang="en-US" sz="1800" b="0" u="none" strike="noStrike">
                  <a:solidFill>
                    <a:srgbClr val="FFFFFF"/>
                  </a:solidFill>
                  <a:effectLst/>
                  <a:uFillTx/>
                  <a:latin typeface="OpenSymbol"/>
                </a:endParaRPr>
              </a:p>
            </p:txBody>
          </p:sp>
        </p:grpSp>
      </p:grpSp>
    </p:spTree>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type="tx" preserve="1">
  <p:cSld name="TITLE_AND_BODY">
    <p:bg>
      <p:bgPr>
        <a:solidFill>
          <a:schemeClr val="lt1"/>
        </a:solidFill>
        <a:effectLst/>
      </p:bgPr>
    </p:bg>
    <p:spTree>
      <p:nvGrpSpPr>
        <p:cNvPr id="1" name=""/>
        <p:cNvGrpSpPr/>
        <p:nvPr/>
      </p:nvGrpSpPr>
      <p:grpSpPr>
        <a:xfrm>
          <a:off x="0" y="0"/>
          <a:ext cx="0" cy="0"/>
          <a:chOff x="0" y="0"/>
          <a:chExt cx="0" cy="0"/>
        </a:xfrm>
      </p:grpSpPr>
      <p:sp>
        <p:nvSpPr>
          <p:cNvPr id="255" name="PlaceHolder 1"/>
          <p:cNvSpPr>
            <a:spLocks noGrp="1"/>
          </p:cNvSpPr>
          <p:nvPr>
            <p:ph type="title"/>
          </p:nvPr>
        </p:nvSpPr>
        <p:spPr>
          <a:xfrm>
            <a:off x="720000" y="444960"/>
            <a:ext cx="7703640" cy="572400"/>
          </a:xfrm>
          <a:prstGeom prst="rect">
            <a:avLst/>
          </a:prstGeom>
          <a:noFill/>
          <a:ln w="0">
            <a:noFill/>
          </a:ln>
        </p:spPr>
        <p:txBody>
          <a:bodyPr lIns="91440" tIns="91440" rIns="91440" bIns="91440" anchor="t">
            <a:noAutofit/>
          </a:bodyPr>
          <a:lstStyle/>
          <a:p>
            <a:pPr indent="0">
              <a:buNone/>
            </a:pPr>
            <a:r>
              <a:rPr lang="fr-FR" sz="3200" b="0" u="none" strike="noStrike">
                <a:solidFill>
                  <a:schemeClr val="dk1"/>
                </a:solidFill>
                <a:effectLst/>
                <a:uFillTx/>
                <a:latin typeface="Arial"/>
              </a:rPr>
              <a:t>Click to edit the title text format</a:t>
            </a:r>
          </a:p>
        </p:txBody>
      </p:sp>
      <p:sp>
        <p:nvSpPr>
          <p:cNvPr id="256" name="PlaceHolder 2"/>
          <p:cNvSpPr>
            <a:spLocks noGrp="1"/>
          </p:cNvSpPr>
          <p:nvPr>
            <p:ph type="body"/>
          </p:nvPr>
        </p:nvSpPr>
        <p:spPr>
          <a:xfrm>
            <a:off x="720000" y="1278000"/>
            <a:ext cx="4801680" cy="2741400"/>
          </a:xfrm>
          <a:prstGeom prst="rect">
            <a:avLst/>
          </a:prstGeom>
          <a:noFill/>
          <a:ln w="0">
            <a:noFill/>
          </a:ln>
        </p:spPr>
        <p:txBody>
          <a:bodyPr lIns="91440" tIns="91440" rIns="91440" bIns="91440" anchor="t">
            <a:noAutofit/>
          </a:bodyPr>
          <a:lstStyle/>
          <a:p>
            <a:pPr marL="432000" indent="-324000">
              <a:spcBef>
                <a:spcPts val="1417"/>
              </a:spcBef>
              <a:buClr>
                <a:srgbClr val="000000"/>
              </a:buClr>
              <a:buSzPct val="45000"/>
              <a:buFont typeface="Wingdings" charset="2"/>
              <a:buChar char=""/>
            </a:pPr>
            <a:r>
              <a:rPr lang="fr-FR" sz="1400" b="0" u="none" strike="noStrike">
                <a:solidFill>
                  <a:srgbClr val="000000"/>
                </a:solidFill>
                <a:effectLst/>
                <a:uFillTx/>
                <a:latin typeface="Arial"/>
              </a:rPr>
              <a:t>Click to edit the outline text format</a:t>
            </a:r>
          </a:p>
          <a:p>
            <a:pPr marL="864000" lvl="1" indent="-324000">
              <a:spcBef>
                <a:spcPts val="1134"/>
              </a:spcBef>
              <a:buClr>
                <a:srgbClr val="000000"/>
              </a:buClr>
              <a:buSzPct val="75000"/>
              <a:buFont typeface="Symbol" charset="2"/>
              <a:buChar char=""/>
            </a:pPr>
            <a:r>
              <a:rPr lang="fr-FR" sz="1400" b="0" u="none" strike="noStrike">
                <a:solidFill>
                  <a:srgbClr val="000000"/>
                </a:solidFill>
                <a:effectLst/>
                <a:uFillTx/>
                <a:latin typeface="Arial"/>
              </a:rPr>
              <a:t>Second Outline Level</a:t>
            </a:r>
          </a:p>
          <a:p>
            <a:pPr marL="1296000" lvl="2" indent="-288000">
              <a:spcBef>
                <a:spcPts val="850"/>
              </a:spcBef>
              <a:buClr>
                <a:srgbClr val="000000"/>
              </a:buClr>
              <a:buSzPct val="45000"/>
              <a:buFont typeface="Wingdings" charset="2"/>
              <a:buChar char=""/>
            </a:pPr>
            <a:r>
              <a:rPr lang="fr-FR" sz="1400" b="0" u="none" strike="noStrike">
                <a:solidFill>
                  <a:srgbClr val="000000"/>
                </a:solidFill>
                <a:effectLst/>
                <a:uFillTx/>
                <a:latin typeface="Arial"/>
              </a:rPr>
              <a:t>Third Outline Level</a:t>
            </a:r>
          </a:p>
          <a:p>
            <a:pPr marL="1728000" lvl="3" indent="-216000">
              <a:spcBef>
                <a:spcPts val="567"/>
              </a:spcBef>
              <a:buClr>
                <a:srgbClr val="000000"/>
              </a:buClr>
              <a:buSzPct val="75000"/>
              <a:buFont typeface="Symbol" charset="2"/>
              <a:buChar char=""/>
            </a:pPr>
            <a:r>
              <a:rPr lang="fr-FR" sz="1400" b="0" u="none" strike="noStrike">
                <a:solidFill>
                  <a:srgbClr val="000000"/>
                </a:solidFill>
                <a:effectLst/>
                <a:uFillTx/>
                <a:latin typeface="Arial"/>
              </a:rPr>
              <a:t>Fourth Outline Level</a:t>
            </a:r>
          </a:p>
          <a:p>
            <a:pPr marL="2160000" lvl="4" indent="-216000">
              <a:spcBef>
                <a:spcPts val="283"/>
              </a:spcBef>
              <a:buClr>
                <a:srgbClr val="000000"/>
              </a:buClr>
              <a:buSzPct val="45000"/>
              <a:buFont typeface="Wingdings" charset="2"/>
              <a:buChar char=""/>
            </a:pPr>
            <a:r>
              <a:rPr lang="fr-FR" sz="1400" b="0" u="none" strike="noStrike">
                <a:solidFill>
                  <a:srgbClr val="000000"/>
                </a:solidFill>
                <a:effectLst/>
                <a:uFillTx/>
                <a:latin typeface="Arial"/>
              </a:rPr>
              <a:t>Fifth Outline Level</a:t>
            </a:r>
          </a:p>
          <a:p>
            <a:pPr marL="2592000" lvl="5" indent="-216000">
              <a:spcBef>
                <a:spcPts val="283"/>
              </a:spcBef>
              <a:buClr>
                <a:srgbClr val="000000"/>
              </a:buClr>
              <a:buSzPct val="45000"/>
              <a:buFont typeface="Wingdings" charset="2"/>
              <a:buChar char=""/>
            </a:pPr>
            <a:r>
              <a:rPr lang="fr-FR" sz="1400" b="0" u="none" strike="noStrike">
                <a:solidFill>
                  <a:srgbClr val="000000"/>
                </a:solidFill>
                <a:effectLst/>
                <a:uFillTx/>
                <a:latin typeface="Arial"/>
              </a:rPr>
              <a:t>Sixth Outline Level</a:t>
            </a:r>
          </a:p>
          <a:p>
            <a:pPr marL="3024000" lvl="6" indent="-216000">
              <a:spcBef>
                <a:spcPts val="283"/>
              </a:spcBef>
              <a:buClr>
                <a:srgbClr val="000000"/>
              </a:buClr>
              <a:buSzPct val="45000"/>
              <a:buFont typeface="Wingdings" charset="2"/>
              <a:buChar char=""/>
            </a:pPr>
            <a:r>
              <a:rPr lang="fr-FR" sz="1400" b="0" u="none" strike="noStrike">
                <a:solidFill>
                  <a:srgbClr val="000000"/>
                </a:solidFill>
                <a:effectLst/>
                <a:uFillTx/>
                <a:latin typeface="Arial"/>
              </a:rPr>
              <a:t>Seventh Outline Level</a:t>
            </a:r>
          </a:p>
        </p:txBody>
      </p:sp>
      <p:grpSp>
        <p:nvGrpSpPr>
          <p:cNvPr id="257" name="Google Shape;31;p4"/>
          <p:cNvGrpSpPr/>
          <p:nvPr/>
        </p:nvGrpSpPr>
        <p:grpSpPr>
          <a:xfrm>
            <a:off x="6674040" y="-721440"/>
            <a:ext cx="2962440" cy="5493600"/>
            <a:chOff x="6674040" y="-721440"/>
            <a:chExt cx="2962440" cy="5493600"/>
          </a:xfrm>
        </p:grpSpPr>
        <p:grpSp>
          <p:nvGrpSpPr>
            <p:cNvPr id="258" name="Google Shape;32;p4"/>
            <p:cNvGrpSpPr/>
            <p:nvPr/>
          </p:nvGrpSpPr>
          <p:grpSpPr>
            <a:xfrm>
              <a:off x="7656480" y="-721440"/>
              <a:ext cx="1980000" cy="2320200"/>
              <a:chOff x="7656480" y="-721440"/>
              <a:chExt cx="1980000" cy="2320200"/>
            </a:xfrm>
          </p:grpSpPr>
          <p:sp>
            <p:nvSpPr>
              <p:cNvPr id="259" name="Google Shape;33;p4"/>
              <p:cNvSpPr/>
              <p:nvPr/>
            </p:nvSpPr>
            <p:spPr>
              <a:xfrm rot="16200000" flipH="1">
                <a:off x="7653240" y="-57960"/>
                <a:ext cx="1554120" cy="1548360"/>
              </a:xfrm>
              <a:prstGeom prst="rtTriangle">
                <a:avLst/>
              </a:prstGeom>
              <a:solidFill>
                <a:schemeClr val="dk1"/>
              </a:solidFill>
              <a:ln w="0">
                <a:noFill/>
              </a:ln>
            </p:spPr>
            <p:style>
              <a:lnRef idx="0">
                <a:scrgbClr r="0" g="0" b="0"/>
              </a:lnRef>
              <a:fillRef idx="0">
                <a:scrgbClr r="0" g="0" b="0"/>
              </a:fillRef>
              <a:effectRef idx="0">
                <a:scrgbClr r="0" g="0" b="0"/>
              </a:effectRef>
              <a:fontRef idx="minor"/>
            </p:style>
            <p:txBody>
              <a:bodyPr tIns="91440" bIns="91440" anchor="ctr">
                <a:noAutofit/>
              </a:bodyPr>
              <a:lstStyle/>
              <a:p>
                <a:pPr defTabSz="914400">
                  <a:lnSpc>
                    <a:spcPct val="100000"/>
                  </a:lnSpc>
                  <a:tabLst>
                    <a:tab pos="0" algn="l"/>
                  </a:tabLst>
                </a:pPr>
                <a:endParaRPr lang="en-US" sz="1800" b="0" u="none" strike="noStrike">
                  <a:solidFill>
                    <a:srgbClr val="FFFFFF"/>
                  </a:solidFill>
                  <a:effectLst/>
                  <a:uFillTx/>
                  <a:latin typeface="OpenSymbol"/>
                </a:endParaRPr>
              </a:p>
            </p:txBody>
          </p:sp>
          <p:grpSp>
            <p:nvGrpSpPr>
              <p:cNvPr id="260" name="Google Shape;34;p4"/>
              <p:cNvGrpSpPr/>
              <p:nvPr/>
            </p:nvGrpSpPr>
            <p:grpSpPr>
              <a:xfrm>
                <a:off x="7776000" y="-721440"/>
                <a:ext cx="1860480" cy="2320200"/>
                <a:chOff x="7776000" y="-721440"/>
                <a:chExt cx="1860480" cy="2320200"/>
              </a:xfrm>
            </p:grpSpPr>
            <p:sp>
              <p:nvSpPr>
                <p:cNvPr id="261" name="Google Shape;35;p4"/>
                <p:cNvSpPr/>
                <p:nvPr/>
              </p:nvSpPr>
              <p:spPr>
                <a:xfrm rot="2699400" flipH="1">
                  <a:off x="8561160" y="907920"/>
                  <a:ext cx="1150200" cy="262080"/>
                </a:xfrm>
                <a:prstGeom prst="roundRect">
                  <a:avLst>
                    <a:gd name="adj" fmla="val 50000"/>
                  </a:avLst>
                </a:prstGeom>
                <a:solidFill>
                  <a:schemeClr val="dk2"/>
                </a:solidFill>
                <a:ln w="0">
                  <a:noFill/>
                </a:ln>
              </p:spPr>
              <p:style>
                <a:lnRef idx="0">
                  <a:scrgbClr r="0" g="0" b="0"/>
                </a:lnRef>
                <a:fillRef idx="0">
                  <a:scrgbClr r="0" g="0" b="0"/>
                </a:fillRef>
                <a:effectRef idx="0">
                  <a:scrgbClr r="0" g="0" b="0"/>
                </a:effectRef>
                <a:fontRef idx="minor"/>
              </p:style>
              <p:txBody>
                <a:bodyPr tIns="91440" bIns="91440" anchor="ctr">
                  <a:noAutofit/>
                </a:bodyPr>
                <a:lstStyle/>
                <a:p>
                  <a:pPr defTabSz="914400">
                    <a:lnSpc>
                      <a:spcPct val="100000"/>
                    </a:lnSpc>
                    <a:tabLst>
                      <a:tab pos="0" algn="l"/>
                    </a:tabLst>
                  </a:pPr>
                  <a:endParaRPr lang="en-US" sz="1800" b="0" u="none" strike="noStrike">
                    <a:solidFill>
                      <a:srgbClr val="000000"/>
                    </a:solidFill>
                    <a:effectLst/>
                    <a:uFillTx/>
                    <a:latin typeface="OpenSymbol"/>
                  </a:endParaRPr>
                </a:p>
              </p:txBody>
            </p:sp>
            <p:sp>
              <p:nvSpPr>
                <p:cNvPr id="262" name="Google Shape;36;p4"/>
                <p:cNvSpPr/>
                <p:nvPr/>
              </p:nvSpPr>
              <p:spPr>
                <a:xfrm>
                  <a:off x="7776000" y="289440"/>
                  <a:ext cx="1309320" cy="1309320"/>
                </a:xfrm>
                <a:prstGeom prst="ellipse">
                  <a:avLst/>
                </a:prstGeom>
                <a:noFill/>
                <a:ln w="9525">
                  <a:solidFill>
                    <a:srgbClr val="F8F8F8"/>
                  </a:solidFill>
                  <a:prstDash val="lgDash"/>
                  <a:round/>
                </a:ln>
              </p:spPr>
              <p:style>
                <a:lnRef idx="0">
                  <a:scrgbClr r="0" g="0" b="0"/>
                </a:lnRef>
                <a:fillRef idx="0">
                  <a:scrgbClr r="0" g="0" b="0"/>
                </a:fillRef>
                <a:effectRef idx="0">
                  <a:scrgbClr r="0" g="0" b="0"/>
                </a:effectRef>
                <a:fontRef idx="minor"/>
              </p:style>
              <p:txBody>
                <a:bodyPr tIns="91440" bIns="91440" anchor="ctr">
                  <a:noAutofit/>
                </a:bodyPr>
                <a:lstStyle/>
                <a:p>
                  <a:pPr defTabSz="914400">
                    <a:lnSpc>
                      <a:spcPct val="100000"/>
                    </a:lnSpc>
                    <a:tabLst>
                      <a:tab pos="0" algn="l"/>
                    </a:tabLst>
                  </a:pPr>
                  <a:endParaRPr lang="en-US" sz="1800" b="0" u="none" strike="noStrike">
                    <a:solidFill>
                      <a:srgbClr val="000000"/>
                    </a:solidFill>
                    <a:effectLst/>
                    <a:uFillTx/>
                    <a:latin typeface="OpenSymbol"/>
                  </a:endParaRPr>
                </a:p>
              </p:txBody>
            </p:sp>
            <p:sp>
              <p:nvSpPr>
                <p:cNvPr id="263" name="Google Shape;37;p4"/>
                <p:cNvSpPr/>
                <p:nvPr/>
              </p:nvSpPr>
              <p:spPr>
                <a:xfrm rot="2699400" flipH="1">
                  <a:off x="7753680" y="-362520"/>
                  <a:ext cx="1098360" cy="201600"/>
                </a:xfrm>
                <a:prstGeom prst="roundRect">
                  <a:avLst>
                    <a:gd name="adj" fmla="val 50000"/>
                  </a:avLst>
                </a:prstGeom>
                <a:solidFill>
                  <a:schemeClr val="lt2"/>
                </a:solidFill>
                <a:ln w="0">
                  <a:noFill/>
                </a:ln>
              </p:spPr>
              <p:style>
                <a:lnRef idx="0">
                  <a:scrgbClr r="0" g="0" b="0"/>
                </a:lnRef>
                <a:fillRef idx="0">
                  <a:scrgbClr r="0" g="0" b="0"/>
                </a:fillRef>
                <a:effectRef idx="0">
                  <a:scrgbClr r="0" g="0" b="0"/>
                </a:effectRef>
                <a:fontRef idx="minor"/>
              </p:style>
              <p:txBody>
                <a:bodyPr tIns="71280" bIns="71280" anchor="ctr">
                  <a:noAutofit/>
                </a:bodyPr>
                <a:lstStyle/>
                <a:p>
                  <a:pPr defTabSz="914400">
                    <a:lnSpc>
                      <a:spcPct val="100000"/>
                    </a:lnSpc>
                    <a:tabLst>
                      <a:tab pos="0" algn="l"/>
                    </a:tabLst>
                  </a:pPr>
                  <a:endParaRPr lang="en-US" sz="1800" b="0" u="none" strike="noStrike">
                    <a:solidFill>
                      <a:srgbClr val="FFFFFF"/>
                    </a:solidFill>
                    <a:effectLst/>
                    <a:uFillTx/>
                    <a:latin typeface="OpenSymbol"/>
                  </a:endParaRPr>
                </a:p>
              </p:txBody>
            </p:sp>
          </p:grpSp>
          <p:sp>
            <p:nvSpPr>
              <p:cNvPr id="264" name="Google Shape;38;p4"/>
              <p:cNvSpPr/>
              <p:nvPr/>
            </p:nvSpPr>
            <p:spPr>
              <a:xfrm rot="2700000">
                <a:off x="7588800" y="-171720"/>
                <a:ext cx="770040" cy="127440"/>
              </a:xfrm>
              <a:prstGeom prst="roundRect">
                <a:avLst>
                  <a:gd name="adj" fmla="val 50000"/>
                </a:avLst>
              </a:prstGeom>
              <a:solidFill>
                <a:schemeClr val="lt1"/>
              </a:solidFill>
              <a:ln w="0">
                <a:noFill/>
              </a:ln>
            </p:spPr>
            <p:style>
              <a:lnRef idx="0">
                <a:scrgbClr r="0" g="0" b="0"/>
              </a:lnRef>
              <a:fillRef idx="0">
                <a:scrgbClr r="0" g="0" b="0"/>
              </a:fillRef>
              <a:effectRef idx="0">
                <a:scrgbClr r="0" g="0" b="0"/>
              </a:effectRef>
              <a:fontRef idx="minor"/>
            </p:style>
            <p:txBody>
              <a:bodyPr tIns="45360" bIns="45360" anchor="ctr">
                <a:noAutofit/>
              </a:bodyPr>
              <a:lstStyle/>
              <a:p>
                <a:pPr defTabSz="914400">
                  <a:lnSpc>
                    <a:spcPct val="100000"/>
                  </a:lnSpc>
                  <a:tabLst>
                    <a:tab pos="0" algn="l"/>
                  </a:tabLst>
                </a:pPr>
                <a:endParaRPr lang="en-US" sz="1800" b="0" u="none" strike="noStrike">
                  <a:solidFill>
                    <a:srgbClr val="000000"/>
                  </a:solidFill>
                  <a:effectLst/>
                  <a:uFillTx/>
                  <a:latin typeface="OpenSymbol"/>
                </a:endParaRPr>
              </a:p>
            </p:txBody>
          </p:sp>
        </p:grpSp>
        <p:grpSp>
          <p:nvGrpSpPr>
            <p:cNvPr id="265" name="Google Shape;39;p4"/>
            <p:cNvGrpSpPr/>
            <p:nvPr/>
          </p:nvGrpSpPr>
          <p:grpSpPr>
            <a:xfrm>
              <a:off x="6674040" y="4514760"/>
              <a:ext cx="1309320" cy="257400"/>
              <a:chOff x="6674040" y="4514760"/>
              <a:chExt cx="1309320" cy="257400"/>
            </a:xfrm>
          </p:grpSpPr>
          <p:sp>
            <p:nvSpPr>
              <p:cNvPr id="266" name="Google Shape;40;p4"/>
              <p:cNvSpPr/>
              <p:nvPr/>
            </p:nvSpPr>
            <p:spPr>
              <a:xfrm>
                <a:off x="7093440" y="4514760"/>
                <a:ext cx="73440" cy="73440"/>
              </a:xfrm>
              <a:prstGeom prst="ellipse">
                <a:avLst/>
              </a:prstGeom>
              <a:solidFill>
                <a:schemeClr val="dk1"/>
              </a:solidFill>
              <a:ln w="0">
                <a:noFill/>
              </a:ln>
            </p:spPr>
            <p:style>
              <a:lnRef idx="0">
                <a:scrgbClr r="0" g="0" b="0"/>
              </a:lnRef>
              <a:fillRef idx="0">
                <a:scrgbClr r="0" g="0" b="0"/>
              </a:fillRef>
              <a:effectRef idx="0">
                <a:scrgbClr r="0" g="0" b="0"/>
              </a:effectRef>
              <a:fontRef idx="minor"/>
            </p:style>
            <p:txBody>
              <a:bodyPr tIns="25920" bIns="25920" anchor="ctr">
                <a:noAutofit/>
              </a:bodyPr>
              <a:lstStyle/>
              <a:p>
                <a:pPr defTabSz="914400">
                  <a:lnSpc>
                    <a:spcPct val="100000"/>
                  </a:lnSpc>
                  <a:tabLst>
                    <a:tab pos="0" algn="l"/>
                  </a:tabLst>
                </a:pPr>
                <a:endParaRPr lang="en-US" sz="1800" b="0" u="none" strike="noStrike">
                  <a:solidFill>
                    <a:srgbClr val="FFFFFF"/>
                  </a:solidFill>
                  <a:effectLst/>
                  <a:uFillTx/>
                  <a:latin typeface="OpenSymbol"/>
                </a:endParaRPr>
              </a:p>
            </p:txBody>
          </p:sp>
          <p:sp>
            <p:nvSpPr>
              <p:cNvPr id="267" name="Google Shape;41;p4"/>
              <p:cNvSpPr/>
              <p:nvPr/>
            </p:nvSpPr>
            <p:spPr>
              <a:xfrm>
                <a:off x="7297560" y="4514760"/>
                <a:ext cx="73440" cy="73440"/>
              </a:xfrm>
              <a:prstGeom prst="ellipse">
                <a:avLst/>
              </a:prstGeom>
              <a:solidFill>
                <a:schemeClr val="dk1"/>
              </a:solidFill>
              <a:ln w="0">
                <a:noFill/>
              </a:ln>
            </p:spPr>
            <p:style>
              <a:lnRef idx="0">
                <a:scrgbClr r="0" g="0" b="0"/>
              </a:lnRef>
              <a:fillRef idx="0">
                <a:scrgbClr r="0" g="0" b="0"/>
              </a:fillRef>
              <a:effectRef idx="0">
                <a:scrgbClr r="0" g="0" b="0"/>
              </a:effectRef>
              <a:fontRef idx="minor"/>
            </p:style>
            <p:txBody>
              <a:bodyPr tIns="25920" bIns="25920" anchor="ctr">
                <a:noAutofit/>
              </a:bodyPr>
              <a:lstStyle/>
              <a:p>
                <a:pPr defTabSz="914400">
                  <a:lnSpc>
                    <a:spcPct val="100000"/>
                  </a:lnSpc>
                  <a:tabLst>
                    <a:tab pos="0" algn="l"/>
                  </a:tabLst>
                </a:pPr>
                <a:endParaRPr lang="en-US" sz="1800" b="0" u="none" strike="noStrike">
                  <a:solidFill>
                    <a:srgbClr val="FFFFFF"/>
                  </a:solidFill>
                  <a:effectLst/>
                  <a:uFillTx/>
                  <a:latin typeface="OpenSymbol"/>
                </a:endParaRPr>
              </a:p>
            </p:txBody>
          </p:sp>
          <p:sp>
            <p:nvSpPr>
              <p:cNvPr id="268" name="Google Shape;42;p4"/>
              <p:cNvSpPr/>
              <p:nvPr/>
            </p:nvSpPr>
            <p:spPr>
              <a:xfrm>
                <a:off x="7501680" y="4514760"/>
                <a:ext cx="73440" cy="73440"/>
              </a:xfrm>
              <a:prstGeom prst="ellipse">
                <a:avLst/>
              </a:prstGeom>
              <a:solidFill>
                <a:schemeClr val="dk1"/>
              </a:solidFill>
              <a:ln w="0">
                <a:noFill/>
              </a:ln>
            </p:spPr>
            <p:style>
              <a:lnRef idx="0">
                <a:scrgbClr r="0" g="0" b="0"/>
              </a:lnRef>
              <a:fillRef idx="0">
                <a:scrgbClr r="0" g="0" b="0"/>
              </a:fillRef>
              <a:effectRef idx="0">
                <a:scrgbClr r="0" g="0" b="0"/>
              </a:effectRef>
              <a:fontRef idx="minor"/>
            </p:style>
            <p:txBody>
              <a:bodyPr tIns="25920" bIns="25920" anchor="ctr">
                <a:noAutofit/>
              </a:bodyPr>
              <a:lstStyle/>
              <a:p>
                <a:pPr defTabSz="914400">
                  <a:lnSpc>
                    <a:spcPct val="100000"/>
                  </a:lnSpc>
                  <a:tabLst>
                    <a:tab pos="0" algn="l"/>
                  </a:tabLst>
                </a:pPr>
                <a:endParaRPr lang="en-US" sz="1800" b="0" u="none" strike="noStrike">
                  <a:solidFill>
                    <a:srgbClr val="FFFFFF"/>
                  </a:solidFill>
                  <a:effectLst/>
                  <a:uFillTx/>
                  <a:latin typeface="OpenSymbol"/>
                </a:endParaRPr>
              </a:p>
            </p:txBody>
          </p:sp>
          <p:sp>
            <p:nvSpPr>
              <p:cNvPr id="269" name="Google Shape;43;p4"/>
              <p:cNvSpPr/>
              <p:nvPr/>
            </p:nvSpPr>
            <p:spPr>
              <a:xfrm>
                <a:off x="7705800" y="4514760"/>
                <a:ext cx="73440" cy="73440"/>
              </a:xfrm>
              <a:prstGeom prst="ellipse">
                <a:avLst/>
              </a:prstGeom>
              <a:solidFill>
                <a:schemeClr val="dk1"/>
              </a:solidFill>
              <a:ln w="0">
                <a:noFill/>
              </a:ln>
            </p:spPr>
            <p:style>
              <a:lnRef idx="0">
                <a:scrgbClr r="0" g="0" b="0"/>
              </a:lnRef>
              <a:fillRef idx="0">
                <a:scrgbClr r="0" g="0" b="0"/>
              </a:fillRef>
              <a:effectRef idx="0">
                <a:scrgbClr r="0" g="0" b="0"/>
              </a:effectRef>
              <a:fontRef idx="minor"/>
            </p:style>
            <p:txBody>
              <a:bodyPr tIns="25920" bIns="25920" anchor="ctr">
                <a:noAutofit/>
              </a:bodyPr>
              <a:lstStyle/>
              <a:p>
                <a:pPr defTabSz="914400">
                  <a:lnSpc>
                    <a:spcPct val="100000"/>
                  </a:lnSpc>
                  <a:tabLst>
                    <a:tab pos="0" algn="l"/>
                  </a:tabLst>
                </a:pPr>
                <a:endParaRPr lang="en-US" sz="1800" b="0" u="none" strike="noStrike">
                  <a:solidFill>
                    <a:srgbClr val="FFFFFF"/>
                  </a:solidFill>
                  <a:effectLst/>
                  <a:uFillTx/>
                  <a:latin typeface="OpenSymbol"/>
                </a:endParaRPr>
              </a:p>
            </p:txBody>
          </p:sp>
          <p:sp>
            <p:nvSpPr>
              <p:cNvPr id="270" name="Google Shape;44;p4"/>
              <p:cNvSpPr/>
              <p:nvPr/>
            </p:nvSpPr>
            <p:spPr>
              <a:xfrm>
                <a:off x="7909920" y="4514760"/>
                <a:ext cx="73440" cy="73440"/>
              </a:xfrm>
              <a:prstGeom prst="ellipse">
                <a:avLst/>
              </a:prstGeom>
              <a:solidFill>
                <a:schemeClr val="dk1"/>
              </a:solidFill>
              <a:ln w="0">
                <a:noFill/>
              </a:ln>
            </p:spPr>
            <p:style>
              <a:lnRef idx="0">
                <a:scrgbClr r="0" g="0" b="0"/>
              </a:lnRef>
              <a:fillRef idx="0">
                <a:scrgbClr r="0" g="0" b="0"/>
              </a:fillRef>
              <a:effectRef idx="0">
                <a:scrgbClr r="0" g="0" b="0"/>
              </a:effectRef>
              <a:fontRef idx="minor"/>
            </p:style>
            <p:txBody>
              <a:bodyPr tIns="25920" bIns="25920" anchor="ctr">
                <a:noAutofit/>
              </a:bodyPr>
              <a:lstStyle/>
              <a:p>
                <a:pPr defTabSz="914400">
                  <a:lnSpc>
                    <a:spcPct val="100000"/>
                  </a:lnSpc>
                  <a:tabLst>
                    <a:tab pos="0" algn="l"/>
                  </a:tabLst>
                </a:pPr>
                <a:endParaRPr lang="en-US" sz="1800" b="0" u="none" strike="noStrike">
                  <a:solidFill>
                    <a:srgbClr val="FFFFFF"/>
                  </a:solidFill>
                  <a:effectLst/>
                  <a:uFillTx/>
                  <a:latin typeface="OpenSymbol"/>
                </a:endParaRPr>
              </a:p>
            </p:txBody>
          </p:sp>
          <p:sp>
            <p:nvSpPr>
              <p:cNvPr id="271" name="Google Shape;45;p4"/>
              <p:cNvSpPr/>
              <p:nvPr/>
            </p:nvSpPr>
            <p:spPr>
              <a:xfrm>
                <a:off x="6674040" y="4698720"/>
                <a:ext cx="73440" cy="73440"/>
              </a:xfrm>
              <a:prstGeom prst="ellipse">
                <a:avLst/>
              </a:prstGeom>
              <a:solidFill>
                <a:schemeClr val="dk1"/>
              </a:solidFill>
              <a:ln w="0">
                <a:noFill/>
              </a:ln>
            </p:spPr>
            <p:style>
              <a:lnRef idx="0">
                <a:scrgbClr r="0" g="0" b="0"/>
              </a:lnRef>
              <a:fillRef idx="0">
                <a:scrgbClr r="0" g="0" b="0"/>
              </a:fillRef>
              <a:effectRef idx="0">
                <a:scrgbClr r="0" g="0" b="0"/>
              </a:effectRef>
              <a:fontRef idx="minor"/>
            </p:style>
            <p:txBody>
              <a:bodyPr tIns="25920" bIns="25920" anchor="ctr">
                <a:noAutofit/>
              </a:bodyPr>
              <a:lstStyle/>
              <a:p>
                <a:pPr defTabSz="914400">
                  <a:lnSpc>
                    <a:spcPct val="100000"/>
                  </a:lnSpc>
                  <a:tabLst>
                    <a:tab pos="0" algn="l"/>
                  </a:tabLst>
                </a:pPr>
                <a:endParaRPr lang="en-US" sz="1800" b="0" u="none" strike="noStrike">
                  <a:solidFill>
                    <a:srgbClr val="FFFFFF"/>
                  </a:solidFill>
                  <a:effectLst/>
                  <a:uFillTx/>
                  <a:latin typeface="OpenSymbol"/>
                </a:endParaRPr>
              </a:p>
            </p:txBody>
          </p:sp>
          <p:sp>
            <p:nvSpPr>
              <p:cNvPr id="272" name="Google Shape;46;p4"/>
              <p:cNvSpPr/>
              <p:nvPr/>
            </p:nvSpPr>
            <p:spPr>
              <a:xfrm>
                <a:off x="6878160" y="4698720"/>
                <a:ext cx="73440" cy="73440"/>
              </a:xfrm>
              <a:prstGeom prst="ellipse">
                <a:avLst/>
              </a:prstGeom>
              <a:solidFill>
                <a:schemeClr val="dk1"/>
              </a:solidFill>
              <a:ln w="0">
                <a:noFill/>
              </a:ln>
            </p:spPr>
            <p:style>
              <a:lnRef idx="0">
                <a:scrgbClr r="0" g="0" b="0"/>
              </a:lnRef>
              <a:fillRef idx="0">
                <a:scrgbClr r="0" g="0" b="0"/>
              </a:fillRef>
              <a:effectRef idx="0">
                <a:scrgbClr r="0" g="0" b="0"/>
              </a:effectRef>
              <a:fontRef idx="minor"/>
            </p:style>
            <p:txBody>
              <a:bodyPr tIns="25920" bIns="25920" anchor="ctr">
                <a:noAutofit/>
              </a:bodyPr>
              <a:lstStyle/>
              <a:p>
                <a:pPr defTabSz="914400">
                  <a:lnSpc>
                    <a:spcPct val="100000"/>
                  </a:lnSpc>
                  <a:tabLst>
                    <a:tab pos="0" algn="l"/>
                  </a:tabLst>
                </a:pPr>
                <a:endParaRPr lang="en-US" sz="1800" b="0" u="none" strike="noStrike">
                  <a:solidFill>
                    <a:srgbClr val="FFFFFF"/>
                  </a:solidFill>
                  <a:effectLst/>
                  <a:uFillTx/>
                  <a:latin typeface="OpenSymbol"/>
                </a:endParaRPr>
              </a:p>
            </p:txBody>
          </p:sp>
          <p:sp>
            <p:nvSpPr>
              <p:cNvPr id="273" name="Google Shape;47;p4"/>
              <p:cNvSpPr/>
              <p:nvPr/>
            </p:nvSpPr>
            <p:spPr>
              <a:xfrm>
                <a:off x="7082280" y="4698720"/>
                <a:ext cx="73440" cy="73440"/>
              </a:xfrm>
              <a:prstGeom prst="ellipse">
                <a:avLst/>
              </a:prstGeom>
              <a:solidFill>
                <a:schemeClr val="dk1"/>
              </a:solidFill>
              <a:ln w="0">
                <a:noFill/>
              </a:ln>
            </p:spPr>
            <p:style>
              <a:lnRef idx="0">
                <a:scrgbClr r="0" g="0" b="0"/>
              </a:lnRef>
              <a:fillRef idx="0">
                <a:scrgbClr r="0" g="0" b="0"/>
              </a:fillRef>
              <a:effectRef idx="0">
                <a:scrgbClr r="0" g="0" b="0"/>
              </a:effectRef>
              <a:fontRef idx="minor"/>
            </p:style>
            <p:txBody>
              <a:bodyPr tIns="25920" bIns="25920" anchor="ctr">
                <a:noAutofit/>
              </a:bodyPr>
              <a:lstStyle/>
              <a:p>
                <a:pPr defTabSz="914400">
                  <a:lnSpc>
                    <a:spcPct val="100000"/>
                  </a:lnSpc>
                  <a:tabLst>
                    <a:tab pos="0" algn="l"/>
                  </a:tabLst>
                </a:pPr>
                <a:endParaRPr lang="en-US" sz="1800" b="0" u="none" strike="noStrike">
                  <a:solidFill>
                    <a:srgbClr val="FFFFFF"/>
                  </a:solidFill>
                  <a:effectLst/>
                  <a:uFillTx/>
                  <a:latin typeface="OpenSymbol"/>
                </a:endParaRPr>
              </a:p>
            </p:txBody>
          </p:sp>
          <p:sp>
            <p:nvSpPr>
              <p:cNvPr id="274" name="Google Shape;48;p4"/>
              <p:cNvSpPr/>
              <p:nvPr/>
            </p:nvSpPr>
            <p:spPr>
              <a:xfrm>
                <a:off x="7286400" y="4698720"/>
                <a:ext cx="73440" cy="73440"/>
              </a:xfrm>
              <a:prstGeom prst="ellipse">
                <a:avLst/>
              </a:prstGeom>
              <a:solidFill>
                <a:schemeClr val="dk1"/>
              </a:solidFill>
              <a:ln w="0">
                <a:noFill/>
              </a:ln>
            </p:spPr>
            <p:style>
              <a:lnRef idx="0">
                <a:scrgbClr r="0" g="0" b="0"/>
              </a:lnRef>
              <a:fillRef idx="0">
                <a:scrgbClr r="0" g="0" b="0"/>
              </a:fillRef>
              <a:effectRef idx="0">
                <a:scrgbClr r="0" g="0" b="0"/>
              </a:effectRef>
              <a:fontRef idx="minor"/>
            </p:style>
            <p:txBody>
              <a:bodyPr tIns="25920" bIns="25920" anchor="ctr">
                <a:noAutofit/>
              </a:bodyPr>
              <a:lstStyle/>
              <a:p>
                <a:pPr defTabSz="914400">
                  <a:lnSpc>
                    <a:spcPct val="100000"/>
                  </a:lnSpc>
                  <a:tabLst>
                    <a:tab pos="0" algn="l"/>
                  </a:tabLst>
                </a:pPr>
                <a:endParaRPr lang="en-US" sz="1800" b="0" u="none" strike="noStrike">
                  <a:solidFill>
                    <a:srgbClr val="FFFFFF"/>
                  </a:solidFill>
                  <a:effectLst/>
                  <a:uFillTx/>
                  <a:latin typeface="OpenSymbol"/>
                </a:endParaRPr>
              </a:p>
            </p:txBody>
          </p:sp>
          <p:sp>
            <p:nvSpPr>
              <p:cNvPr id="275" name="Google Shape;49;p4"/>
              <p:cNvSpPr/>
              <p:nvPr/>
            </p:nvSpPr>
            <p:spPr>
              <a:xfrm>
                <a:off x="7490520" y="4698720"/>
                <a:ext cx="73440" cy="73440"/>
              </a:xfrm>
              <a:prstGeom prst="ellipse">
                <a:avLst/>
              </a:prstGeom>
              <a:solidFill>
                <a:schemeClr val="dk1"/>
              </a:solidFill>
              <a:ln w="0">
                <a:noFill/>
              </a:ln>
            </p:spPr>
            <p:style>
              <a:lnRef idx="0">
                <a:scrgbClr r="0" g="0" b="0"/>
              </a:lnRef>
              <a:fillRef idx="0">
                <a:scrgbClr r="0" g="0" b="0"/>
              </a:fillRef>
              <a:effectRef idx="0">
                <a:scrgbClr r="0" g="0" b="0"/>
              </a:effectRef>
              <a:fontRef idx="minor"/>
            </p:style>
            <p:txBody>
              <a:bodyPr tIns="25920" bIns="25920" anchor="ctr">
                <a:noAutofit/>
              </a:bodyPr>
              <a:lstStyle/>
              <a:p>
                <a:pPr defTabSz="914400">
                  <a:lnSpc>
                    <a:spcPct val="100000"/>
                  </a:lnSpc>
                  <a:tabLst>
                    <a:tab pos="0" algn="l"/>
                  </a:tabLst>
                </a:pPr>
                <a:endParaRPr lang="en-US" sz="1800" b="0" u="none" strike="noStrike">
                  <a:solidFill>
                    <a:srgbClr val="FFFFFF"/>
                  </a:solidFill>
                  <a:effectLst/>
                  <a:uFillTx/>
                  <a:latin typeface="OpenSymbol"/>
                </a:endParaRPr>
              </a:p>
            </p:txBody>
          </p:sp>
        </p:grpSp>
      </p:grpSp>
    </p:spTree>
  </p:cSld>
  <p:clrMapOvr>
    <a:masterClrMapping/>
  </p:clrMapOvr>
</p:sldLayout>
</file>

<file path=ppt/slideLayouts/slideLayout20.xml><?xml version="1.0" encoding="utf-8"?>
<p:sldLayout xmlns:a="http://schemas.openxmlformats.org/drawingml/2006/main" xmlns:r="http://schemas.openxmlformats.org/officeDocument/2006/relationships" xmlns:p="http://schemas.openxmlformats.org/presentationml/2006/main" type="twoObj" preserve="1">
  <p:cSld name="TITLE_AND_TWO_COLUMNS">
    <p:bg>
      <p:bgPr>
        <a:solidFill>
          <a:schemeClr val="lt1"/>
        </a:solidFill>
        <a:effectLst/>
      </p:bgPr>
    </p:bg>
    <p:spTree>
      <p:nvGrpSpPr>
        <p:cNvPr id="1" name=""/>
        <p:cNvGrpSpPr/>
        <p:nvPr/>
      </p:nvGrpSpPr>
      <p:grpSpPr>
        <a:xfrm>
          <a:off x="0" y="0"/>
          <a:ext cx="0" cy="0"/>
          <a:chOff x="0" y="0"/>
          <a:chExt cx="0" cy="0"/>
        </a:xfrm>
      </p:grpSpPr>
      <p:sp>
        <p:nvSpPr>
          <p:cNvPr id="276" name="PlaceHolder 1"/>
          <p:cNvSpPr>
            <a:spLocks noGrp="1"/>
          </p:cNvSpPr>
          <p:nvPr>
            <p:ph type="title"/>
          </p:nvPr>
        </p:nvSpPr>
        <p:spPr>
          <a:xfrm>
            <a:off x="720000" y="444960"/>
            <a:ext cx="7703640" cy="572400"/>
          </a:xfrm>
          <a:prstGeom prst="rect">
            <a:avLst/>
          </a:prstGeom>
          <a:noFill/>
          <a:ln w="0">
            <a:noFill/>
          </a:ln>
        </p:spPr>
        <p:txBody>
          <a:bodyPr lIns="91440" tIns="91440" rIns="91440" bIns="91440" anchor="t">
            <a:noAutofit/>
          </a:bodyPr>
          <a:lstStyle/>
          <a:p>
            <a:pPr indent="0">
              <a:buNone/>
            </a:pPr>
            <a:r>
              <a:rPr lang="fr-FR" sz="3200" b="0" u="none" strike="noStrike">
                <a:solidFill>
                  <a:schemeClr val="dk1"/>
                </a:solidFill>
                <a:effectLst/>
                <a:uFillTx/>
                <a:latin typeface="Arial"/>
              </a:rPr>
              <a:t>Click to edit the title text format</a:t>
            </a:r>
          </a:p>
        </p:txBody>
      </p:sp>
      <p:grpSp>
        <p:nvGrpSpPr>
          <p:cNvPr id="277" name="Google Shape;56;p5"/>
          <p:cNvGrpSpPr/>
          <p:nvPr/>
        </p:nvGrpSpPr>
        <p:grpSpPr>
          <a:xfrm>
            <a:off x="7656480" y="-721440"/>
            <a:ext cx="1980000" cy="2320200"/>
            <a:chOff x="7656480" y="-721440"/>
            <a:chExt cx="1980000" cy="2320200"/>
          </a:xfrm>
        </p:grpSpPr>
        <p:sp>
          <p:nvSpPr>
            <p:cNvPr id="278" name="Google Shape;57;p5"/>
            <p:cNvSpPr/>
            <p:nvPr/>
          </p:nvSpPr>
          <p:spPr>
            <a:xfrm rot="16200000" flipH="1">
              <a:off x="7653240" y="-57960"/>
              <a:ext cx="1554120" cy="1548360"/>
            </a:xfrm>
            <a:prstGeom prst="rtTriangle">
              <a:avLst/>
            </a:prstGeom>
            <a:solidFill>
              <a:schemeClr val="dk1"/>
            </a:solidFill>
            <a:ln w="0">
              <a:noFill/>
            </a:ln>
          </p:spPr>
          <p:style>
            <a:lnRef idx="0">
              <a:scrgbClr r="0" g="0" b="0"/>
            </a:lnRef>
            <a:fillRef idx="0">
              <a:scrgbClr r="0" g="0" b="0"/>
            </a:fillRef>
            <a:effectRef idx="0">
              <a:scrgbClr r="0" g="0" b="0"/>
            </a:effectRef>
            <a:fontRef idx="minor"/>
          </p:style>
          <p:txBody>
            <a:bodyPr tIns="91440" bIns="91440" anchor="ctr">
              <a:noAutofit/>
            </a:bodyPr>
            <a:lstStyle/>
            <a:p>
              <a:pPr defTabSz="914400">
                <a:lnSpc>
                  <a:spcPct val="100000"/>
                </a:lnSpc>
                <a:tabLst>
                  <a:tab pos="0" algn="l"/>
                </a:tabLst>
              </a:pPr>
              <a:endParaRPr lang="en-US" sz="1800" b="0" u="none" strike="noStrike">
                <a:solidFill>
                  <a:srgbClr val="FFFFFF"/>
                </a:solidFill>
                <a:effectLst/>
                <a:uFillTx/>
                <a:latin typeface="OpenSymbol"/>
              </a:endParaRPr>
            </a:p>
          </p:txBody>
        </p:sp>
        <p:grpSp>
          <p:nvGrpSpPr>
            <p:cNvPr id="279" name="Google Shape;58;p5"/>
            <p:cNvGrpSpPr/>
            <p:nvPr/>
          </p:nvGrpSpPr>
          <p:grpSpPr>
            <a:xfrm>
              <a:off x="7776000" y="-721440"/>
              <a:ext cx="1860480" cy="2320200"/>
              <a:chOff x="7776000" y="-721440"/>
              <a:chExt cx="1860480" cy="2320200"/>
            </a:xfrm>
          </p:grpSpPr>
          <p:sp>
            <p:nvSpPr>
              <p:cNvPr id="280" name="Google Shape;59;p5"/>
              <p:cNvSpPr/>
              <p:nvPr/>
            </p:nvSpPr>
            <p:spPr>
              <a:xfrm rot="2699400" flipH="1">
                <a:off x="8561160" y="907920"/>
                <a:ext cx="1150200" cy="262080"/>
              </a:xfrm>
              <a:prstGeom prst="roundRect">
                <a:avLst>
                  <a:gd name="adj" fmla="val 50000"/>
                </a:avLst>
              </a:prstGeom>
              <a:solidFill>
                <a:schemeClr val="dk2"/>
              </a:solidFill>
              <a:ln w="0">
                <a:noFill/>
              </a:ln>
            </p:spPr>
            <p:style>
              <a:lnRef idx="0">
                <a:scrgbClr r="0" g="0" b="0"/>
              </a:lnRef>
              <a:fillRef idx="0">
                <a:scrgbClr r="0" g="0" b="0"/>
              </a:fillRef>
              <a:effectRef idx="0">
                <a:scrgbClr r="0" g="0" b="0"/>
              </a:effectRef>
              <a:fontRef idx="minor"/>
            </p:style>
            <p:txBody>
              <a:bodyPr tIns="91440" bIns="91440" anchor="ctr">
                <a:noAutofit/>
              </a:bodyPr>
              <a:lstStyle/>
              <a:p>
                <a:pPr defTabSz="914400">
                  <a:lnSpc>
                    <a:spcPct val="100000"/>
                  </a:lnSpc>
                  <a:tabLst>
                    <a:tab pos="0" algn="l"/>
                  </a:tabLst>
                </a:pPr>
                <a:endParaRPr lang="en-US" sz="1800" b="0" u="none" strike="noStrike">
                  <a:solidFill>
                    <a:srgbClr val="000000"/>
                  </a:solidFill>
                  <a:effectLst/>
                  <a:uFillTx/>
                  <a:latin typeface="OpenSymbol"/>
                </a:endParaRPr>
              </a:p>
            </p:txBody>
          </p:sp>
          <p:sp>
            <p:nvSpPr>
              <p:cNvPr id="281" name="Google Shape;60;p5"/>
              <p:cNvSpPr/>
              <p:nvPr/>
            </p:nvSpPr>
            <p:spPr>
              <a:xfrm>
                <a:off x="7776000" y="289440"/>
                <a:ext cx="1309320" cy="1309320"/>
              </a:xfrm>
              <a:prstGeom prst="ellipse">
                <a:avLst/>
              </a:prstGeom>
              <a:noFill/>
              <a:ln w="9525">
                <a:solidFill>
                  <a:srgbClr val="F8F8F8"/>
                </a:solidFill>
                <a:prstDash val="lgDash"/>
                <a:round/>
              </a:ln>
            </p:spPr>
            <p:style>
              <a:lnRef idx="0">
                <a:scrgbClr r="0" g="0" b="0"/>
              </a:lnRef>
              <a:fillRef idx="0">
                <a:scrgbClr r="0" g="0" b="0"/>
              </a:fillRef>
              <a:effectRef idx="0">
                <a:scrgbClr r="0" g="0" b="0"/>
              </a:effectRef>
              <a:fontRef idx="minor"/>
            </p:style>
            <p:txBody>
              <a:bodyPr tIns="91440" bIns="91440" anchor="ctr">
                <a:noAutofit/>
              </a:bodyPr>
              <a:lstStyle/>
              <a:p>
                <a:pPr defTabSz="914400">
                  <a:lnSpc>
                    <a:spcPct val="100000"/>
                  </a:lnSpc>
                  <a:tabLst>
                    <a:tab pos="0" algn="l"/>
                  </a:tabLst>
                </a:pPr>
                <a:endParaRPr lang="en-US" sz="1800" b="0" u="none" strike="noStrike">
                  <a:solidFill>
                    <a:srgbClr val="000000"/>
                  </a:solidFill>
                  <a:effectLst/>
                  <a:uFillTx/>
                  <a:latin typeface="OpenSymbol"/>
                </a:endParaRPr>
              </a:p>
            </p:txBody>
          </p:sp>
          <p:sp>
            <p:nvSpPr>
              <p:cNvPr id="282" name="Google Shape;61;p5"/>
              <p:cNvSpPr/>
              <p:nvPr/>
            </p:nvSpPr>
            <p:spPr>
              <a:xfrm rot="2699400" flipH="1">
                <a:off x="7753680" y="-362520"/>
                <a:ext cx="1098360" cy="201600"/>
              </a:xfrm>
              <a:prstGeom prst="roundRect">
                <a:avLst>
                  <a:gd name="adj" fmla="val 50000"/>
                </a:avLst>
              </a:prstGeom>
              <a:solidFill>
                <a:schemeClr val="lt2"/>
              </a:solidFill>
              <a:ln w="0">
                <a:noFill/>
              </a:ln>
            </p:spPr>
            <p:style>
              <a:lnRef idx="0">
                <a:scrgbClr r="0" g="0" b="0"/>
              </a:lnRef>
              <a:fillRef idx="0">
                <a:scrgbClr r="0" g="0" b="0"/>
              </a:fillRef>
              <a:effectRef idx="0">
                <a:scrgbClr r="0" g="0" b="0"/>
              </a:effectRef>
              <a:fontRef idx="minor"/>
            </p:style>
            <p:txBody>
              <a:bodyPr tIns="71280" bIns="71280" anchor="ctr">
                <a:noAutofit/>
              </a:bodyPr>
              <a:lstStyle/>
              <a:p>
                <a:pPr defTabSz="914400">
                  <a:lnSpc>
                    <a:spcPct val="100000"/>
                  </a:lnSpc>
                  <a:tabLst>
                    <a:tab pos="0" algn="l"/>
                  </a:tabLst>
                </a:pPr>
                <a:endParaRPr lang="en-US" sz="1800" b="0" u="none" strike="noStrike">
                  <a:solidFill>
                    <a:srgbClr val="FFFFFF"/>
                  </a:solidFill>
                  <a:effectLst/>
                  <a:uFillTx/>
                  <a:latin typeface="OpenSymbol"/>
                </a:endParaRPr>
              </a:p>
            </p:txBody>
          </p:sp>
        </p:grpSp>
        <p:sp>
          <p:nvSpPr>
            <p:cNvPr id="283" name="Google Shape;62;p5"/>
            <p:cNvSpPr/>
            <p:nvPr/>
          </p:nvSpPr>
          <p:spPr>
            <a:xfrm rot="2700000">
              <a:off x="7588800" y="-171720"/>
              <a:ext cx="770040" cy="127440"/>
            </a:xfrm>
            <a:prstGeom prst="roundRect">
              <a:avLst>
                <a:gd name="adj" fmla="val 50000"/>
              </a:avLst>
            </a:prstGeom>
            <a:solidFill>
              <a:schemeClr val="lt1"/>
            </a:solidFill>
            <a:ln w="0">
              <a:noFill/>
            </a:ln>
          </p:spPr>
          <p:style>
            <a:lnRef idx="0">
              <a:scrgbClr r="0" g="0" b="0"/>
            </a:lnRef>
            <a:fillRef idx="0">
              <a:scrgbClr r="0" g="0" b="0"/>
            </a:fillRef>
            <a:effectRef idx="0">
              <a:scrgbClr r="0" g="0" b="0"/>
            </a:effectRef>
            <a:fontRef idx="minor"/>
          </p:style>
          <p:txBody>
            <a:bodyPr tIns="45360" bIns="45360" anchor="ctr">
              <a:noAutofit/>
            </a:bodyPr>
            <a:lstStyle/>
            <a:p>
              <a:pPr defTabSz="914400">
                <a:lnSpc>
                  <a:spcPct val="100000"/>
                </a:lnSpc>
                <a:tabLst>
                  <a:tab pos="0" algn="l"/>
                </a:tabLst>
              </a:pPr>
              <a:endParaRPr lang="en-US" sz="1800" b="0" u="none" strike="noStrike">
                <a:solidFill>
                  <a:srgbClr val="000000"/>
                </a:solidFill>
                <a:effectLst/>
                <a:uFillTx/>
                <a:latin typeface="OpenSymbol"/>
              </a:endParaRPr>
            </a:p>
          </p:txBody>
        </p:sp>
      </p:grpSp>
    </p:spTree>
  </p:cSld>
  <p:clrMapOvr>
    <a:masterClrMapping/>
  </p:clrMapOvr>
</p:sldLayout>
</file>

<file path=ppt/slideLayouts/slideLayout21.xml><?xml version="1.0" encoding="utf-8"?>
<p:sldLayout xmlns:a="http://schemas.openxmlformats.org/drawingml/2006/main" xmlns:r="http://schemas.openxmlformats.org/officeDocument/2006/relationships" xmlns:p="http://schemas.openxmlformats.org/presentationml/2006/main" type="titleOnly" preserve="1">
  <p:cSld name="TITLE_ONLY">
    <p:bg>
      <p:bgPr>
        <a:solidFill>
          <a:schemeClr val="lt1"/>
        </a:solidFill>
        <a:effectLst/>
      </p:bgPr>
    </p:bg>
    <p:spTree>
      <p:nvGrpSpPr>
        <p:cNvPr id="1" name=""/>
        <p:cNvGrpSpPr/>
        <p:nvPr/>
      </p:nvGrpSpPr>
      <p:grpSpPr>
        <a:xfrm>
          <a:off x="0" y="0"/>
          <a:ext cx="0" cy="0"/>
          <a:chOff x="0" y="0"/>
          <a:chExt cx="0" cy="0"/>
        </a:xfrm>
      </p:grpSpPr>
      <p:sp>
        <p:nvSpPr>
          <p:cNvPr id="284" name="PlaceHolder 1"/>
          <p:cNvSpPr>
            <a:spLocks noGrp="1"/>
          </p:cNvSpPr>
          <p:nvPr>
            <p:ph type="title"/>
          </p:nvPr>
        </p:nvSpPr>
        <p:spPr>
          <a:xfrm>
            <a:off x="720000" y="444960"/>
            <a:ext cx="7703640" cy="572400"/>
          </a:xfrm>
          <a:prstGeom prst="rect">
            <a:avLst/>
          </a:prstGeom>
          <a:noFill/>
          <a:ln w="0">
            <a:noFill/>
          </a:ln>
        </p:spPr>
        <p:txBody>
          <a:bodyPr lIns="91440" tIns="91440" rIns="91440" bIns="91440" anchor="t">
            <a:noAutofit/>
          </a:bodyPr>
          <a:lstStyle/>
          <a:p>
            <a:pPr indent="0">
              <a:buNone/>
            </a:pPr>
            <a:r>
              <a:rPr lang="fr-FR" sz="3200" b="0" u="none" strike="noStrike">
                <a:solidFill>
                  <a:schemeClr val="dk1"/>
                </a:solidFill>
                <a:effectLst/>
                <a:uFillTx/>
                <a:latin typeface="Arial"/>
              </a:rPr>
              <a:t>Click to edit the title text format</a:t>
            </a:r>
          </a:p>
        </p:txBody>
      </p:sp>
      <p:grpSp>
        <p:nvGrpSpPr>
          <p:cNvPr id="285" name="Google Shape;65;p6"/>
          <p:cNvGrpSpPr/>
          <p:nvPr/>
        </p:nvGrpSpPr>
        <p:grpSpPr>
          <a:xfrm>
            <a:off x="7267320" y="387360"/>
            <a:ext cx="2455920" cy="5138280"/>
            <a:chOff x="7267320" y="387360"/>
            <a:chExt cx="2455920" cy="5138280"/>
          </a:xfrm>
        </p:grpSpPr>
        <p:grpSp>
          <p:nvGrpSpPr>
            <p:cNvPr id="286" name="Google Shape;66;p6"/>
            <p:cNvGrpSpPr/>
            <p:nvPr/>
          </p:nvGrpSpPr>
          <p:grpSpPr>
            <a:xfrm>
              <a:off x="7432920" y="387360"/>
              <a:ext cx="1309320" cy="257400"/>
              <a:chOff x="7432920" y="387360"/>
              <a:chExt cx="1309320" cy="257400"/>
            </a:xfrm>
          </p:grpSpPr>
          <p:sp>
            <p:nvSpPr>
              <p:cNvPr id="287" name="Google Shape;67;p6"/>
              <p:cNvSpPr/>
              <p:nvPr/>
            </p:nvSpPr>
            <p:spPr>
              <a:xfrm flipV="1">
                <a:off x="7852320" y="571320"/>
                <a:ext cx="73440" cy="73440"/>
              </a:xfrm>
              <a:prstGeom prst="ellipse">
                <a:avLst/>
              </a:prstGeom>
              <a:solidFill>
                <a:schemeClr val="dk1"/>
              </a:solidFill>
              <a:ln w="0">
                <a:noFill/>
              </a:ln>
            </p:spPr>
            <p:style>
              <a:lnRef idx="0">
                <a:scrgbClr r="0" g="0" b="0"/>
              </a:lnRef>
              <a:fillRef idx="0">
                <a:scrgbClr r="0" g="0" b="0"/>
              </a:fillRef>
              <a:effectRef idx="0">
                <a:scrgbClr r="0" g="0" b="0"/>
              </a:effectRef>
              <a:fontRef idx="minor"/>
            </p:style>
            <p:txBody>
              <a:bodyPr tIns="25920" bIns="25920" anchor="ctr">
                <a:noAutofit/>
              </a:bodyPr>
              <a:lstStyle/>
              <a:p>
                <a:pPr defTabSz="914400">
                  <a:lnSpc>
                    <a:spcPct val="100000"/>
                  </a:lnSpc>
                  <a:tabLst>
                    <a:tab pos="0" algn="l"/>
                  </a:tabLst>
                </a:pPr>
                <a:endParaRPr lang="en-US" sz="1800" b="0" u="none" strike="noStrike">
                  <a:solidFill>
                    <a:srgbClr val="FFFFFF"/>
                  </a:solidFill>
                  <a:effectLst/>
                  <a:uFillTx/>
                  <a:latin typeface="OpenSymbol"/>
                </a:endParaRPr>
              </a:p>
            </p:txBody>
          </p:sp>
          <p:sp>
            <p:nvSpPr>
              <p:cNvPr id="288" name="Google Shape;68;p6"/>
              <p:cNvSpPr/>
              <p:nvPr/>
            </p:nvSpPr>
            <p:spPr>
              <a:xfrm flipV="1">
                <a:off x="8056440" y="571320"/>
                <a:ext cx="73440" cy="73440"/>
              </a:xfrm>
              <a:prstGeom prst="ellipse">
                <a:avLst/>
              </a:prstGeom>
              <a:solidFill>
                <a:schemeClr val="dk1"/>
              </a:solidFill>
              <a:ln w="0">
                <a:noFill/>
              </a:ln>
            </p:spPr>
            <p:style>
              <a:lnRef idx="0">
                <a:scrgbClr r="0" g="0" b="0"/>
              </a:lnRef>
              <a:fillRef idx="0">
                <a:scrgbClr r="0" g="0" b="0"/>
              </a:fillRef>
              <a:effectRef idx="0">
                <a:scrgbClr r="0" g="0" b="0"/>
              </a:effectRef>
              <a:fontRef idx="minor"/>
            </p:style>
            <p:txBody>
              <a:bodyPr tIns="25920" bIns="25920" anchor="ctr">
                <a:noAutofit/>
              </a:bodyPr>
              <a:lstStyle/>
              <a:p>
                <a:pPr defTabSz="914400">
                  <a:lnSpc>
                    <a:spcPct val="100000"/>
                  </a:lnSpc>
                  <a:tabLst>
                    <a:tab pos="0" algn="l"/>
                  </a:tabLst>
                </a:pPr>
                <a:endParaRPr lang="en-US" sz="1800" b="0" u="none" strike="noStrike">
                  <a:solidFill>
                    <a:srgbClr val="FFFFFF"/>
                  </a:solidFill>
                  <a:effectLst/>
                  <a:uFillTx/>
                  <a:latin typeface="OpenSymbol"/>
                </a:endParaRPr>
              </a:p>
            </p:txBody>
          </p:sp>
          <p:sp>
            <p:nvSpPr>
              <p:cNvPr id="289" name="Google Shape;69;p6"/>
              <p:cNvSpPr/>
              <p:nvPr/>
            </p:nvSpPr>
            <p:spPr>
              <a:xfrm flipV="1">
                <a:off x="8260560" y="571320"/>
                <a:ext cx="73440" cy="73440"/>
              </a:xfrm>
              <a:prstGeom prst="ellipse">
                <a:avLst/>
              </a:prstGeom>
              <a:solidFill>
                <a:schemeClr val="dk1"/>
              </a:solidFill>
              <a:ln w="0">
                <a:noFill/>
              </a:ln>
            </p:spPr>
            <p:style>
              <a:lnRef idx="0">
                <a:scrgbClr r="0" g="0" b="0"/>
              </a:lnRef>
              <a:fillRef idx="0">
                <a:scrgbClr r="0" g="0" b="0"/>
              </a:fillRef>
              <a:effectRef idx="0">
                <a:scrgbClr r="0" g="0" b="0"/>
              </a:effectRef>
              <a:fontRef idx="minor"/>
            </p:style>
            <p:txBody>
              <a:bodyPr tIns="25920" bIns="25920" anchor="ctr">
                <a:noAutofit/>
              </a:bodyPr>
              <a:lstStyle/>
              <a:p>
                <a:pPr defTabSz="914400">
                  <a:lnSpc>
                    <a:spcPct val="100000"/>
                  </a:lnSpc>
                  <a:tabLst>
                    <a:tab pos="0" algn="l"/>
                  </a:tabLst>
                </a:pPr>
                <a:endParaRPr lang="en-US" sz="1800" b="0" u="none" strike="noStrike">
                  <a:solidFill>
                    <a:srgbClr val="FFFFFF"/>
                  </a:solidFill>
                  <a:effectLst/>
                  <a:uFillTx/>
                  <a:latin typeface="OpenSymbol"/>
                </a:endParaRPr>
              </a:p>
            </p:txBody>
          </p:sp>
          <p:sp>
            <p:nvSpPr>
              <p:cNvPr id="290" name="Google Shape;70;p6"/>
              <p:cNvSpPr/>
              <p:nvPr/>
            </p:nvSpPr>
            <p:spPr>
              <a:xfrm flipV="1">
                <a:off x="8464680" y="571320"/>
                <a:ext cx="73440" cy="73440"/>
              </a:xfrm>
              <a:prstGeom prst="ellipse">
                <a:avLst/>
              </a:prstGeom>
              <a:solidFill>
                <a:schemeClr val="dk1"/>
              </a:solidFill>
              <a:ln w="0">
                <a:noFill/>
              </a:ln>
            </p:spPr>
            <p:style>
              <a:lnRef idx="0">
                <a:scrgbClr r="0" g="0" b="0"/>
              </a:lnRef>
              <a:fillRef idx="0">
                <a:scrgbClr r="0" g="0" b="0"/>
              </a:fillRef>
              <a:effectRef idx="0">
                <a:scrgbClr r="0" g="0" b="0"/>
              </a:effectRef>
              <a:fontRef idx="minor"/>
            </p:style>
            <p:txBody>
              <a:bodyPr tIns="25920" bIns="25920" anchor="ctr">
                <a:noAutofit/>
              </a:bodyPr>
              <a:lstStyle/>
              <a:p>
                <a:pPr defTabSz="914400">
                  <a:lnSpc>
                    <a:spcPct val="100000"/>
                  </a:lnSpc>
                  <a:tabLst>
                    <a:tab pos="0" algn="l"/>
                  </a:tabLst>
                </a:pPr>
                <a:endParaRPr lang="en-US" sz="1800" b="0" u="none" strike="noStrike">
                  <a:solidFill>
                    <a:srgbClr val="FFFFFF"/>
                  </a:solidFill>
                  <a:effectLst/>
                  <a:uFillTx/>
                  <a:latin typeface="OpenSymbol"/>
                </a:endParaRPr>
              </a:p>
            </p:txBody>
          </p:sp>
          <p:sp>
            <p:nvSpPr>
              <p:cNvPr id="291" name="Google Shape;71;p6"/>
              <p:cNvSpPr/>
              <p:nvPr/>
            </p:nvSpPr>
            <p:spPr>
              <a:xfrm flipV="1">
                <a:off x="8668800" y="571320"/>
                <a:ext cx="73440" cy="73440"/>
              </a:xfrm>
              <a:prstGeom prst="ellipse">
                <a:avLst/>
              </a:prstGeom>
              <a:solidFill>
                <a:schemeClr val="dk1"/>
              </a:solidFill>
              <a:ln w="0">
                <a:noFill/>
              </a:ln>
            </p:spPr>
            <p:style>
              <a:lnRef idx="0">
                <a:scrgbClr r="0" g="0" b="0"/>
              </a:lnRef>
              <a:fillRef idx="0">
                <a:scrgbClr r="0" g="0" b="0"/>
              </a:fillRef>
              <a:effectRef idx="0">
                <a:scrgbClr r="0" g="0" b="0"/>
              </a:effectRef>
              <a:fontRef idx="minor"/>
            </p:style>
            <p:txBody>
              <a:bodyPr tIns="25920" bIns="25920" anchor="ctr">
                <a:noAutofit/>
              </a:bodyPr>
              <a:lstStyle/>
              <a:p>
                <a:pPr defTabSz="914400">
                  <a:lnSpc>
                    <a:spcPct val="100000"/>
                  </a:lnSpc>
                  <a:tabLst>
                    <a:tab pos="0" algn="l"/>
                  </a:tabLst>
                </a:pPr>
                <a:endParaRPr lang="en-US" sz="1800" b="0" u="none" strike="noStrike">
                  <a:solidFill>
                    <a:srgbClr val="FFFFFF"/>
                  </a:solidFill>
                  <a:effectLst/>
                  <a:uFillTx/>
                  <a:latin typeface="OpenSymbol"/>
                </a:endParaRPr>
              </a:p>
            </p:txBody>
          </p:sp>
          <p:sp>
            <p:nvSpPr>
              <p:cNvPr id="292" name="Google Shape;72;p6"/>
              <p:cNvSpPr/>
              <p:nvPr/>
            </p:nvSpPr>
            <p:spPr>
              <a:xfrm flipV="1">
                <a:off x="7432920" y="387360"/>
                <a:ext cx="73440" cy="73440"/>
              </a:xfrm>
              <a:prstGeom prst="ellipse">
                <a:avLst/>
              </a:prstGeom>
              <a:solidFill>
                <a:schemeClr val="dk1"/>
              </a:solidFill>
              <a:ln w="0">
                <a:noFill/>
              </a:ln>
            </p:spPr>
            <p:style>
              <a:lnRef idx="0">
                <a:scrgbClr r="0" g="0" b="0"/>
              </a:lnRef>
              <a:fillRef idx="0">
                <a:scrgbClr r="0" g="0" b="0"/>
              </a:fillRef>
              <a:effectRef idx="0">
                <a:scrgbClr r="0" g="0" b="0"/>
              </a:effectRef>
              <a:fontRef idx="minor"/>
            </p:style>
            <p:txBody>
              <a:bodyPr tIns="25920" bIns="25920" anchor="ctr">
                <a:noAutofit/>
              </a:bodyPr>
              <a:lstStyle/>
              <a:p>
                <a:pPr defTabSz="914400">
                  <a:lnSpc>
                    <a:spcPct val="100000"/>
                  </a:lnSpc>
                  <a:tabLst>
                    <a:tab pos="0" algn="l"/>
                  </a:tabLst>
                </a:pPr>
                <a:endParaRPr lang="en-US" sz="1800" b="0" u="none" strike="noStrike">
                  <a:solidFill>
                    <a:srgbClr val="FFFFFF"/>
                  </a:solidFill>
                  <a:effectLst/>
                  <a:uFillTx/>
                  <a:latin typeface="OpenSymbol"/>
                </a:endParaRPr>
              </a:p>
            </p:txBody>
          </p:sp>
          <p:sp>
            <p:nvSpPr>
              <p:cNvPr id="293" name="Google Shape;73;p6"/>
              <p:cNvSpPr/>
              <p:nvPr/>
            </p:nvSpPr>
            <p:spPr>
              <a:xfrm flipV="1">
                <a:off x="7637040" y="387360"/>
                <a:ext cx="73440" cy="73440"/>
              </a:xfrm>
              <a:prstGeom prst="ellipse">
                <a:avLst/>
              </a:prstGeom>
              <a:solidFill>
                <a:schemeClr val="dk1"/>
              </a:solidFill>
              <a:ln w="0">
                <a:noFill/>
              </a:ln>
            </p:spPr>
            <p:style>
              <a:lnRef idx="0">
                <a:scrgbClr r="0" g="0" b="0"/>
              </a:lnRef>
              <a:fillRef idx="0">
                <a:scrgbClr r="0" g="0" b="0"/>
              </a:fillRef>
              <a:effectRef idx="0">
                <a:scrgbClr r="0" g="0" b="0"/>
              </a:effectRef>
              <a:fontRef idx="minor"/>
            </p:style>
            <p:txBody>
              <a:bodyPr tIns="25920" bIns="25920" anchor="ctr">
                <a:noAutofit/>
              </a:bodyPr>
              <a:lstStyle/>
              <a:p>
                <a:pPr defTabSz="914400">
                  <a:lnSpc>
                    <a:spcPct val="100000"/>
                  </a:lnSpc>
                  <a:tabLst>
                    <a:tab pos="0" algn="l"/>
                  </a:tabLst>
                </a:pPr>
                <a:endParaRPr lang="en-US" sz="1800" b="0" u="none" strike="noStrike">
                  <a:solidFill>
                    <a:srgbClr val="FFFFFF"/>
                  </a:solidFill>
                  <a:effectLst/>
                  <a:uFillTx/>
                  <a:latin typeface="OpenSymbol"/>
                </a:endParaRPr>
              </a:p>
            </p:txBody>
          </p:sp>
          <p:sp>
            <p:nvSpPr>
              <p:cNvPr id="294" name="Google Shape;74;p6"/>
              <p:cNvSpPr/>
              <p:nvPr/>
            </p:nvSpPr>
            <p:spPr>
              <a:xfrm flipV="1">
                <a:off x="7841160" y="387360"/>
                <a:ext cx="73440" cy="73440"/>
              </a:xfrm>
              <a:prstGeom prst="ellipse">
                <a:avLst/>
              </a:prstGeom>
              <a:solidFill>
                <a:schemeClr val="dk1"/>
              </a:solidFill>
              <a:ln w="0">
                <a:noFill/>
              </a:ln>
            </p:spPr>
            <p:style>
              <a:lnRef idx="0">
                <a:scrgbClr r="0" g="0" b="0"/>
              </a:lnRef>
              <a:fillRef idx="0">
                <a:scrgbClr r="0" g="0" b="0"/>
              </a:fillRef>
              <a:effectRef idx="0">
                <a:scrgbClr r="0" g="0" b="0"/>
              </a:effectRef>
              <a:fontRef idx="minor"/>
            </p:style>
            <p:txBody>
              <a:bodyPr tIns="25920" bIns="25920" anchor="ctr">
                <a:noAutofit/>
              </a:bodyPr>
              <a:lstStyle/>
              <a:p>
                <a:pPr defTabSz="914400">
                  <a:lnSpc>
                    <a:spcPct val="100000"/>
                  </a:lnSpc>
                  <a:tabLst>
                    <a:tab pos="0" algn="l"/>
                  </a:tabLst>
                </a:pPr>
                <a:endParaRPr lang="en-US" sz="1800" b="0" u="none" strike="noStrike">
                  <a:solidFill>
                    <a:srgbClr val="FFFFFF"/>
                  </a:solidFill>
                  <a:effectLst/>
                  <a:uFillTx/>
                  <a:latin typeface="OpenSymbol"/>
                </a:endParaRPr>
              </a:p>
            </p:txBody>
          </p:sp>
          <p:sp>
            <p:nvSpPr>
              <p:cNvPr id="295" name="Google Shape;75;p6"/>
              <p:cNvSpPr/>
              <p:nvPr/>
            </p:nvSpPr>
            <p:spPr>
              <a:xfrm flipV="1">
                <a:off x="8045280" y="387360"/>
                <a:ext cx="73440" cy="73440"/>
              </a:xfrm>
              <a:prstGeom prst="ellipse">
                <a:avLst/>
              </a:prstGeom>
              <a:solidFill>
                <a:schemeClr val="dk1"/>
              </a:solidFill>
              <a:ln w="0">
                <a:noFill/>
              </a:ln>
            </p:spPr>
            <p:style>
              <a:lnRef idx="0">
                <a:scrgbClr r="0" g="0" b="0"/>
              </a:lnRef>
              <a:fillRef idx="0">
                <a:scrgbClr r="0" g="0" b="0"/>
              </a:fillRef>
              <a:effectRef idx="0">
                <a:scrgbClr r="0" g="0" b="0"/>
              </a:effectRef>
              <a:fontRef idx="minor"/>
            </p:style>
            <p:txBody>
              <a:bodyPr tIns="25920" bIns="25920" anchor="ctr">
                <a:noAutofit/>
              </a:bodyPr>
              <a:lstStyle/>
              <a:p>
                <a:pPr defTabSz="914400">
                  <a:lnSpc>
                    <a:spcPct val="100000"/>
                  </a:lnSpc>
                  <a:tabLst>
                    <a:tab pos="0" algn="l"/>
                  </a:tabLst>
                </a:pPr>
                <a:endParaRPr lang="en-US" sz="1800" b="0" u="none" strike="noStrike">
                  <a:solidFill>
                    <a:srgbClr val="FFFFFF"/>
                  </a:solidFill>
                  <a:effectLst/>
                  <a:uFillTx/>
                  <a:latin typeface="OpenSymbol"/>
                </a:endParaRPr>
              </a:p>
            </p:txBody>
          </p:sp>
          <p:sp>
            <p:nvSpPr>
              <p:cNvPr id="296" name="Google Shape;76;p6"/>
              <p:cNvSpPr/>
              <p:nvPr/>
            </p:nvSpPr>
            <p:spPr>
              <a:xfrm flipV="1">
                <a:off x="8249400" y="387360"/>
                <a:ext cx="73440" cy="73440"/>
              </a:xfrm>
              <a:prstGeom prst="ellipse">
                <a:avLst/>
              </a:prstGeom>
              <a:solidFill>
                <a:schemeClr val="dk1"/>
              </a:solidFill>
              <a:ln w="0">
                <a:noFill/>
              </a:ln>
            </p:spPr>
            <p:style>
              <a:lnRef idx="0">
                <a:scrgbClr r="0" g="0" b="0"/>
              </a:lnRef>
              <a:fillRef idx="0">
                <a:scrgbClr r="0" g="0" b="0"/>
              </a:fillRef>
              <a:effectRef idx="0">
                <a:scrgbClr r="0" g="0" b="0"/>
              </a:effectRef>
              <a:fontRef idx="minor"/>
            </p:style>
            <p:txBody>
              <a:bodyPr tIns="25920" bIns="25920" anchor="ctr">
                <a:noAutofit/>
              </a:bodyPr>
              <a:lstStyle/>
              <a:p>
                <a:pPr defTabSz="914400">
                  <a:lnSpc>
                    <a:spcPct val="100000"/>
                  </a:lnSpc>
                  <a:tabLst>
                    <a:tab pos="0" algn="l"/>
                  </a:tabLst>
                </a:pPr>
                <a:endParaRPr lang="en-US" sz="1800" b="0" u="none" strike="noStrike">
                  <a:solidFill>
                    <a:srgbClr val="FFFFFF"/>
                  </a:solidFill>
                  <a:effectLst/>
                  <a:uFillTx/>
                  <a:latin typeface="OpenSymbol"/>
                </a:endParaRPr>
              </a:p>
            </p:txBody>
          </p:sp>
        </p:grpSp>
        <p:grpSp>
          <p:nvGrpSpPr>
            <p:cNvPr id="297" name="Google Shape;77;p6"/>
            <p:cNvGrpSpPr/>
            <p:nvPr/>
          </p:nvGrpSpPr>
          <p:grpSpPr>
            <a:xfrm>
              <a:off x="7267320" y="3608280"/>
              <a:ext cx="2455920" cy="1917360"/>
              <a:chOff x="7267320" y="3608280"/>
              <a:chExt cx="2455920" cy="1917360"/>
            </a:xfrm>
          </p:grpSpPr>
          <p:sp>
            <p:nvSpPr>
              <p:cNvPr id="298" name="Google Shape;78;p6"/>
              <p:cNvSpPr/>
              <p:nvPr/>
            </p:nvSpPr>
            <p:spPr>
              <a:xfrm rot="5400000" flipH="1" flipV="1">
                <a:off x="7653240" y="3610800"/>
                <a:ext cx="1554120" cy="1548360"/>
              </a:xfrm>
              <a:prstGeom prst="rtTriangle">
                <a:avLst/>
              </a:prstGeom>
              <a:solidFill>
                <a:schemeClr val="dk1"/>
              </a:solidFill>
              <a:ln w="0">
                <a:noFill/>
              </a:ln>
            </p:spPr>
            <p:style>
              <a:lnRef idx="0">
                <a:scrgbClr r="0" g="0" b="0"/>
              </a:lnRef>
              <a:fillRef idx="0">
                <a:scrgbClr r="0" g="0" b="0"/>
              </a:fillRef>
              <a:effectRef idx="0">
                <a:scrgbClr r="0" g="0" b="0"/>
              </a:effectRef>
              <a:fontRef idx="minor"/>
            </p:style>
            <p:txBody>
              <a:bodyPr tIns="91440" bIns="91440" anchor="ctr">
                <a:noAutofit/>
              </a:bodyPr>
              <a:lstStyle/>
              <a:p>
                <a:pPr defTabSz="914400">
                  <a:lnSpc>
                    <a:spcPct val="100000"/>
                  </a:lnSpc>
                  <a:tabLst>
                    <a:tab pos="0" algn="l"/>
                  </a:tabLst>
                </a:pPr>
                <a:endParaRPr lang="en-US" sz="1800" b="0" u="none" strike="noStrike">
                  <a:solidFill>
                    <a:srgbClr val="FFFFFF"/>
                  </a:solidFill>
                  <a:effectLst/>
                  <a:uFillTx/>
                  <a:latin typeface="OpenSymbol"/>
                </a:endParaRPr>
              </a:p>
            </p:txBody>
          </p:sp>
          <p:sp>
            <p:nvSpPr>
              <p:cNvPr id="299" name="Google Shape;79;p6"/>
              <p:cNvSpPr/>
              <p:nvPr/>
            </p:nvSpPr>
            <p:spPr>
              <a:xfrm rot="18900600" flipH="1" flipV="1">
                <a:off x="8648640" y="4254840"/>
                <a:ext cx="1150200" cy="262080"/>
              </a:xfrm>
              <a:prstGeom prst="roundRect">
                <a:avLst>
                  <a:gd name="adj" fmla="val 50000"/>
                </a:avLst>
              </a:prstGeom>
              <a:solidFill>
                <a:schemeClr val="dk2"/>
              </a:solidFill>
              <a:ln w="0">
                <a:noFill/>
              </a:ln>
            </p:spPr>
            <p:style>
              <a:lnRef idx="0">
                <a:scrgbClr r="0" g="0" b="0"/>
              </a:lnRef>
              <a:fillRef idx="0">
                <a:scrgbClr r="0" g="0" b="0"/>
              </a:fillRef>
              <a:effectRef idx="0">
                <a:scrgbClr r="0" g="0" b="0"/>
              </a:effectRef>
              <a:fontRef idx="minor"/>
            </p:style>
            <p:txBody>
              <a:bodyPr tIns="91440" bIns="91440" anchor="ctr">
                <a:noAutofit/>
              </a:bodyPr>
              <a:lstStyle/>
              <a:p>
                <a:pPr defTabSz="914400">
                  <a:lnSpc>
                    <a:spcPct val="100000"/>
                  </a:lnSpc>
                  <a:tabLst>
                    <a:tab pos="0" algn="l"/>
                  </a:tabLst>
                </a:pPr>
                <a:endParaRPr lang="en-US" sz="1800" b="0" u="none" strike="noStrike">
                  <a:solidFill>
                    <a:srgbClr val="000000"/>
                  </a:solidFill>
                  <a:effectLst/>
                  <a:uFillTx/>
                  <a:latin typeface="OpenSymbol"/>
                </a:endParaRPr>
              </a:p>
            </p:txBody>
          </p:sp>
          <p:sp>
            <p:nvSpPr>
              <p:cNvPr id="300" name="Google Shape;80;p6"/>
              <p:cNvSpPr/>
              <p:nvPr/>
            </p:nvSpPr>
            <p:spPr>
              <a:xfrm flipV="1">
                <a:off x="7719480" y="3696120"/>
                <a:ext cx="1309320" cy="1309320"/>
              </a:xfrm>
              <a:prstGeom prst="ellipse">
                <a:avLst/>
              </a:prstGeom>
              <a:noFill/>
              <a:ln w="9525">
                <a:solidFill>
                  <a:srgbClr val="F8F8F8"/>
                </a:solidFill>
                <a:prstDash val="lgDash"/>
                <a:round/>
              </a:ln>
            </p:spPr>
            <p:style>
              <a:lnRef idx="0">
                <a:scrgbClr r="0" g="0" b="0"/>
              </a:lnRef>
              <a:fillRef idx="0">
                <a:scrgbClr r="0" g="0" b="0"/>
              </a:fillRef>
              <a:effectRef idx="0">
                <a:scrgbClr r="0" g="0" b="0"/>
              </a:effectRef>
              <a:fontRef idx="minor"/>
            </p:style>
            <p:txBody>
              <a:bodyPr tIns="91440" bIns="91440" anchor="ctr">
                <a:noAutofit/>
              </a:bodyPr>
              <a:lstStyle/>
              <a:p>
                <a:pPr defTabSz="914400">
                  <a:lnSpc>
                    <a:spcPct val="100000"/>
                  </a:lnSpc>
                  <a:tabLst>
                    <a:tab pos="0" algn="l"/>
                  </a:tabLst>
                </a:pPr>
                <a:endParaRPr lang="en-US" sz="1800" b="0" u="none" strike="noStrike">
                  <a:solidFill>
                    <a:srgbClr val="000000"/>
                  </a:solidFill>
                  <a:effectLst/>
                  <a:uFillTx/>
                  <a:latin typeface="OpenSymbol"/>
                </a:endParaRPr>
              </a:p>
            </p:txBody>
          </p:sp>
          <p:sp>
            <p:nvSpPr>
              <p:cNvPr id="301" name="Google Shape;81;p6"/>
              <p:cNvSpPr/>
              <p:nvPr/>
            </p:nvSpPr>
            <p:spPr>
              <a:xfrm rot="18900600" flipH="1" flipV="1">
                <a:off x="7177680" y="4964760"/>
                <a:ext cx="1098360" cy="201600"/>
              </a:xfrm>
              <a:prstGeom prst="roundRect">
                <a:avLst>
                  <a:gd name="adj" fmla="val 50000"/>
                </a:avLst>
              </a:prstGeom>
              <a:solidFill>
                <a:schemeClr val="lt2"/>
              </a:solidFill>
              <a:ln w="0">
                <a:noFill/>
              </a:ln>
            </p:spPr>
            <p:style>
              <a:lnRef idx="0">
                <a:scrgbClr r="0" g="0" b="0"/>
              </a:lnRef>
              <a:fillRef idx="0">
                <a:scrgbClr r="0" g="0" b="0"/>
              </a:fillRef>
              <a:effectRef idx="0">
                <a:scrgbClr r="0" g="0" b="0"/>
              </a:effectRef>
              <a:fontRef idx="minor"/>
            </p:style>
            <p:txBody>
              <a:bodyPr tIns="71280" bIns="71280" anchor="ctr">
                <a:noAutofit/>
              </a:bodyPr>
              <a:lstStyle/>
              <a:p>
                <a:pPr defTabSz="914400">
                  <a:lnSpc>
                    <a:spcPct val="100000"/>
                  </a:lnSpc>
                  <a:tabLst>
                    <a:tab pos="0" algn="l"/>
                  </a:tabLst>
                </a:pPr>
                <a:endParaRPr lang="en-US" sz="1800" b="0" u="none" strike="noStrike">
                  <a:solidFill>
                    <a:srgbClr val="FFFFFF"/>
                  </a:solidFill>
                  <a:effectLst/>
                  <a:uFillTx/>
                  <a:latin typeface="OpenSymbol"/>
                </a:endParaRPr>
              </a:p>
            </p:txBody>
          </p:sp>
        </p:grpSp>
      </p:grpSp>
      <p:sp>
        <p:nvSpPr>
          <p:cNvPr id="302" name="PlaceHolder 2"/>
          <p:cNvSpPr>
            <a:spLocks noGrp="1"/>
          </p:cNvSpPr>
          <p:nvPr>
            <p:ph type="body"/>
          </p:nvPr>
        </p:nvSpPr>
        <p:spPr>
          <a:xfrm>
            <a:off x="457200" y="1203480"/>
            <a:ext cx="8229240" cy="2982960"/>
          </a:xfrm>
          <a:prstGeom prst="rect">
            <a:avLst/>
          </a:prstGeom>
          <a:noFill/>
          <a:ln w="0">
            <a:noFill/>
          </a:ln>
        </p:spPr>
        <p:txBody>
          <a:bodyPr lIns="0" tIns="0" rIns="0" bIns="0" anchor="t">
            <a:normAutofit/>
          </a:bodyPr>
          <a:lstStyle/>
          <a:p>
            <a:pPr marL="432000" indent="-324000">
              <a:spcBef>
                <a:spcPts val="1417"/>
              </a:spcBef>
              <a:buClr>
                <a:srgbClr val="000000"/>
              </a:buClr>
              <a:buSzPct val="45000"/>
              <a:buFont typeface="Wingdings" charset="2"/>
              <a:buChar char=""/>
            </a:pPr>
            <a:r>
              <a:rPr lang="fr-FR" sz="1400" b="0" u="none" strike="noStrike">
                <a:solidFill>
                  <a:srgbClr val="000000"/>
                </a:solidFill>
                <a:effectLst/>
                <a:uFillTx/>
                <a:latin typeface="Arial"/>
              </a:rPr>
              <a:t>Click to edit the outline text format</a:t>
            </a:r>
          </a:p>
          <a:p>
            <a:pPr marL="864000" lvl="1" indent="-324000">
              <a:spcBef>
                <a:spcPts val="1134"/>
              </a:spcBef>
              <a:buClr>
                <a:srgbClr val="000000"/>
              </a:buClr>
              <a:buSzPct val="75000"/>
              <a:buFont typeface="Symbol" charset="2"/>
              <a:buChar char=""/>
            </a:pPr>
            <a:r>
              <a:rPr lang="fr-FR" sz="1400" b="0" u="none" strike="noStrike">
                <a:solidFill>
                  <a:srgbClr val="000000"/>
                </a:solidFill>
                <a:effectLst/>
                <a:uFillTx/>
                <a:latin typeface="Arial"/>
              </a:rPr>
              <a:t>Second Outline Level</a:t>
            </a:r>
          </a:p>
          <a:p>
            <a:pPr marL="1296000" lvl="2" indent="-288000">
              <a:spcBef>
                <a:spcPts val="850"/>
              </a:spcBef>
              <a:buClr>
                <a:srgbClr val="000000"/>
              </a:buClr>
              <a:buSzPct val="45000"/>
              <a:buFont typeface="Wingdings" charset="2"/>
              <a:buChar char=""/>
            </a:pPr>
            <a:r>
              <a:rPr lang="fr-FR" sz="1400" b="0" u="none" strike="noStrike">
                <a:solidFill>
                  <a:srgbClr val="000000"/>
                </a:solidFill>
                <a:effectLst/>
                <a:uFillTx/>
                <a:latin typeface="Arial"/>
              </a:rPr>
              <a:t>Third Outline Level</a:t>
            </a:r>
          </a:p>
          <a:p>
            <a:pPr marL="1728000" lvl="3" indent="-216000">
              <a:spcBef>
                <a:spcPts val="567"/>
              </a:spcBef>
              <a:buClr>
                <a:srgbClr val="000000"/>
              </a:buClr>
              <a:buSzPct val="75000"/>
              <a:buFont typeface="Symbol" charset="2"/>
              <a:buChar char=""/>
            </a:pPr>
            <a:r>
              <a:rPr lang="fr-FR" sz="1400" b="0" u="none" strike="noStrike">
                <a:solidFill>
                  <a:srgbClr val="000000"/>
                </a:solidFill>
                <a:effectLst/>
                <a:uFillTx/>
                <a:latin typeface="Arial"/>
              </a:rPr>
              <a:t>Fourth Outline Level</a:t>
            </a:r>
          </a:p>
          <a:p>
            <a:pPr marL="2160000" lvl="4" indent="-216000">
              <a:spcBef>
                <a:spcPts val="283"/>
              </a:spcBef>
              <a:buClr>
                <a:srgbClr val="000000"/>
              </a:buClr>
              <a:buSzPct val="45000"/>
              <a:buFont typeface="Wingdings" charset="2"/>
              <a:buChar char=""/>
            </a:pPr>
            <a:r>
              <a:rPr lang="fr-FR" sz="2000" b="0" u="none" strike="noStrike">
                <a:solidFill>
                  <a:srgbClr val="000000"/>
                </a:solidFill>
                <a:effectLst/>
                <a:uFillTx/>
                <a:latin typeface="Arial"/>
              </a:rPr>
              <a:t>Fifth Outline Level</a:t>
            </a:r>
          </a:p>
          <a:p>
            <a:pPr marL="2592000" lvl="5" indent="-216000">
              <a:spcBef>
                <a:spcPts val="283"/>
              </a:spcBef>
              <a:buClr>
                <a:srgbClr val="000000"/>
              </a:buClr>
              <a:buSzPct val="45000"/>
              <a:buFont typeface="Wingdings" charset="2"/>
              <a:buChar char=""/>
            </a:pPr>
            <a:r>
              <a:rPr lang="fr-FR" sz="2000" b="0" u="none" strike="noStrike">
                <a:solidFill>
                  <a:srgbClr val="000000"/>
                </a:solidFill>
                <a:effectLst/>
                <a:uFillTx/>
                <a:latin typeface="Arial"/>
              </a:rPr>
              <a:t>Sixth Outline Level</a:t>
            </a:r>
          </a:p>
          <a:p>
            <a:pPr marL="3024000" lvl="6" indent="-216000">
              <a:spcBef>
                <a:spcPts val="283"/>
              </a:spcBef>
              <a:buClr>
                <a:srgbClr val="000000"/>
              </a:buClr>
              <a:buSzPct val="45000"/>
              <a:buFont typeface="Wingdings" charset="2"/>
              <a:buChar char=""/>
            </a:pPr>
            <a:r>
              <a:rPr lang="fr-FR" sz="2000" b="0" u="none" strike="noStrike">
                <a:solidFill>
                  <a:srgbClr val="000000"/>
                </a:solidFill>
                <a:effectLst/>
                <a:uFillTx/>
                <a:latin typeface="Arial"/>
              </a:rPr>
              <a:t>Seventh Outline Level</a:t>
            </a:r>
          </a:p>
        </p:txBody>
      </p:sp>
    </p:spTree>
  </p:cSld>
  <p:clrMapOvr>
    <a:masterClrMapping/>
  </p:clrMapOvr>
</p:sldLayout>
</file>

<file path=ppt/slideLayouts/slideLayout22.xml><?xml version="1.0" encoding="utf-8"?>
<p:sldLayout xmlns:a="http://schemas.openxmlformats.org/drawingml/2006/main" xmlns:r="http://schemas.openxmlformats.org/officeDocument/2006/relationships" xmlns:p="http://schemas.openxmlformats.org/presentationml/2006/main" type="blank" preserve="1">
  <p:cSld name="ONE_COLUMN_TEXT">
    <p:bg>
      <p:bgPr>
        <a:solidFill>
          <a:schemeClr val="lt1"/>
        </a:solidFill>
        <a:effectLst/>
      </p:bgPr>
    </p:bg>
    <p:spTree>
      <p:nvGrpSpPr>
        <p:cNvPr id="1" name=""/>
        <p:cNvGrpSpPr/>
        <p:nvPr/>
      </p:nvGrpSpPr>
      <p:grpSpPr>
        <a:xfrm>
          <a:off x="0" y="0"/>
          <a:ext cx="0" cy="0"/>
          <a:chOff x="0" y="0"/>
          <a:chExt cx="0" cy="0"/>
        </a:xfrm>
      </p:grpSpPr>
      <p:sp>
        <p:nvSpPr>
          <p:cNvPr id="303" name="PlaceHolder 1"/>
          <p:cNvSpPr>
            <a:spLocks noGrp="1"/>
          </p:cNvSpPr>
          <p:nvPr>
            <p:ph type="title"/>
          </p:nvPr>
        </p:nvSpPr>
        <p:spPr>
          <a:xfrm>
            <a:off x="720000" y="444960"/>
            <a:ext cx="7703640" cy="572400"/>
          </a:xfrm>
          <a:prstGeom prst="rect">
            <a:avLst/>
          </a:prstGeom>
          <a:noFill/>
          <a:ln w="0">
            <a:noFill/>
          </a:ln>
        </p:spPr>
        <p:txBody>
          <a:bodyPr lIns="91440" tIns="91440" rIns="91440" bIns="91440" anchor="t">
            <a:noAutofit/>
          </a:bodyPr>
          <a:lstStyle/>
          <a:p>
            <a:pPr indent="0">
              <a:buNone/>
            </a:pPr>
            <a:r>
              <a:rPr lang="fr-FR" sz="3200" b="0" u="none" strike="noStrike">
                <a:solidFill>
                  <a:schemeClr val="dk1"/>
                </a:solidFill>
                <a:effectLst/>
                <a:uFillTx/>
                <a:latin typeface="Arial"/>
              </a:rPr>
              <a:t>Click to edit the title text format</a:t>
            </a:r>
          </a:p>
        </p:txBody>
      </p:sp>
      <p:grpSp>
        <p:nvGrpSpPr>
          <p:cNvPr id="304" name="Google Shape;86;p7"/>
          <p:cNvGrpSpPr/>
          <p:nvPr/>
        </p:nvGrpSpPr>
        <p:grpSpPr>
          <a:xfrm>
            <a:off x="2212560" y="2617920"/>
            <a:ext cx="7421760" cy="2775960"/>
            <a:chOff x="2212560" y="2617920"/>
            <a:chExt cx="7421760" cy="2775960"/>
          </a:xfrm>
        </p:grpSpPr>
        <p:grpSp>
          <p:nvGrpSpPr>
            <p:cNvPr id="305" name="Google Shape;87;p7"/>
            <p:cNvGrpSpPr/>
            <p:nvPr/>
          </p:nvGrpSpPr>
          <p:grpSpPr>
            <a:xfrm>
              <a:off x="2212560" y="4514760"/>
              <a:ext cx="1309320" cy="257400"/>
              <a:chOff x="2212560" y="4514760"/>
              <a:chExt cx="1309320" cy="257400"/>
            </a:xfrm>
          </p:grpSpPr>
          <p:sp>
            <p:nvSpPr>
              <p:cNvPr id="306" name="Google Shape;88;p7"/>
              <p:cNvSpPr/>
              <p:nvPr/>
            </p:nvSpPr>
            <p:spPr>
              <a:xfrm>
                <a:off x="2631960" y="4514760"/>
                <a:ext cx="73440" cy="73440"/>
              </a:xfrm>
              <a:prstGeom prst="ellipse">
                <a:avLst/>
              </a:prstGeom>
              <a:solidFill>
                <a:schemeClr val="dk1"/>
              </a:solidFill>
              <a:ln w="0">
                <a:noFill/>
              </a:ln>
            </p:spPr>
            <p:style>
              <a:lnRef idx="0">
                <a:scrgbClr r="0" g="0" b="0"/>
              </a:lnRef>
              <a:fillRef idx="0">
                <a:scrgbClr r="0" g="0" b="0"/>
              </a:fillRef>
              <a:effectRef idx="0">
                <a:scrgbClr r="0" g="0" b="0"/>
              </a:effectRef>
              <a:fontRef idx="minor"/>
            </p:style>
            <p:txBody>
              <a:bodyPr tIns="25920" bIns="25920" anchor="ctr">
                <a:noAutofit/>
              </a:bodyPr>
              <a:lstStyle/>
              <a:p>
                <a:pPr defTabSz="914400">
                  <a:lnSpc>
                    <a:spcPct val="100000"/>
                  </a:lnSpc>
                  <a:tabLst>
                    <a:tab pos="0" algn="l"/>
                  </a:tabLst>
                </a:pPr>
                <a:endParaRPr lang="en-US" sz="1800" b="0" u="none" strike="noStrike">
                  <a:solidFill>
                    <a:srgbClr val="FFFFFF"/>
                  </a:solidFill>
                  <a:effectLst/>
                  <a:uFillTx/>
                  <a:latin typeface="OpenSymbol"/>
                </a:endParaRPr>
              </a:p>
            </p:txBody>
          </p:sp>
          <p:sp>
            <p:nvSpPr>
              <p:cNvPr id="307" name="Google Shape;89;p7"/>
              <p:cNvSpPr/>
              <p:nvPr/>
            </p:nvSpPr>
            <p:spPr>
              <a:xfrm>
                <a:off x="2836080" y="4514760"/>
                <a:ext cx="73440" cy="73440"/>
              </a:xfrm>
              <a:prstGeom prst="ellipse">
                <a:avLst/>
              </a:prstGeom>
              <a:solidFill>
                <a:schemeClr val="dk1"/>
              </a:solidFill>
              <a:ln w="0">
                <a:noFill/>
              </a:ln>
            </p:spPr>
            <p:style>
              <a:lnRef idx="0">
                <a:scrgbClr r="0" g="0" b="0"/>
              </a:lnRef>
              <a:fillRef idx="0">
                <a:scrgbClr r="0" g="0" b="0"/>
              </a:fillRef>
              <a:effectRef idx="0">
                <a:scrgbClr r="0" g="0" b="0"/>
              </a:effectRef>
              <a:fontRef idx="minor"/>
            </p:style>
            <p:txBody>
              <a:bodyPr tIns="25920" bIns="25920" anchor="ctr">
                <a:noAutofit/>
              </a:bodyPr>
              <a:lstStyle/>
              <a:p>
                <a:pPr defTabSz="914400">
                  <a:lnSpc>
                    <a:spcPct val="100000"/>
                  </a:lnSpc>
                  <a:tabLst>
                    <a:tab pos="0" algn="l"/>
                  </a:tabLst>
                </a:pPr>
                <a:endParaRPr lang="en-US" sz="1800" b="0" u="none" strike="noStrike">
                  <a:solidFill>
                    <a:srgbClr val="FFFFFF"/>
                  </a:solidFill>
                  <a:effectLst/>
                  <a:uFillTx/>
                  <a:latin typeface="OpenSymbol"/>
                </a:endParaRPr>
              </a:p>
            </p:txBody>
          </p:sp>
          <p:sp>
            <p:nvSpPr>
              <p:cNvPr id="308" name="Google Shape;90;p7"/>
              <p:cNvSpPr/>
              <p:nvPr/>
            </p:nvSpPr>
            <p:spPr>
              <a:xfrm>
                <a:off x="3040200" y="4514760"/>
                <a:ext cx="73440" cy="73440"/>
              </a:xfrm>
              <a:prstGeom prst="ellipse">
                <a:avLst/>
              </a:prstGeom>
              <a:solidFill>
                <a:schemeClr val="dk1"/>
              </a:solidFill>
              <a:ln w="0">
                <a:noFill/>
              </a:ln>
            </p:spPr>
            <p:style>
              <a:lnRef idx="0">
                <a:scrgbClr r="0" g="0" b="0"/>
              </a:lnRef>
              <a:fillRef idx="0">
                <a:scrgbClr r="0" g="0" b="0"/>
              </a:fillRef>
              <a:effectRef idx="0">
                <a:scrgbClr r="0" g="0" b="0"/>
              </a:effectRef>
              <a:fontRef idx="minor"/>
            </p:style>
            <p:txBody>
              <a:bodyPr tIns="25920" bIns="25920" anchor="ctr">
                <a:noAutofit/>
              </a:bodyPr>
              <a:lstStyle/>
              <a:p>
                <a:pPr defTabSz="914400">
                  <a:lnSpc>
                    <a:spcPct val="100000"/>
                  </a:lnSpc>
                  <a:tabLst>
                    <a:tab pos="0" algn="l"/>
                  </a:tabLst>
                </a:pPr>
                <a:endParaRPr lang="en-US" sz="1800" b="0" u="none" strike="noStrike">
                  <a:solidFill>
                    <a:srgbClr val="FFFFFF"/>
                  </a:solidFill>
                  <a:effectLst/>
                  <a:uFillTx/>
                  <a:latin typeface="OpenSymbol"/>
                </a:endParaRPr>
              </a:p>
            </p:txBody>
          </p:sp>
          <p:sp>
            <p:nvSpPr>
              <p:cNvPr id="309" name="Google Shape;91;p7"/>
              <p:cNvSpPr/>
              <p:nvPr/>
            </p:nvSpPr>
            <p:spPr>
              <a:xfrm>
                <a:off x="3244320" y="4514760"/>
                <a:ext cx="73440" cy="73440"/>
              </a:xfrm>
              <a:prstGeom prst="ellipse">
                <a:avLst/>
              </a:prstGeom>
              <a:solidFill>
                <a:schemeClr val="dk1"/>
              </a:solidFill>
              <a:ln w="0">
                <a:noFill/>
              </a:ln>
            </p:spPr>
            <p:style>
              <a:lnRef idx="0">
                <a:scrgbClr r="0" g="0" b="0"/>
              </a:lnRef>
              <a:fillRef idx="0">
                <a:scrgbClr r="0" g="0" b="0"/>
              </a:fillRef>
              <a:effectRef idx="0">
                <a:scrgbClr r="0" g="0" b="0"/>
              </a:effectRef>
              <a:fontRef idx="minor"/>
            </p:style>
            <p:txBody>
              <a:bodyPr tIns="25920" bIns="25920" anchor="ctr">
                <a:noAutofit/>
              </a:bodyPr>
              <a:lstStyle/>
              <a:p>
                <a:pPr defTabSz="914400">
                  <a:lnSpc>
                    <a:spcPct val="100000"/>
                  </a:lnSpc>
                  <a:tabLst>
                    <a:tab pos="0" algn="l"/>
                  </a:tabLst>
                </a:pPr>
                <a:endParaRPr lang="en-US" sz="1800" b="0" u="none" strike="noStrike">
                  <a:solidFill>
                    <a:srgbClr val="FFFFFF"/>
                  </a:solidFill>
                  <a:effectLst/>
                  <a:uFillTx/>
                  <a:latin typeface="OpenSymbol"/>
                </a:endParaRPr>
              </a:p>
            </p:txBody>
          </p:sp>
          <p:sp>
            <p:nvSpPr>
              <p:cNvPr id="310" name="Google Shape;92;p7"/>
              <p:cNvSpPr/>
              <p:nvPr/>
            </p:nvSpPr>
            <p:spPr>
              <a:xfrm>
                <a:off x="3448440" y="4514760"/>
                <a:ext cx="73440" cy="73440"/>
              </a:xfrm>
              <a:prstGeom prst="ellipse">
                <a:avLst/>
              </a:prstGeom>
              <a:solidFill>
                <a:schemeClr val="dk1"/>
              </a:solidFill>
              <a:ln w="0">
                <a:noFill/>
              </a:ln>
            </p:spPr>
            <p:style>
              <a:lnRef idx="0">
                <a:scrgbClr r="0" g="0" b="0"/>
              </a:lnRef>
              <a:fillRef idx="0">
                <a:scrgbClr r="0" g="0" b="0"/>
              </a:fillRef>
              <a:effectRef idx="0">
                <a:scrgbClr r="0" g="0" b="0"/>
              </a:effectRef>
              <a:fontRef idx="minor"/>
            </p:style>
            <p:txBody>
              <a:bodyPr tIns="25920" bIns="25920" anchor="ctr">
                <a:noAutofit/>
              </a:bodyPr>
              <a:lstStyle/>
              <a:p>
                <a:pPr defTabSz="914400">
                  <a:lnSpc>
                    <a:spcPct val="100000"/>
                  </a:lnSpc>
                  <a:tabLst>
                    <a:tab pos="0" algn="l"/>
                  </a:tabLst>
                </a:pPr>
                <a:endParaRPr lang="en-US" sz="1800" b="0" u="none" strike="noStrike">
                  <a:solidFill>
                    <a:srgbClr val="FFFFFF"/>
                  </a:solidFill>
                  <a:effectLst/>
                  <a:uFillTx/>
                  <a:latin typeface="OpenSymbol"/>
                </a:endParaRPr>
              </a:p>
            </p:txBody>
          </p:sp>
          <p:sp>
            <p:nvSpPr>
              <p:cNvPr id="311" name="Google Shape;93;p7"/>
              <p:cNvSpPr/>
              <p:nvPr/>
            </p:nvSpPr>
            <p:spPr>
              <a:xfrm>
                <a:off x="2212560" y="4698720"/>
                <a:ext cx="73440" cy="73440"/>
              </a:xfrm>
              <a:prstGeom prst="ellipse">
                <a:avLst/>
              </a:prstGeom>
              <a:solidFill>
                <a:schemeClr val="dk1"/>
              </a:solidFill>
              <a:ln w="0">
                <a:noFill/>
              </a:ln>
            </p:spPr>
            <p:style>
              <a:lnRef idx="0">
                <a:scrgbClr r="0" g="0" b="0"/>
              </a:lnRef>
              <a:fillRef idx="0">
                <a:scrgbClr r="0" g="0" b="0"/>
              </a:fillRef>
              <a:effectRef idx="0">
                <a:scrgbClr r="0" g="0" b="0"/>
              </a:effectRef>
              <a:fontRef idx="minor"/>
            </p:style>
            <p:txBody>
              <a:bodyPr tIns="25920" bIns="25920" anchor="ctr">
                <a:noAutofit/>
              </a:bodyPr>
              <a:lstStyle/>
              <a:p>
                <a:pPr defTabSz="914400">
                  <a:lnSpc>
                    <a:spcPct val="100000"/>
                  </a:lnSpc>
                  <a:tabLst>
                    <a:tab pos="0" algn="l"/>
                  </a:tabLst>
                </a:pPr>
                <a:endParaRPr lang="en-US" sz="1800" b="0" u="none" strike="noStrike">
                  <a:solidFill>
                    <a:srgbClr val="FFFFFF"/>
                  </a:solidFill>
                  <a:effectLst/>
                  <a:uFillTx/>
                  <a:latin typeface="OpenSymbol"/>
                </a:endParaRPr>
              </a:p>
            </p:txBody>
          </p:sp>
          <p:sp>
            <p:nvSpPr>
              <p:cNvPr id="312" name="Google Shape;94;p7"/>
              <p:cNvSpPr/>
              <p:nvPr/>
            </p:nvSpPr>
            <p:spPr>
              <a:xfrm>
                <a:off x="2416680" y="4698720"/>
                <a:ext cx="73440" cy="73440"/>
              </a:xfrm>
              <a:prstGeom prst="ellipse">
                <a:avLst/>
              </a:prstGeom>
              <a:solidFill>
                <a:schemeClr val="dk1"/>
              </a:solidFill>
              <a:ln w="0">
                <a:noFill/>
              </a:ln>
            </p:spPr>
            <p:style>
              <a:lnRef idx="0">
                <a:scrgbClr r="0" g="0" b="0"/>
              </a:lnRef>
              <a:fillRef idx="0">
                <a:scrgbClr r="0" g="0" b="0"/>
              </a:fillRef>
              <a:effectRef idx="0">
                <a:scrgbClr r="0" g="0" b="0"/>
              </a:effectRef>
              <a:fontRef idx="minor"/>
            </p:style>
            <p:txBody>
              <a:bodyPr tIns="25920" bIns="25920" anchor="ctr">
                <a:noAutofit/>
              </a:bodyPr>
              <a:lstStyle/>
              <a:p>
                <a:pPr defTabSz="914400">
                  <a:lnSpc>
                    <a:spcPct val="100000"/>
                  </a:lnSpc>
                  <a:tabLst>
                    <a:tab pos="0" algn="l"/>
                  </a:tabLst>
                </a:pPr>
                <a:endParaRPr lang="en-US" sz="1800" b="0" u="none" strike="noStrike">
                  <a:solidFill>
                    <a:srgbClr val="FFFFFF"/>
                  </a:solidFill>
                  <a:effectLst/>
                  <a:uFillTx/>
                  <a:latin typeface="OpenSymbol"/>
                </a:endParaRPr>
              </a:p>
            </p:txBody>
          </p:sp>
          <p:sp>
            <p:nvSpPr>
              <p:cNvPr id="313" name="Google Shape;95;p7"/>
              <p:cNvSpPr/>
              <p:nvPr/>
            </p:nvSpPr>
            <p:spPr>
              <a:xfrm>
                <a:off x="2620800" y="4698720"/>
                <a:ext cx="73440" cy="73440"/>
              </a:xfrm>
              <a:prstGeom prst="ellipse">
                <a:avLst/>
              </a:prstGeom>
              <a:solidFill>
                <a:schemeClr val="dk1"/>
              </a:solidFill>
              <a:ln w="0">
                <a:noFill/>
              </a:ln>
            </p:spPr>
            <p:style>
              <a:lnRef idx="0">
                <a:scrgbClr r="0" g="0" b="0"/>
              </a:lnRef>
              <a:fillRef idx="0">
                <a:scrgbClr r="0" g="0" b="0"/>
              </a:fillRef>
              <a:effectRef idx="0">
                <a:scrgbClr r="0" g="0" b="0"/>
              </a:effectRef>
              <a:fontRef idx="minor"/>
            </p:style>
            <p:txBody>
              <a:bodyPr tIns="25920" bIns="25920" anchor="ctr">
                <a:noAutofit/>
              </a:bodyPr>
              <a:lstStyle/>
              <a:p>
                <a:pPr defTabSz="914400">
                  <a:lnSpc>
                    <a:spcPct val="100000"/>
                  </a:lnSpc>
                  <a:tabLst>
                    <a:tab pos="0" algn="l"/>
                  </a:tabLst>
                </a:pPr>
                <a:endParaRPr lang="en-US" sz="1800" b="0" u="none" strike="noStrike">
                  <a:solidFill>
                    <a:srgbClr val="FFFFFF"/>
                  </a:solidFill>
                  <a:effectLst/>
                  <a:uFillTx/>
                  <a:latin typeface="OpenSymbol"/>
                </a:endParaRPr>
              </a:p>
            </p:txBody>
          </p:sp>
          <p:sp>
            <p:nvSpPr>
              <p:cNvPr id="314" name="Google Shape;96;p7"/>
              <p:cNvSpPr/>
              <p:nvPr/>
            </p:nvSpPr>
            <p:spPr>
              <a:xfrm>
                <a:off x="2824920" y="4698720"/>
                <a:ext cx="73440" cy="73440"/>
              </a:xfrm>
              <a:prstGeom prst="ellipse">
                <a:avLst/>
              </a:prstGeom>
              <a:solidFill>
                <a:schemeClr val="dk1"/>
              </a:solidFill>
              <a:ln w="0">
                <a:noFill/>
              </a:ln>
            </p:spPr>
            <p:style>
              <a:lnRef idx="0">
                <a:scrgbClr r="0" g="0" b="0"/>
              </a:lnRef>
              <a:fillRef idx="0">
                <a:scrgbClr r="0" g="0" b="0"/>
              </a:fillRef>
              <a:effectRef idx="0">
                <a:scrgbClr r="0" g="0" b="0"/>
              </a:effectRef>
              <a:fontRef idx="minor"/>
            </p:style>
            <p:txBody>
              <a:bodyPr tIns="25920" bIns="25920" anchor="ctr">
                <a:noAutofit/>
              </a:bodyPr>
              <a:lstStyle/>
              <a:p>
                <a:pPr defTabSz="914400">
                  <a:lnSpc>
                    <a:spcPct val="100000"/>
                  </a:lnSpc>
                  <a:tabLst>
                    <a:tab pos="0" algn="l"/>
                  </a:tabLst>
                </a:pPr>
                <a:endParaRPr lang="en-US" sz="1800" b="0" u="none" strike="noStrike">
                  <a:solidFill>
                    <a:srgbClr val="FFFFFF"/>
                  </a:solidFill>
                  <a:effectLst/>
                  <a:uFillTx/>
                  <a:latin typeface="OpenSymbol"/>
                </a:endParaRPr>
              </a:p>
            </p:txBody>
          </p:sp>
          <p:sp>
            <p:nvSpPr>
              <p:cNvPr id="315" name="Google Shape;97;p7"/>
              <p:cNvSpPr/>
              <p:nvPr/>
            </p:nvSpPr>
            <p:spPr>
              <a:xfrm>
                <a:off x="3029040" y="4698720"/>
                <a:ext cx="73440" cy="73440"/>
              </a:xfrm>
              <a:prstGeom prst="ellipse">
                <a:avLst/>
              </a:prstGeom>
              <a:solidFill>
                <a:schemeClr val="dk1"/>
              </a:solidFill>
              <a:ln w="0">
                <a:noFill/>
              </a:ln>
            </p:spPr>
            <p:style>
              <a:lnRef idx="0">
                <a:scrgbClr r="0" g="0" b="0"/>
              </a:lnRef>
              <a:fillRef idx="0">
                <a:scrgbClr r="0" g="0" b="0"/>
              </a:fillRef>
              <a:effectRef idx="0">
                <a:scrgbClr r="0" g="0" b="0"/>
              </a:effectRef>
              <a:fontRef idx="minor"/>
            </p:style>
            <p:txBody>
              <a:bodyPr tIns="25920" bIns="25920" anchor="ctr">
                <a:noAutofit/>
              </a:bodyPr>
              <a:lstStyle/>
              <a:p>
                <a:pPr defTabSz="914400">
                  <a:lnSpc>
                    <a:spcPct val="100000"/>
                  </a:lnSpc>
                  <a:tabLst>
                    <a:tab pos="0" algn="l"/>
                  </a:tabLst>
                </a:pPr>
                <a:endParaRPr lang="en-US" sz="1800" b="0" u="none" strike="noStrike">
                  <a:solidFill>
                    <a:srgbClr val="FFFFFF"/>
                  </a:solidFill>
                  <a:effectLst/>
                  <a:uFillTx/>
                  <a:latin typeface="OpenSymbol"/>
                </a:endParaRPr>
              </a:p>
            </p:txBody>
          </p:sp>
        </p:grpSp>
        <p:grpSp>
          <p:nvGrpSpPr>
            <p:cNvPr id="316" name="Google Shape;98;p7"/>
            <p:cNvGrpSpPr/>
            <p:nvPr/>
          </p:nvGrpSpPr>
          <p:grpSpPr>
            <a:xfrm>
              <a:off x="6687000" y="2617920"/>
              <a:ext cx="2947320" cy="2775960"/>
              <a:chOff x="6687000" y="2617920"/>
              <a:chExt cx="2947320" cy="2775960"/>
            </a:xfrm>
          </p:grpSpPr>
          <p:sp>
            <p:nvSpPr>
              <p:cNvPr id="317" name="Google Shape;99;p7"/>
              <p:cNvSpPr/>
              <p:nvPr/>
            </p:nvSpPr>
            <p:spPr>
              <a:xfrm flipH="1">
                <a:off x="6687000" y="2703600"/>
                <a:ext cx="2456640" cy="2446920"/>
              </a:xfrm>
              <a:prstGeom prst="rtTriangle">
                <a:avLst/>
              </a:prstGeom>
              <a:solidFill>
                <a:schemeClr val="dk1"/>
              </a:solidFill>
              <a:ln w="0">
                <a:noFill/>
              </a:ln>
            </p:spPr>
            <p:style>
              <a:lnRef idx="0">
                <a:scrgbClr r="0" g="0" b="0"/>
              </a:lnRef>
              <a:fillRef idx="0">
                <a:scrgbClr r="0" g="0" b="0"/>
              </a:fillRef>
              <a:effectRef idx="0">
                <a:scrgbClr r="0" g="0" b="0"/>
              </a:effectRef>
              <a:fontRef idx="minor"/>
            </p:style>
            <p:txBody>
              <a:bodyPr tIns="91440" bIns="91440" anchor="ctr">
                <a:noAutofit/>
              </a:bodyPr>
              <a:lstStyle/>
              <a:p>
                <a:pPr defTabSz="914400">
                  <a:lnSpc>
                    <a:spcPct val="100000"/>
                  </a:lnSpc>
                  <a:tabLst>
                    <a:tab pos="0" algn="l"/>
                  </a:tabLst>
                </a:pPr>
                <a:endParaRPr lang="en-US" sz="1800" b="0" u="none" strike="noStrike">
                  <a:solidFill>
                    <a:srgbClr val="FFFFFF"/>
                  </a:solidFill>
                  <a:effectLst/>
                  <a:uFillTx/>
                  <a:latin typeface="OpenSymbol"/>
                </a:endParaRPr>
              </a:p>
            </p:txBody>
          </p:sp>
          <p:sp>
            <p:nvSpPr>
              <p:cNvPr id="318" name="Google Shape;100;p7"/>
              <p:cNvSpPr/>
              <p:nvPr/>
            </p:nvSpPr>
            <p:spPr>
              <a:xfrm rot="18900600">
                <a:off x="7946640" y="3849480"/>
                <a:ext cx="1779480" cy="477360"/>
              </a:xfrm>
              <a:prstGeom prst="roundRect">
                <a:avLst>
                  <a:gd name="adj" fmla="val 50000"/>
                </a:avLst>
              </a:prstGeom>
              <a:solidFill>
                <a:schemeClr val="dk2"/>
              </a:solidFill>
              <a:ln w="0">
                <a:noFill/>
              </a:ln>
            </p:spPr>
            <p:style>
              <a:lnRef idx="0">
                <a:scrgbClr r="0" g="0" b="0"/>
              </a:lnRef>
              <a:fillRef idx="0">
                <a:scrgbClr r="0" g="0" b="0"/>
              </a:fillRef>
              <a:effectRef idx="0">
                <a:scrgbClr r="0" g="0" b="0"/>
              </a:effectRef>
              <a:fontRef idx="minor"/>
            </p:style>
            <p:txBody>
              <a:bodyPr tIns="91440" bIns="91440" anchor="ctr">
                <a:noAutofit/>
              </a:bodyPr>
              <a:lstStyle/>
              <a:p>
                <a:pPr defTabSz="914400">
                  <a:lnSpc>
                    <a:spcPct val="100000"/>
                  </a:lnSpc>
                  <a:tabLst>
                    <a:tab pos="0" algn="l"/>
                  </a:tabLst>
                </a:pPr>
                <a:endParaRPr lang="en-US" sz="1800" b="0" u="none" strike="noStrike">
                  <a:solidFill>
                    <a:srgbClr val="000000"/>
                  </a:solidFill>
                  <a:effectLst/>
                  <a:uFillTx/>
                  <a:latin typeface="OpenSymbol"/>
                </a:endParaRPr>
              </a:p>
            </p:txBody>
          </p:sp>
          <p:sp>
            <p:nvSpPr>
              <p:cNvPr id="319" name="Google Shape;101;p7"/>
              <p:cNvSpPr/>
              <p:nvPr/>
            </p:nvSpPr>
            <p:spPr>
              <a:xfrm rot="18900000">
                <a:off x="6856920" y="4943880"/>
                <a:ext cx="995760" cy="114480"/>
              </a:xfrm>
              <a:prstGeom prst="roundRect">
                <a:avLst>
                  <a:gd name="adj" fmla="val 50000"/>
                </a:avLst>
              </a:prstGeom>
              <a:solidFill>
                <a:schemeClr val="lt1"/>
              </a:solidFill>
              <a:ln w="0">
                <a:noFill/>
              </a:ln>
            </p:spPr>
            <p:style>
              <a:lnRef idx="0">
                <a:scrgbClr r="0" g="0" b="0"/>
              </a:lnRef>
              <a:fillRef idx="0">
                <a:scrgbClr r="0" g="0" b="0"/>
              </a:fillRef>
              <a:effectRef idx="0">
                <a:scrgbClr r="0" g="0" b="0"/>
              </a:effectRef>
              <a:fontRef idx="minor"/>
            </p:style>
            <p:txBody>
              <a:bodyPr tIns="40680" bIns="40680" anchor="ctr">
                <a:noAutofit/>
              </a:bodyPr>
              <a:lstStyle/>
              <a:p>
                <a:pPr defTabSz="914400">
                  <a:lnSpc>
                    <a:spcPct val="100000"/>
                  </a:lnSpc>
                  <a:tabLst>
                    <a:tab pos="0" algn="l"/>
                  </a:tabLst>
                </a:pPr>
                <a:endParaRPr lang="en-US" sz="1800" b="0" u="none" strike="noStrike">
                  <a:solidFill>
                    <a:srgbClr val="000000"/>
                  </a:solidFill>
                  <a:effectLst/>
                  <a:uFillTx/>
                  <a:latin typeface="OpenSymbol"/>
                </a:endParaRPr>
              </a:p>
            </p:txBody>
          </p:sp>
          <p:sp>
            <p:nvSpPr>
              <p:cNvPr id="320" name="Google Shape;102;p7"/>
              <p:cNvSpPr/>
              <p:nvPr/>
            </p:nvSpPr>
            <p:spPr>
              <a:xfrm>
                <a:off x="6962400" y="3553920"/>
                <a:ext cx="1309320" cy="1309320"/>
              </a:xfrm>
              <a:prstGeom prst="ellipse">
                <a:avLst/>
              </a:prstGeom>
              <a:noFill/>
              <a:ln w="9525">
                <a:solidFill>
                  <a:srgbClr val="F8F8F8"/>
                </a:solidFill>
                <a:prstDash val="lgDash"/>
                <a:round/>
              </a:ln>
            </p:spPr>
            <p:style>
              <a:lnRef idx="0">
                <a:scrgbClr r="0" g="0" b="0"/>
              </a:lnRef>
              <a:fillRef idx="0">
                <a:scrgbClr r="0" g="0" b="0"/>
              </a:fillRef>
              <a:effectRef idx="0">
                <a:scrgbClr r="0" g="0" b="0"/>
              </a:effectRef>
              <a:fontRef idx="minor"/>
            </p:style>
            <p:txBody>
              <a:bodyPr tIns="91440" bIns="91440" anchor="ctr">
                <a:noAutofit/>
              </a:bodyPr>
              <a:lstStyle/>
              <a:p>
                <a:pPr defTabSz="914400">
                  <a:lnSpc>
                    <a:spcPct val="100000"/>
                  </a:lnSpc>
                  <a:tabLst>
                    <a:tab pos="0" algn="l"/>
                  </a:tabLst>
                </a:pPr>
                <a:endParaRPr lang="en-US" sz="1800" b="0" u="none" strike="noStrike">
                  <a:solidFill>
                    <a:srgbClr val="000000"/>
                  </a:solidFill>
                  <a:effectLst/>
                  <a:uFillTx/>
                  <a:latin typeface="OpenSymbol"/>
                </a:endParaRPr>
              </a:p>
            </p:txBody>
          </p:sp>
          <p:sp>
            <p:nvSpPr>
              <p:cNvPr id="321" name="Google Shape;103;p7"/>
              <p:cNvSpPr/>
              <p:nvPr/>
            </p:nvSpPr>
            <p:spPr>
              <a:xfrm rot="18900600">
                <a:off x="7651080" y="3199320"/>
                <a:ext cx="1779480" cy="326160"/>
              </a:xfrm>
              <a:prstGeom prst="roundRect">
                <a:avLst>
                  <a:gd name="adj" fmla="val 50000"/>
                </a:avLst>
              </a:prstGeom>
              <a:solidFill>
                <a:schemeClr val="lt2"/>
              </a:solidFill>
              <a:ln w="0">
                <a:noFill/>
              </a:ln>
            </p:spPr>
            <p:style>
              <a:lnRef idx="0">
                <a:scrgbClr r="0" g="0" b="0"/>
              </a:lnRef>
              <a:fillRef idx="0">
                <a:scrgbClr r="0" g="0" b="0"/>
              </a:fillRef>
              <a:effectRef idx="0">
                <a:scrgbClr r="0" g="0" b="0"/>
              </a:effectRef>
              <a:fontRef idx="minor"/>
            </p:style>
            <p:txBody>
              <a:bodyPr tIns="91440" bIns="91440" anchor="ctr">
                <a:noAutofit/>
              </a:bodyPr>
              <a:lstStyle/>
              <a:p>
                <a:pPr defTabSz="914400">
                  <a:lnSpc>
                    <a:spcPct val="100000"/>
                  </a:lnSpc>
                  <a:tabLst>
                    <a:tab pos="0" algn="l"/>
                  </a:tabLst>
                </a:pPr>
                <a:endParaRPr lang="en-US" sz="1800" b="0" u="none" strike="noStrike">
                  <a:solidFill>
                    <a:srgbClr val="FFFFFF"/>
                  </a:solidFill>
                  <a:effectLst/>
                  <a:uFillTx/>
                  <a:latin typeface="OpenSymbol"/>
                </a:endParaRPr>
              </a:p>
            </p:txBody>
          </p:sp>
        </p:grpSp>
      </p:grpSp>
    </p:spTree>
  </p:cSld>
  <p:clrMapOvr>
    <a:masterClrMapping/>
  </p:clrMapOvr>
</p:sldLayout>
</file>

<file path=ppt/slideLayouts/slideLayout23.xml><?xml version="1.0" encoding="utf-8"?>
<p:sldLayout xmlns:a="http://schemas.openxmlformats.org/drawingml/2006/main" xmlns:r="http://schemas.openxmlformats.org/officeDocument/2006/relationships" xmlns:p="http://schemas.openxmlformats.org/presentationml/2006/main" type="blank" preserve="1">
  <p:cSld name="MAIN_POINT">
    <p:bg>
      <p:bgPr>
        <a:solidFill>
          <a:schemeClr val="lt1"/>
        </a:solidFill>
        <a:effectLst/>
      </p:bgPr>
    </p:bg>
    <p:spTree>
      <p:nvGrpSpPr>
        <p:cNvPr id="1" name=""/>
        <p:cNvGrpSpPr/>
        <p:nvPr/>
      </p:nvGrpSpPr>
      <p:grpSpPr>
        <a:xfrm>
          <a:off x="0" y="0"/>
          <a:ext cx="0" cy="0"/>
          <a:chOff x="0" y="0"/>
          <a:chExt cx="0" cy="0"/>
        </a:xfrm>
      </p:grpSpPr>
      <p:sp>
        <p:nvSpPr>
          <p:cNvPr id="322" name="PlaceHolder 1"/>
          <p:cNvSpPr>
            <a:spLocks noGrp="1"/>
          </p:cNvSpPr>
          <p:nvPr>
            <p:ph type="title"/>
          </p:nvPr>
        </p:nvSpPr>
        <p:spPr>
          <a:xfrm>
            <a:off x="713160" y="1488240"/>
            <a:ext cx="4683960" cy="2166480"/>
          </a:xfrm>
          <a:prstGeom prst="rect">
            <a:avLst/>
          </a:prstGeom>
          <a:noFill/>
          <a:ln w="0">
            <a:noFill/>
          </a:ln>
        </p:spPr>
        <p:txBody>
          <a:bodyPr lIns="91440" tIns="91440" rIns="91440" bIns="91440" anchor="ctr">
            <a:noAutofit/>
          </a:bodyPr>
          <a:lstStyle/>
          <a:p>
            <a:pPr indent="0">
              <a:buNone/>
            </a:pPr>
            <a:r>
              <a:rPr lang="fr-FR" sz="6000" b="0" u="none" strike="noStrike">
                <a:solidFill>
                  <a:schemeClr val="dk1"/>
                </a:solidFill>
                <a:effectLst/>
                <a:uFillTx/>
                <a:latin typeface="Arial"/>
              </a:rPr>
              <a:t>Click to edit the title text format</a:t>
            </a:r>
          </a:p>
        </p:txBody>
      </p:sp>
      <p:sp>
        <p:nvSpPr>
          <p:cNvPr id="323" name="PlaceHolder 2"/>
          <p:cNvSpPr>
            <a:spLocks noGrp="1"/>
          </p:cNvSpPr>
          <p:nvPr>
            <p:ph type="body"/>
          </p:nvPr>
        </p:nvSpPr>
        <p:spPr>
          <a:xfrm>
            <a:off x="5397480" y="1055160"/>
            <a:ext cx="3033000" cy="3033000"/>
          </a:xfrm>
          <a:prstGeom prst="rect">
            <a:avLst/>
          </a:prstGeom>
          <a:noFill/>
          <a:ln w="38160">
            <a:solidFill>
              <a:schemeClr val="lt1"/>
            </a:solidFill>
            <a:round/>
          </a:ln>
        </p:spPr>
        <p:txBody>
          <a:bodyPr lIns="90000" tIns="45000" rIns="90000" bIns="45000" anchor="t">
            <a:normAutofit fontScale="47500" lnSpcReduction="19999"/>
          </a:bodyPr>
          <a:lstStyle/>
          <a:p>
            <a:pPr marL="432000" indent="-324000">
              <a:spcBef>
                <a:spcPts val="1417"/>
              </a:spcBef>
              <a:buClr>
                <a:srgbClr val="000000"/>
              </a:buClr>
              <a:buSzPct val="45000"/>
              <a:buFont typeface="Wingdings" charset="2"/>
              <a:buChar char=""/>
            </a:pPr>
            <a:r>
              <a:rPr lang="fr-FR" sz="1800" b="0" u="none" strike="noStrike">
                <a:solidFill>
                  <a:srgbClr val="000000"/>
                </a:solidFill>
                <a:effectLst/>
                <a:uFillTx/>
                <a:latin typeface="Arial"/>
              </a:rPr>
              <a:t>Click to edit the outline text format</a:t>
            </a:r>
          </a:p>
          <a:p>
            <a:pPr marL="864000" lvl="1" indent="-324000">
              <a:spcBef>
                <a:spcPts val="1134"/>
              </a:spcBef>
              <a:buClr>
                <a:srgbClr val="000000"/>
              </a:buClr>
              <a:buSzPct val="75000"/>
              <a:buFont typeface="Symbol" charset="2"/>
              <a:buChar char=""/>
            </a:pPr>
            <a:r>
              <a:rPr lang="fr-FR" sz="1800" b="0" u="none" strike="noStrike">
                <a:solidFill>
                  <a:srgbClr val="000000"/>
                </a:solidFill>
                <a:effectLst/>
                <a:uFillTx/>
                <a:latin typeface="Arial"/>
              </a:rPr>
              <a:t>Second Outline Level</a:t>
            </a:r>
          </a:p>
          <a:p>
            <a:pPr marL="1296000" lvl="2" indent="-288000">
              <a:spcBef>
                <a:spcPts val="850"/>
              </a:spcBef>
              <a:buClr>
                <a:srgbClr val="000000"/>
              </a:buClr>
              <a:buSzPct val="45000"/>
              <a:buFont typeface="Wingdings" charset="2"/>
              <a:buChar char=""/>
            </a:pPr>
            <a:r>
              <a:rPr lang="fr-FR" sz="1800" b="0" u="none" strike="noStrike">
                <a:solidFill>
                  <a:srgbClr val="000000"/>
                </a:solidFill>
                <a:effectLst/>
                <a:uFillTx/>
                <a:latin typeface="Arial"/>
              </a:rPr>
              <a:t>Third Outline Level</a:t>
            </a:r>
          </a:p>
          <a:p>
            <a:pPr marL="1728000" lvl="3" indent="-216000">
              <a:spcBef>
                <a:spcPts val="567"/>
              </a:spcBef>
              <a:buClr>
                <a:srgbClr val="000000"/>
              </a:buClr>
              <a:buSzPct val="75000"/>
              <a:buFont typeface="Symbol" charset="2"/>
              <a:buChar char=""/>
            </a:pPr>
            <a:r>
              <a:rPr lang="fr-FR" sz="1800" b="0" u="none" strike="noStrike">
                <a:solidFill>
                  <a:srgbClr val="000000"/>
                </a:solidFill>
                <a:effectLst/>
                <a:uFillTx/>
                <a:latin typeface="Arial"/>
              </a:rPr>
              <a:t>Fourth Outline Level</a:t>
            </a:r>
          </a:p>
          <a:p>
            <a:pPr marL="2160000" lvl="4" indent="-216000">
              <a:spcBef>
                <a:spcPts val="283"/>
              </a:spcBef>
              <a:buClr>
                <a:srgbClr val="000000"/>
              </a:buClr>
              <a:buSzPct val="45000"/>
              <a:buFont typeface="Wingdings" charset="2"/>
              <a:buChar char=""/>
            </a:pPr>
            <a:r>
              <a:rPr lang="fr-FR" sz="1800" b="0" u="none" strike="noStrike">
                <a:solidFill>
                  <a:srgbClr val="000000"/>
                </a:solidFill>
                <a:effectLst/>
                <a:uFillTx/>
                <a:latin typeface="Arial"/>
              </a:rPr>
              <a:t>Fifth Outline Level</a:t>
            </a:r>
          </a:p>
          <a:p>
            <a:pPr marL="2592000" lvl="5" indent="-216000">
              <a:spcBef>
                <a:spcPts val="283"/>
              </a:spcBef>
              <a:buClr>
                <a:srgbClr val="000000"/>
              </a:buClr>
              <a:buSzPct val="45000"/>
              <a:buFont typeface="Wingdings" charset="2"/>
              <a:buChar char=""/>
            </a:pPr>
            <a:r>
              <a:rPr lang="fr-FR" sz="1800" b="0" u="none" strike="noStrike">
                <a:solidFill>
                  <a:srgbClr val="000000"/>
                </a:solidFill>
                <a:effectLst/>
                <a:uFillTx/>
                <a:latin typeface="Arial"/>
              </a:rPr>
              <a:t>Sixth Outline Level</a:t>
            </a:r>
          </a:p>
          <a:p>
            <a:pPr marL="3024000" lvl="6" indent="-216000">
              <a:spcBef>
                <a:spcPts val="283"/>
              </a:spcBef>
              <a:buClr>
                <a:srgbClr val="000000"/>
              </a:buClr>
              <a:buSzPct val="45000"/>
              <a:buFont typeface="Wingdings" charset="2"/>
              <a:buChar char=""/>
            </a:pPr>
            <a:r>
              <a:rPr lang="fr-FR" sz="1800" b="0" u="none" strike="noStrike">
                <a:solidFill>
                  <a:srgbClr val="000000"/>
                </a:solidFill>
                <a:effectLst/>
                <a:uFillTx/>
                <a:latin typeface="Arial"/>
              </a:rPr>
              <a:t>Seventh Outline Level</a:t>
            </a:r>
          </a:p>
        </p:txBody>
      </p:sp>
      <p:grpSp>
        <p:nvGrpSpPr>
          <p:cNvPr id="324" name="Google Shape;107;p8"/>
          <p:cNvGrpSpPr/>
          <p:nvPr/>
        </p:nvGrpSpPr>
        <p:grpSpPr>
          <a:xfrm>
            <a:off x="2669760" y="539640"/>
            <a:ext cx="1309320" cy="257400"/>
            <a:chOff x="2669760" y="539640"/>
            <a:chExt cx="1309320" cy="257400"/>
          </a:xfrm>
        </p:grpSpPr>
        <p:sp>
          <p:nvSpPr>
            <p:cNvPr id="325" name="Google Shape;108;p8"/>
            <p:cNvSpPr/>
            <p:nvPr/>
          </p:nvSpPr>
          <p:spPr>
            <a:xfrm>
              <a:off x="3089160" y="539640"/>
              <a:ext cx="73440" cy="73440"/>
            </a:xfrm>
            <a:prstGeom prst="ellipse">
              <a:avLst/>
            </a:prstGeom>
            <a:solidFill>
              <a:schemeClr val="dk1"/>
            </a:solidFill>
            <a:ln w="0">
              <a:noFill/>
            </a:ln>
          </p:spPr>
          <p:style>
            <a:lnRef idx="0">
              <a:scrgbClr r="0" g="0" b="0"/>
            </a:lnRef>
            <a:fillRef idx="0">
              <a:scrgbClr r="0" g="0" b="0"/>
            </a:fillRef>
            <a:effectRef idx="0">
              <a:scrgbClr r="0" g="0" b="0"/>
            </a:effectRef>
            <a:fontRef idx="minor"/>
          </p:style>
          <p:txBody>
            <a:bodyPr tIns="25920" bIns="25920" anchor="ctr">
              <a:noAutofit/>
            </a:bodyPr>
            <a:lstStyle/>
            <a:p>
              <a:pPr defTabSz="914400">
                <a:lnSpc>
                  <a:spcPct val="100000"/>
                </a:lnSpc>
                <a:tabLst>
                  <a:tab pos="0" algn="l"/>
                </a:tabLst>
              </a:pPr>
              <a:endParaRPr lang="en-US" sz="1800" b="0" u="none" strike="noStrike">
                <a:solidFill>
                  <a:srgbClr val="FFFFFF"/>
                </a:solidFill>
                <a:effectLst/>
                <a:uFillTx/>
                <a:latin typeface="OpenSymbol"/>
              </a:endParaRPr>
            </a:p>
          </p:txBody>
        </p:sp>
        <p:sp>
          <p:nvSpPr>
            <p:cNvPr id="326" name="Google Shape;109;p8"/>
            <p:cNvSpPr/>
            <p:nvPr/>
          </p:nvSpPr>
          <p:spPr>
            <a:xfrm>
              <a:off x="3293280" y="539640"/>
              <a:ext cx="73440" cy="73440"/>
            </a:xfrm>
            <a:prstGeom prst="ellipse">
              <a:avLst/>
            </a:prstGeom>
            <a:solidFill>
              <a:schemeClr val="dk1"/>
            </a:solidFill>
            <a:ln w="0">
              <a:noFill/>
            </a:ln>
          </p:spPr>
          <p:style>
            <a:lnRef idx="0">
              <a:scrgbClr r="0" g="0" b="0"/>
            </a:lnRef>
            <a:fillRef idx="0">
              <a:scrgbClr r="0" g="0" b="0"/>
            </a:fillRef>
            <a:effectRef idx="0">
              <a:scrgbClr r="0" g="0" b="0"/>
            </a:effectRef>
            <a:fontRef idx="minor"/>
          </p:style>
          <p:txBody>
            <a:bodyPr tIns="25920" bIns="25920" anchor="ctr">
              <a:noAutofit/>
            </a:bodyPr>
            <a:lstStyle/>
            <a:p>
              <a:pPr defTabSz="914400">
                <a:lnSpc>
                  <a:spcPct val="100000"/>
                </a:lnSpc>
                <a:tabLst>
                  <a:tab pos="0" algn="l"/>
                </a:tabLst>
              </a:pPr>
              <a:endParaRPr lang="en-US" sz="1800" b="0" u="none" strike="noStrike">
                <a:solidFill>
                  <a:srgbClr val="FFFFFF"/>
                </a:solidFill>
                <a:effectLst/>
                <a:uFillTx/>
                <a:latin typeface="OpenSymbol"/>
              </a:endParaRPr>
            </a:p>
          </p:txBody>
        </p:sp>
        <p:sp>
          <p:nvSpPr>
            <p:cNvPr id="327" name="Google Shape;110;p8"/>
            <p:cNvSpPr/>
            <p:nvPr/>
          </p:nvSpPr>
          <p:spPr>
            <a:xfrm>
              <a:off x="3497400" y="539640"/>
              <a:ext cx="73440" cy="73440"/>
            </a:xfrm>
            <a:prstGeom prst="ellipse">
              <a:avLst/>
            </a:prstGeom>
            <a:solidFill>
              <a:schemeClr val="dk1"/>
            </a:solidFill>
            <a:ln w="0">
              <a:noFill/>
            </a:ln>
          </p:spPr>
          <p:style>
            <a:lnRef idx="0">
              <a:scrgbClr r="0" g="0" b="0"/>
            </a:lnRef>
            <a:fillRef idx="0">
              <a:scrgbClr r="0" g="0" b="0"/>
            </a:fillRef>
            <a:effectRef idx="0">
              <a:scrgbClr r="0" g="0" b="0"/>
            </a:effectRef>
            <a:fontRef idx="minor"/>
          </p:style>
          <p:txBody>
            <a:bodyPr tIns="25920" bIns="25920" anchor="ctr">
              <a:noAutofit/>
            </a:bodyPr>
            <a:lstStyle/>
            <a:p>
              <a:pPr defTabSz="914400">
                <a:lnSpc>
                  <a:spcPct val="100000"/>
                </a:lnSpc>
                <a:tabLst>
                  <a:tab pos="0" algn="l"/>
                </a:tabLst>
              </a:pPr>
              <a:endParaRPr lang="en-US" sz="1800" b="0" u="none" strike="noStrike">
                <a:solidFill>
                  <a:srgbClr val="FFFFFF"/>
                </a:solidFill>
                <a:effectLst/>
                <a:uFillTx/>
                <a:latin typeface="OpenSymbol"/>
              </a:endParaRPr>
            </a:p>
          </p:txBody>
        </p:sp>
        <p:sp>
          <p:nvSpPr>
            <p:cNvPr id="328" name="Google Shape;111;p8"/>
            <p:cNvSpPr/>
            <p:nvPr/>
          </p:nvSpPr>
          <p:spPr>
            <a:xfrm>
              <a:off x="3701520" y="539640"/>
              <a:ext cx="73440" cy="73440"/>
            </a:xfrm>
            <a:prstGeom prst="ellipse">
              <a:avLst/>
            </a:prstGeom>
            <a:solidFill>
              <a:schemeClr val="dk1"/>
            </a:solidFill>
            <a:ln w="0">
              <a:noFill/>
            </a:ln>
          </p:spPr>
          <p:style>
            <a:lnRef idx="0">
              <a:scrgbClr r="0" g="0" b="0"/>
            </a:lnRef>
            <a:fillRef idx="0">
              <a:scrgbClr r="0" g="0" b="0"/>
            </a:fillRef>
            <a:effectRef idx="0">
              <a:scrgbClr r="0" g="0" b="0"/>
            </a:effectRef>
            <a:fontRef idx="minor"/>
          </p:style>
          <p:txBody>
            <a:bodyPr tIns="25920" bIns="25920" anchor="ctr">
              <a:noAutofit/>
            </a:bodyPr>
            <a:lstStyle/>
            <a:p>
              <a:pPr defTabSz="914400">
                <a:lnSpc>
                  <a:spcPct val="100000"/>
                </a:lnSpc>
                <a:tabLst>
                  <a:tab pos="0" algn="l"/>
                </a:tabLst>
              </a:pPr>
              <a:endParaRPr lang="en-US" sz="1800" b="0" u="none" strike="noStrike">
                <a:solidFill>
                  <a:srgbClr val="FFFFFF"/>
                </a:solidFill>
                <a:effectLst/>
                <a:uFillTx/>
                <a:latin typeface="OpenSymbol"/>
              </a:endParaRPr>
            </a:p>
          </p:txBody>
        </p:sp>
        <p:sp>
          <p:nvSpPr>
            <p:cNvPr id="329" name="Google Shape;112;p8"/>
            <p:cNvSpPr/>
            <p:nvPr/>
          </p:nvSpPr>
          <p:spPr>
            <a:xfrm>
              <a:off x="3905640" y="539640"/>
              <a:ext cx="73440" cy="73440"/>
            </a:xfrm>
            <a:prstGeom prst="ellipse">
              <a:avLst/>
            </a:prstGeom>
            <a:solidFill>
              <a:schemeClr val="dk1"/>
            </a:solidFill>
            <a:ln w="0">
              <a:noFill/>
            </a:ln>
          </p:spPr>
          <p:style>
            <a:lnRef idx="0">
              <a:scrgbClr r="0" g="0" b="0"/>
            </a:lnRef>
            <a:fillRef idx="0">
              <a:scrgbClr r="0" g="0" b="0"/>
            </a:fillRef>
            <a:effectRef idx="0">
              <a:scrgbClr r="0" g="0" b="0"/>
            </a:effectRef>
            <a:fontRef idx="minor"/>
          </p:style>
          <p:txBody>
            <a:bodyPr tIns="25920" bIns="25920" anchor="ctr">
              <a:noAutofit/>
            </a:bodyPr>
            <a:lstStyle/>
            <a:p>
              <a:pPr defTabSz="914400">
                <a:lnSpc>
                  <a:spcPct val="100000"/>
                </a:lnSpc>
                <a:tabLst>
                  <a:tab pos="0" algn="l"/>
                </a:tabLst>
              </a:pPr>
              <a:endParaRPr lang="en-US" sz="1800" b="0" u="none" strike="noStrike">
                <a:solidFill>
                  <a:srgbClr val="FFFFFF"/>
                </a:solidFill>
                <a:effectLst/>
                <a:uFillTx/>
                <a:latin typeface="OpenSymbol"/>
              </a:endParaRPr>
            </a:p>
          </p:txBody>
        </p:sp>
        <p:sp>
          <p:nvSpPr>
            <p:cNvPr id="330" name="Google Shape;113;p8"/>
            <p:cNvSpPr/>
            <p:nvPr/>
          </p:nvSpPr>
          <p:spPr>
            <a:xfrm>
              <a:off x="2669760" y="723600"/>
              <a:ext cx="73440" cy="73440"/>
            </a:xfrm>
            <a:prstGeom prst="ellipse">
              <a:avLst/>
            </a:prstGeom>
            <a:solidFill>
              <a:schemeClr val="dk1"/>
            </a:solidFill>
            <a:ln w="0">
              <a:noFill/>
            </a:ln>
          </p:spPr>
          <p:style>
            <a:lnRef idx="0">
              <a:scrgbClr r="0" g="0" b="0"/>
            </a:lnRef>
            <a:fillRef idx="0">
              <a:scrgbClr r="0" g="0" b="0"/>
            </a:fillRef>
            <a:effectRef idx="0">
              <a:scrgbClr r="0" g="0" b="0"/>
            </a:effectRef>
            <a:fontRef idx="minor"/>
          </p:style>
          <p:txBody>
            <a:bodyPr tIns="25920" bIns="25920" anchor="ctr">
              <a:noAutofit/>
            </a:bodyPr>
            <a:lstStyle/>
            <a:p>
              <a:pPr defTabSz="914400">
                <a:lnSpc>
                  <a:spcPct val="100000"/>
                </a:lnSpc>
                <a:tabLst>
                  <a:tab pos="0" algn="l"/>
                </a:tabLst>
              </a:pPr>
              <a:endParaRPr lang="en-US" sz="1800" b="0" u="none" strike="noStrike">
                <a:solidFill>
                  <a:srgbClr val="FFFFFF"/>
                </a:solidFill>
                <a:effectLst/>
                <a:uFillTx/>
                <a:latin typeface="OpenSymbol"/>
              </a:endParaRPr>
            </a:p>
          </p:txBody>
        </p:sp>
        <p:sp>
          <p:nvSpPr>
            <p:cNvPr id="331" name="Google Shape;114;p8"/>
            <p:cNvSpPr/>
            <p:nvPr/>
          </p:nvSpPr>
          <p:spPr>
            <a:xfrm>
              <a:off x="2873880" y="723600"/>
              <a:ext cx="73440" cy="73440"/>
            </a:xfrm>
            <a:prstGeom prst="ellipse">
              <a:avLst/>
            </a:prstGeom>
            <a:solidFill>
              <a:schemeClr val="dk1"/>
            </a:solidFill>
            <a:ln w="0">
              <a:noFill/>
            </a:ln>
          </p:spPr>
          <p:style>
            <a:lnRef idx="0">
              <a:scrgbClr r="0" g="0" b="0"/>
            </a:lnRef>
            <a:fillRef idx="0">
              <a:scrgbClr r="0" g="0" b="0"/>
            </a:fillRef>
            <a:effectRef idx="0">
              <a:scrgbClr r="0" g="0" b="0"/>
            </a:effectRef>
            <a:fontRef idx="minor"/>
          </p:style>
          <p:txBody>
            <a:bodyPr tIns="25920" bIns="25920" anchor="ctr">
              <a:noAutofit/>
            </a:bodyPr>
            <a:lstStyle/>
            <a:p>
              <a:pPr defTabSz="914400">
                <a:lnSpc>
                  <a:spcPct val="100000"/>
                </a:lnSpc>
                <a:tabLst>
                  <a:tab pos="0" algn="l"/>
                </a:tabLst>
              </a:pPr>
              <a:endParaRPr lang="en-US" sz="1800" b="0" u="none" strike="noStrike">
                <a:solidFill>
                  <a:srgbClr val="FFFFFF"/>
                </a:solidFill>
                <a:effectLst/>
                <a:uFillTx/>
                <a:latin typeface="OpenSymbol"/>
              </a:endParaRPr>
            </a:p>
          </p:txBody>
        </p:sp>
        <p:sp>
          <p:nvSpPr>
            <p:cNvPr id="332" name="Google Shape;115;p8"/>
            <p:cNvSpPr/>
            <p:nvPr/>
          </p:nvSpPr>
          <p:spPr>
            <a:xfrm>
              <a:off x="3078000" y="723600"/>
              <a:ext cx="73440" cy="73440"/>
            </a:xfrm>
            <a:prstGeom prst="ellipse">
              <a:avLst/>
            </a:prstGeom>
            <a:solidFill>
              <a:schemeClr val="dk1"/>
            </a:solidFill>
            <a:ln w="0">
              <a:noFill/>
            </a:ln>
          </p:spPr>
          <p:style>
            <a:lnRef idx="0">
              <a:scrgbClr r="0" g="0" b="0"/>
            </a:lnRef>
            <a:fillRef idx="0">
              <a:scrgbClr r="0" g="0" b="0"/>
            </a:fillRef>
            <a:effectRef idx="0">
              <a:scrgbClr r="0" g="0" b="0"/>
            </a:effectRef>
            <a:fontRef idx="minor"/>
          </p:style>
          <p:txBody>
            <a:bodyPr tIns="25920" bIns="25920" anchor="ctr">
              <a:noAutofit/>
            </a:bodyPr>
            <a:lstStyle/>
            <a:p>
              <a:pPr defTabSz="914400">
                <a:lnSpc>
                  <a:spcPct val="100000"/>
                </a:lnSpc>
                <a:tabLst>
                  <a:tab pos="0" algn="l"/>
                </a:tabLst>
              </a:pPr>
              <a:endParaRPr lang="en-US" sz="1800" b="0" u="none" strike="noStrike">
                <a:solidFill>
                  <a:srgbClr val="FFFFFF"/>
                </a:solidFill>
                <a:effectLst/>
                <a:uFillTx/>
                <a:latin typeface="OpenSymbol"/>
              </a:endParaRPr>
            </a:p>
          </p:txBody>
        </p:sp>
        <p:sp>
          <p:nvSpPr>
            <p:cNvPr id="333" name="Google Shape;116;p8"/>
            <p:cNvSpPr/>
            <p:nvPr/>
          </p:nvSpPr>
          <p:spPr>
            <a:xfrm>
              <a:off x="3282120" y="723600"/>
              <a:ext cx="73440" cy="73440"/>
            </a:xfrm>
            <a:prstGeom prst="ellipse">
              <a:avLst/>
            </a:prstGeom>
            <a:solidFill>
              <a:schemeClr val="dk1"/>
            </a:solidFill>
            <a:ln w="0">
              <a:noFill/>
            </a:ln>
          </p:spPr>
          <p:style>
            <a:lnRef idx="0">
              <a:scrgbClr r="0" g="0" b="0"/>
            </a:lnRef>
            <a:fillRef idx="0">
              <a:scrgbClr r="0" g="0" b="0"/>
            </a:fillRef>
            <a:effectRef idx="0">
              <a:scrgbClr r="0" g="0" b="0"/>
            </a:effectRef>
            <a:fontRef idx="minor"/>
          </p:style>
          <p:txBody>
            <a:bodyPr tIns="25920" bIns="25920" anchor="ctr">
              <a:noAutofit/>
            </a:bodyPr>
            <a:lstStyle/>
            <a:p>
              <a:pPr defTabSz="914400">
                <a:lnSpc>
                  <a:spcPct val="100000"/>
                </a:lnSpc>
                <a:tabLst>
                  <a:tab pos="0" algn="l"/>
                </a:tabLst>
              </a:pPr>
              <a:endParaRPr lang="en-US" sz="1800" b="0" u="none" strike="noStrike">
                <a:solidFill>
                  <a:srgbClr val="FFFFFF"/>
                </a:solidFill>
                <a:effectLst/>
                <a:uFillTx/>
                <a:latin typeface="OpenSymbol"/>
              </a:endParaRPr>
            </a:p>
          </p:txBody>
        </p:sp>
        <p:sp>
          <p:nvSpPr>
            <p:cNvPr id="334" name="Google Shape;117;p8"/>
            <p:cNvSpPr/>
            <p:nvPr/>
          </p:nvSpPr>
          <p:spPr>
            <a:xfrm>
              <a:off x="3486240" y="723600"/>
              <a:ext cx="73440" cy="73440"/>
            </a:xfrm>
            <a:prstGeom prst="ellipse">
              <a:avLst/>
            </a:prstGeom>
            <a:solidFill>
              <a:schemeClr val="dk1"/>
            </a:solidFill>
            <a:ln w="0">
              <a:noFill/>
            </a:ln>
          </p:spPr>
          <p:style>
            <a:lnRef idx="0">
              <a:scrgbClr r="0" g="0" b="0"/>
            </a:lnRef>
            <a:fillRef idx="0">
              <a:scrgbClr r="0" g="0" b="0"/>
            </a:fillRef>
            <a:effectRef idx="0">
              <a:scrgbClr r="0" g="0" b="0"/>
            </a:effectRef>
            <a:fontRef idx="minor"/>
          </p:style>
          <p:txBody>
            <a:bodyPr tIns="25920" bIns="25920" anchor="ctr">
              <a:noAutofit/>
            </a:bodyPr>
            <a:lstStyle/>
            <a:p>
              <a:pPr defTabSz="914400">
                <a:lnSpc>
                  <a:spcPct val="100000"/>
                </a:lnSpc>
                <a:tabLst>
                  <a:tab pos="0" algn="l"/>
                </a:tabLst>
              </a:pPr>
              <a:endParaRPr lang="en-US" sz="1800" b="0" u="none" strike="noStrike">
                <a:solidFill>
                  <a:srgbClr val="FFFFFF"/>
                </a:solidFill>
                <a:effectLst/>
                <a:uFillTx/>
                <a:latin typeface="OpenSymbol"/>
              </a:endParaRPr>
            </a:p>
          </p:txBody>
        </p:sp>
      </p:grpSp>
    </p:spTree>
  </p:cSld>
  <p:clrMapOvr>
    <a:masterClrMapping/>
  </p:clrMapOvr>
</p:sldLayout>
</file>

<file path=ppt/slideLayouts/slideLayout24.xml><?xml version="1.0" encoding="utf-8"?>
<p:sldLayout xmlns:a="http://schemas.openxmlformats.org/drawingml/2006/main" xmlns:r="http://schemas.openxmlformats.org/officeDocument/2006/relationships" xmlns:p="http://schemas.openxmlformats.org/presentationml/2006/main" type="blank" preserve="1">
  <p:cSld name="SECTION_TITLE_AND_DESCRIPTION">
    <p:bg>
      <p:bgPr>
        <a:solidFill>
          <a:schemeClr val="lt1"/>
        </a:solidFill>
        <a:effectLst/>
      </p:bgPr>
    </p:bg>
    <p:spTree>
      <p:nvGrpSpPr>
        <p:cNvPr id="1" name=""/>
        <p:cNvGrpSpPr/>
        <p:nvPr/>
      </p:nvGrpSpPr>
      <p:grpSpPr>
        <a:xfrm>
          <a:off x="0" y="0"/>
          <a:ext cx="0" cy="0"/>
          <a:chOff x="0" y="0"/>
          <a:chExt cx="0" cy="0"/>
        </a:xfrm>
      </p:grpSpPr>
      <p:sp>
        <p:nvSpPr>
          <p:cNvPr id="335" name="PlaceHolder 1"/>
          <p:cNvSpPr>
            <a:spLocks noGrp="1"/>
          </p:cNvSpPr>
          <p:nvPr>
            <p:ph type="title"/>
          </p:nvPr>
        </p:nvSpPr>
        <p:spPr>
          <a:xfrm>
            <a:off x="713160" y="1013400"/>
            <a:ext cx="6993720" cy="814680"/>
          </a:xfrm>
          <a:prstGeom prst="rect">
            <a:avLst/>
          </a:prstGeom>
          <a:noFill/>
          <a:ln w="0">
            <a:noFill/>
          </a:ln>
        </p:spPr>
        <p:txBody>
          <a:bodyPr lIns="91440" tIns="91440" rIns="91440" bIns="91440" anchor="t">
            <a:noAutofit/>
          </a:bodyPr>
          <a:lstStyle/>
          <a:p>
            <a:pPr indent="0">
              <a:buNone/>
            </a:pPr>
            <a:r>
              <a:rPr lang="fr-FR" sz="3200" b="0" u="none" strike="noStrike">
                <a:solidFill>
                  <a:schemeClr val="dk1"/>
                </a:solidFill>
                <a:effectLst/>
                <a:uFillTx/>
                <a:latin typeface="Arial"/>
              </a:rPr>
              <a:t>Click to edit the title text format</a:t>
            </a:r>
          </a:p>
        </p:txBody>
      </p:sp>
      <p:grpSp>
        <p:nvGrpSpPr>
          <p:cNvPr id="336" name="Google Shape;121;p9"/>
          <p:cNvGrpSpPr/>
          <p:nvPr/>
        </p:nvGrpSpPr>
        <p:grpSpPr>
          <a:xfrm>
            <a:off x="6687360" y="-258840"/>
            <a:ext cx="2947320" cy="5031720"/>
            <a:chOff x="6687360" y="-258840"/>
            <a:chExt cx="2947320" cy="5031720"/>
          </a:xfrm>
        </p:grpSpPr>
        <p:grpSp>
          <p:nvGrpSpPr>
            <p:cNvPr id="337" name="Google Shape;122;p9"/>
            <p:cNvGrpSpPr/>
            <p:nvPr/>
          </p:nvGrpSpPr>
          <p:grpSpPr>
            <a:xfrm>
              <a:off x="7260480" y="4515480"/>
              <a:ext cx="1309680" cy="257400"/>
              <a:chOff x="7260480" y="4515480"/>
              <a:chExt cx="1309680" cy="257400"/>
            </a:xfrm>
          </p:grpSpPr>
          <p:sp>
            <p:nvSpPr>
              <p:cNvPr id="338" name="Google Shape;123;p9"/>
              <p:cNvSpPr/>
              <p:nvPr/>
            </p:nvSpPr>
            <p:spPr>
              <a:xfrm flipV="1">
                <a:off x="7680240" y="4699440"/>
                <a:ext cx="73440" cy="73440"/>
              </a:xfrm>
              <a:prstGeom prst="ellipse">
                <a:avLst/>
              </a:prstGeom>
              <a:solidFill>
                <a:schemeClr val="dk1"/>
              </a:solidFill>
              <a:ln w="0">
                <a:noFill/>
              </a:ln>
            </p:spPr>
            <p:style>
              <a:lnRef idx="0">
                <a:scrgbClr r="0" g="0" b="0"/>
              </a:lnRef>
              <a:fillRef idx="0">
                <a:scrgbClr r="0" g="0" b="0"/>
              </a:fillRef>
              <a:effectRef idx="0">
                <a:scrgbClr r="0" g="0" b="0"/>
              </a:effectRef>
              <a:fontRef idx="minor"/>
            </p:style>
            <p:txBody>
              <a:bodyPr tIns="25920" bIns="25920" anchor="ctr">
                <a:noAutofit/>
              </a:bodyPr>
              <a:lstStyle/>
              <a:p>
                <a:pPr defTabSz="914400">
                  <a:lnSpc>
                    <a:spcPct val="100000"/>
                  </a:lnSpc>
                  <a:tabLst>
                    <a:tab pos="0" algn="l"/>
                  </a:tabLst>
                </a:pPr>
                <a:endParaRPr lang="en-US" sz="1800" b="0" u="none" strike="noStrike">
                  <a:solidFill>
                    <a:srgbClr val="FFFFFF"/>
                  </a:solidFill>
                  <a:effectLst/>
                  <a:uFillTx/>
                  <a:latin typeface="OpenSymbol"/>
                </a:endParaRPr>
              </a:p>
            </p:txBody>
          </p:sp>
          <p:sp>
            <p:nvSpPr>
              <p:cNvPr id="339" name="Google Shape;124;p9"/>
              <p:cNvSpPr/>
              <p:nvPr/>
            </p:nvSpPr>
            <p:spPr>
              <a:xfrm flipV="1">
                <a:off x="7884360" y="4699440"/>
                <a:ext cx="73440" cy="73440"/>
              </a:xfrm>
              <a:prstGeom prst="ellipse">
                <a:avLst/>
              </a:prstGeom>
              <a:solidFill>
                <a:schemeClr val="dk1"/>
              </a:solidFill>
              <a:ln w="0">
                <a:noFill/>
              </a:ln>
            </p:spPr>
            <p:style>
              <a:lnRef idx="0">
                <a:scrgbClr r="0" g="0" b="0"/>
              </a:lnRef>
              <a:fillRef idx="0">
                <a:scrgbClr r="0" g="0" b="0"/>
              </a:fillRef>
              <a:effectRef idx="0">
                <a:scrgbClr r="0" g="0" b="0"/>
              </a:effectRef>
              <a:fontRef idx="minor"/>
            </p:style>
            <p:txBody>
              <a:bodyPr tIns="25920" bIns="25920" anchor="ctr">
                <a:noAutofit/>
              </a:bodyPr>
              <a:lstStyle/>
              <a:p>
                <a:pPr defTabSz="914400">
                  <a:lnSpc>
                    <a:spcPct val="100000"/>
                  </a:lnSpc>
                  <a:tabLst>
                    <a:tab pos="0" algn="l"/>
                  </a:tabLst>
                </a:pPr>
                <a:endParaRPr lang="en-US" sz="1800" b="0" u="none" strike="noStrike">
                  <a:solidFill>
                    <a:srgbClr val="FFFFFF"/>
                  </a:solidFill>
                  <a:effectLst/>
                  <a:uFillTx/>
                  <a:latin typeface="OpenSymbol"/>
                </a:endParaRPr>
              </a:p>
            </p:txBody>
          </p:sp>
          <p:sp>
            <p:nvSpPr>
              <p:cNvPr id="340" name="Google Shape;125;p9"/>
              <p:cNvSpPr/>
              <p:nvPr/>
            </p:nvSpPr>
            <p:spPr>
              <a:xfrm flipV="1">
                <a:off x="8088480" y="4699440"/>
                <a:ext cx="73440" cy="73440"/>
              </a:xfrm>
              <a:prstGeom prst="ellipse">
                <a:avLst/>
              </a:prstGeom>
              <a:solidFill>
                <a:schemeClr val="dk1"/>
              </a:solidFill>
              <a:ln w="0">
                <a:noFill/>
              </a:ln>
            </p:spPr>
            <p:style>
              <a:lnRef idx="0">
                <a:scrgbClr r="0" g="0" b="0"/>
              </a:lnRef>
              <a:fillRef idx="0">
                <a:scrgbClr r="0" g="0" b="0"/>
              </a:fillRef>
              <a:effectRef idx="0">
                <a:scrgbClr r="0" g="0" b="0"/>
              </a:effectRef>
              <a:fontRef idx="minor"/>
            </p:style>
            <p:txBody>
              <a:bodyPr tIns="25920" bIns="25920" anchor="ctr">
                <a:noAutofit/>
              </a:bodyPr>
              <a:lstStyle/>
              <a:p>
                <a:pPr defTabSz="914400">
                  <a:lnSpc>
                    <a:spcPct val="100000"/>
                  </a:lnSpc>
                  <a:tabLst>
                    <a:tab pos="0" algn="l"/>
                  </a:tabLst>
                </a:pPr>
                <a:endParaRPr lang="en-US" sz="1800" b="0" u="none" strike="noStrike">
                  <a:solidFill>
                    <a:srgbClr val="FFFFFF"/>
                  </a:solidFill>
                  <a:effectLst/>
                  <a:uFillTx/>
                  <a:latin typeface="OpenSymbol"/>
                </a:endParaRPr>
              </a:p>
            </p:txBody>
          </p:sp>
          <p:sp>
            <p:nvSpPr>
              <p:cNvPr id="341" name="Google Shape;126;p9"/>
              <p:cNvSpPr/>
              <p:nvPr/>
            </p:nvSpPr>
            <p:spPr>
              <a:xfrm flipV="1">
                <a:off x="8292600" y="4699440"/>
                <a:ext cx="73440" cy="73440"/>
              </a:xfrm>
              <a:prstGeom prst="ellipse">
                <a:avLst/>
              </a:prstGeom>
              <a:solidFill>
                <a:schemeClr val="dk1"/>
              </a:solidFill>
              <a:ln w="0">
                <a:noFill/>
              </a:ln>
            </p:spPr>
            <p:style>
              <a:lnRef idx="0">
                <a:scrgbClr r="0" g="0" b="0"/>
              </a:lnRef>
              <a:fillRef idx="0">
                <a:scrgbClr r="0" g="0" b="0"/>
              </a:fillRef>
              <a:effectRef idx="0">
                <a:scrgbClr r="0" g="0" b="0"/>
              </a:effectRef>
              <a:fontRef idx="minor"/>
            </p:style>
            <p:txBody>
              <a:bodyPr tIns="25920" bIns="25920" anchor="ctr">
                <a:noAutofit/>
              </a:bodyPr>
              <a:lstStyle/>
              <a:p>
                <a:pPr defTabSz="914400">
                  <a:lnSpc>
                    <a:spcPct val="100000"/>
                  </a:lnSpc>
                  <a:tabLst>
                    <a:tab pos="0" algn="l"/>
                  </a:tabLst>
                </a:pPr>
                <a:endParaRPr lang="en-US" sz="1800" b="0" u="none" strike="noStrike">
                  <a:solidFill>
                    <a:srgbClr val="FFFFFF"/>
                  </a:solidFill>
                  <a:effectLst/>
                  <a:uFillTx/>
                  <a:latin typeface="OpenSymbol"/>
                </a:endParaRPr>
              </a:p>
            </p:txBody>
          </p:sp>
          <p:sp>
            <p:nvSpPr>
              <p:cNvPr id="342" name="Google Shape;127;p9"/>
              <p:cNvSpPr/>
              <p:nvPr/>
            </p:nvSpPr>
            <p:spPr>
              <a:xfrm flipV="1">
                <a:off x="8496720" y="4699440"/>
                <a:ext cx="73440" cy="73440"/>
              </a:xfrm>
              <a:prstGeom prst="ellipse">
                <a:avLst/>
              </a:prstGeom>
              <a:solidFill>
                <a:schemeClr val="dk1"/>
              </a:solidFill>
              <a:ln w="0">
                <a:noFill/>
              </a:ln>
            </p:spPr>
            <p:style>
              <a:lnRef idx="0">
                <a:scrgbClr r="0" g="0" b="0"/>
              </a:lnRef>
              <a:fillRef idx="0">
                <a:scrgbClr r="0" g="0" b="0"/>
              </a:fillRef>
              <a:effectRef idx="0">
                <a:scrgbClr r="0" g="0" b="0"/>
              </a:effectRef>
              <a:fontRef idx="minor"/>
            </p:style>
            <p:txBody>
              <a:bodyPr tIns="25920" bIns="25920" anchor="ctr">
                <a:noAutofit/>
              </a:bodyPr>
              <a:lstStyle/>
              <a:p>
                <a:pPr defTabSz="914400">
                  <a:lnSpc>
                    <a:spcPct val="100000"/>
                  </a:lnSpc>
                  <a:tabLst>
                    <a:tab pos="0" algn="l"/>
                  </a:tabLst>
                </a:pPr>
                <a:endParaRPr lang="en-US" sz="1800" b="0" u="none" strike="noStrike">
                  <a:solidFill>
                    <a:srgbClr val="FFFFFF"/>
                  </a:solidFill>
                  <a:effectLst/>
                  <a:uFillTx/>
                  <a:latin typeface="OpenSymbol"/>
                </a:endParaRPr>
              </a:p>
            </p:txBody>
          </p:sp>
          <p:sp>
            <p:nvSpPr>
              <p:cNvPr id="343" name="Google Shape;128;p9"/>
              <p:cNvSpPr/>
              <p:nvPr/>
            </p:nvSpPr>
            <p:spPr>
              <a:xfrm flipV="1">
                <a:off x="7260480" y="4515480"/>
                <a:ext cx="73440" cy="73440"/>
              </a:xfrm>
              <a:prstGeom prst="ellipse">
                <a:avLst/>
              </a:prstGeom>
              <a:solidFill>
                <a:schemeClr val="dk1"/>
              </a:solidFill>
              <a:ln w="0">
                <a:noFill/>
              </a:ln>
            </p:spPr>
            <p:style>
              <a:lnRef idx="0">
                <a:scrgbClr r="0" g="0" b="0"/>
              </a:lnRef>
              <a:fillRef idx="0">
                <a:scrgbClr r="0" g="0" b="0"/>
              </a:fillRef>
              <a:effectRef idx="0">
                <a:scrgbClr r="0" g="0" b="0"/>
              </a:effectRef>
              <a:fontRef idx="minor"/>
            </p:style>
            <p:txBody>
              <a:bodyPr tIns="25920" bIns="25920" anchor="ctr">
                <a:noAutofit/>
              </a:bodyPr>
              <a:lstStyle/>
              <a:p>
                <a:pPr defTabSz="914400">
                  <a:lnSpc>
                    <a:spcPct val="100000"/>
                  </a:lnSpc>
                  <a:tabLst>
                    <a:tab pos="0" algn="l"/>
                  </a:tabLst>
                </a:pPr>
                <a:endParaRPr lang="en-US" sz="1800" b="0" u="none" strike="noStrike">
                  <a:solidFill>
                    <a:srgbClr val="FFFFFF"/>
                  </a:solidFill>
                  <a:effectLst/>
                  <a:uFillTx/>
                  <a:latin typeface="OpenSymbol"/>
                </a:endParaRPr>
              </a:p>
            </p:txBody>
          </p:sp>
          <p:sp>
            <p:nvSpPr>
              <p:cNvPr id="344" name="Google Shape;129;p9"/>
              <p:cNvSpPr/>
              <p:nvPr/>
            </p:nvSpPr>
            <p:spPr>
              <a:xfrm flipV="1">
                <a:off x="7464600" y="4515480"/>
                <a:ext cx="73440" cy="73440"/>
              </a:xfrm>
              <a:prstGeom prst="ellipse">
                <a:avLst/>
              </a:prstGeom>
              <a:solidFill>
                <a:schemeClr val="dk1"/>
              </a:solidFill>
              <a:ln w="0">
                <a:noFill/>
              </a:ln>
            </p:spPr>
            <p:style>
              <a:lnRef idx="0">
                <a:scrgbClr r="0" g="0" b="0"/>
              </a:lnRef>
              <a:fillRef idx="0">
                <a:scrgbClr r="0" g="0" b="0"/>
              </a:fillRef>
              <a:effectRef idx="0">
                <a:scrgbClr r="0" g="0" b="0"/>
              </a:effectRef>
              <a:fontRef idx="minor"/>
            </p:style>
            <p:txBody>
              <a:bodyPr tIns="25920" bIns="25920" anchor="ctr">
                <a:noAutofit/>
              </a:bodyPr>
              <a:lstStyle/>
              <a:p>
                <a:pPr defTabSz="914400">
                  <a:lnSpc>
                    <a:spcPct val="100000"/>
                  </a:lnSpc>
                  <a:tabLst>
                    <a:tab pos="0" algn="l"/>
                  </a:tabLst>
                </a:pPr>
                <a:endParaRPr lang="en-US" sz="1800" b="0" u="none" strike="noStrike">
                  <a:solidFill>
                    <a:srgbClr val="FFFFFF"/>
                  </a:solidFill>
                  <a:effectLst/>
                  <a:uFillTx/>
                  <a:latin typeface="OpenSymbol"/>
                </a:endParaRPr>
              </a:p>
            </p:txBody>
          </p:sp>
          <p:sp>
            <p:nvSpPr>
              <p:cNvPr id="345" name="Google Shape;130;p9"/>
              <p:cNvSpPr/>
              <p:nvPr/>
            </p:nvSpPr>
            <p:spPr>
              <a:xfrm flipV="1">
                <a:off x="7668720" y="4515480"/>
                <a:ext cx="73440" cy="73440"/>
              </a:xfrm>
              <a:prstGeom prst="ellipse">
                <a:avLst/>
              </a:prstGeom>
              <a:solidFill>
                <a:schemeClr val="dk1"/>
              </a:solidFill>
              <a:ln w="0">
                <a:noFill/>
              </a:ln>
            </p:spPr>
            <p:style>
              <a:lnRef idx="0">
                <a:scrgbClr r="0" g="0" b="0"/>
              </a:lnRef>
              <a:fillRef idx="0">
                <a:scrgbClr r="0" g="0" b="0"/>
              </a:fillRef>
              <a:effectRef idx="0">
                <a:scrgbClr r="0" g="0" b="0"/>
              </a:effectRef>
              <a:fontRef idx="minor"/>
            </p:style>
            <p:txBody>
              <a:bodyPr tIns="25920" bIns="25920" anchor="ctr">
                <a:noAutofit/>
              </a:bodyPr>
              <a:lstStyle/>
              <a:p>
                <a:pPr defTabSz="914400">
                  <a:lnSpc>
                    <a:spcPct val="100000"/>
                  </a:lnSpc>
                  <a:tabLst>
                    <a:tab pos="0" algn="l"/>
                  </a:tabLst>
                </a:pPr>
                <a:endParaRPr lang="en-US" sz="1800" b="0" u="none" strike="noStrike">
                  <a:solidFill>
                    <a:srgbClr val="FFFFFF"/>
                  </a:solidFill>
                  <a:effectLst/>
                  <a:uFillTx/>
                  <a:latin typeface="OpenSymbol"/>
                </a:endParaRPr>
              </a:p>
            </p:txBody>
          </p:sp>
          <p:sp>
            <p:nvSpPr>
              <p:cNvPr id="346" name="Google Shape;131;p9"/>
              <p:cNvSpPr/>
              <p:nvPr/>
            </p:nvSpPr>
            <p:spPr>
              <a:xfrm flipV="1">
                <a:off x="7872840" y="4515480"/>
                <a:ext cx="73440" cy="73440"/>
              </a:xfrm>
              <a:prstGeom prst="ellipse">
                <a:avLst/>
              </a:prstGeom>
              <a:solidFill>
                <a:schemeClr val="dk1"/>
              </a:solidFill>
              <a:ln w="0">
                <a:noFill/>
              </a:ln>
            </p:spPr>
            <p:style>
              <a:lnRef idx="0">
                <a:scrgbClr r="0" g="0" b="0"/>
              </a:lnRef>
              <a:fillRef idx="0">
                <a:scrgbClr r="0" g="0" b="0"/>
              </a:fillRef>
              <a:effectRef idx="0">
                <a:scrgbClr r="0" g="0" b="0"/>
              </a:effectRef>
              <a:fontRef idx="minor"/>
            </p:style>
            <p:txBody>
              <a:bodyPr tIns="25920" bIns="25920" anchor="ctr">
                <a:noAutofit/>
              </a:bodyPr>
              <a:lstStyle/>
              <a:p>
                <a:pPr defTabSz="914400">
                  <a:lnSpc>
                    <a:spcPct val="100000"/>
                  </a:lnSpc>
                  <a:tabLst>
                    <a:tab pos="0" algn="l"/>
                  </a:tabLst>
                </a:pPr>
                <a:endParaRPr lang="en-US" sz="1800" b="0" u="none" strike="noStrike">
                  <a:solidFill>
                    <a:srgbClr val="FFFFFF"/>
                  </a:solidFill>
                  <a:effectLst/>
                  <a:uFillTx/>
                  <a:latin typeface="OpenSymbol"/>
                </a:endParaRPr>
              </a:p>
            </p:txBody>
          </p:sp>
          <p:sp>
            <p:nvSpPr>
              <p:cNvPr id="347" name="Google Shape;132;p9"/>
              <p:cNvSpPr/>
              <p:nvPr/>
            </p:nvSpPr>
            <p:spPr>
              <a:xfrm flipV="1">
                <a:off x="8076960" y="4515480"/>
                <a:ext cx="73440" cy="73440"/>
              </a:xfrm>
              <a:prstGeom prst="ellipse">
                <a:avLst/>
              </a:prstGeom>
              <a:solidFill>
                <a:schemeClr val="dk1"/>
              </a:solidFill>
              <a:ln w="0">
                <a:noFill/>
              </a:ln>
            </p:spPr>
            <p:style>
              <a:lnRef idx="0">
                <a:scrgbClr r="0" g="0" b="0"/>
              </a:lnRef>
              <a:fillRef idx="0">
                <a:scrgbClr r="0" g="0" b="0"/>
              </a:fillRef>
              <a:effectRef idx="0">
                <a:scrgbClr r="0" g="0" b="0"/>
              </a:effectRef>
              <a:fontRef idx="minor"/>
            </p:style>
            <p:txBody>
              <a:bodyPr tIns="25920" bIns="25920" anchor="ctr">
                <a:noAutofit/>
              </a:bodyPr>
              <a:lstStyle/>
              <a:p>
                <a:pPr defTabSz="914400">
                  <a:lnSpc>
                    <a:spcPct val="100000"/>
                  </a:lnSpc>
                  <a:tabLst>
                    <a:tab pos="0" algn="l"/>
                  </a:tabLst>
                </a:pPr>
                <a:endParaRPr lang="en-US" sz="1800" b="0" u="none" strike="noStrike">
                  <a:solidFill>
                    <a:srgbClr val="FFFFFF"/>
                  </a:solidFill>
                  <a:effectLst/>
                  <a:uFillTx/>
                  <a:latin typeface="OpenSymbol"/>
                </a:endParaRPr>
              </a:p>
            </p:txBody>
          </p:sp>
        </p:grpSp>
        <p:grpSp>
          <p:nvGrpSpPr>
            <p:cNvPr id="348" name="Google Shape;133;p9"/>
            <p:cNvGrpSpPr/>
            <p:nvPr/>
          </p:nvGrpSpPr>
          <p:grpSpPr>
            <a:xfrm>
              <a:off x="6687360" y="-258840"/>
              <a:ext cx="2947320" cy="2776320"/>
              <a:chOff x="6687360" y="-258840"/>
              <a:chExt cx="2947320" cy="2776320"/>
            </a:xfrm>
          </p:grpSpPr>
          <p:sp>
            <p:nvSpPr>
              <p:cNvPr id="349" name="Google Shape;134;p9"/>
              <p:cNvSpPr/>
              <p:nvPr/>
            </p:nvSpPr>
            <p:spPr>
              <a:xfrm rot="10800000">
                <a:off x="6687360" y="-15120"/>
                <a:ext cx="2456640" cy="2446920"/>
              </a:xfrm>
              <a:prstGeom prst="rtTriangle">
                <a:avLst/>
              </a:prstGeom>
              <a:solidFill>
                <a:schemeClr val="dk1"/>
              </a:solidFill>
              <a:ln w="0">
                <a:noFill/>
              </a:ln>
            </p:spPr>
            <p:style>
              <a:lnRef idx="0">
                <a:scrgbClr r="0" g="0" b="0"/>
              </a:lnRef>
              <a:fillRef idx="0">
                <a:scrgbClr r="0" g="0" b="0"/>
              </a:fillRef>
              <a:effectRef idx="0">
                <a:scrgbClr r="0" g="0" b="0"/>
              </a:effectRef>
              <a:fontRef idx="minor"/>
            </p:style>
            <p:txBody>
              <a:bodyPr tIns="91440" bIns="91440" anchor="ctr">
                <a:noAutofit/>
              </a:bodyPr>
              <a:lstStyle/>
              <a:p>
                <a:pPr defTabSz="914400">
                  <a:lnSpc>
                    <a:spcPct val="100000"/>
                  </a:lnSpc>
                  <a:tabLst>
                    <a:tab pos="0" algn="l"/>
                  </a:tabLst>
                </a:pPr>
                <a:endParaRPr lang="en-US" sz="1800" b="0" u="none" strike="noStrike">
                  <a:solidFill>
                    <a:srgbClr val="FFFFFF"/>
                  </a:solidFill>
                  <a:effectLst/>
                  <a:uFillTx/>
                  <a:latin typeface="OpenSymbol"/>
                </a:endParaRPr>
              </a:p>
            </p:txBody>
          </p:sp>
          <p:sp>
            <p:nvSpPr>
              <p:cNvPr id="350" name="Google Shape;135;p9"/>
              <p:cNvSpPr/>
              <p:nvPr/>
            </p:nvSpPr>
            <p:spPr>
              <a:xfrm rot="13499400" flipH="1">
                <a:off x="7946280" y="807840"/>
                <a:ext cx="1779480" cy="477360"/>
              </a:xfrm>
              <a:prstGeom prst="roundRect">
                <a:avLst>
                  <a:gd name="adj" fmla="val 50000"/>
                </a:avLst>
              </a:prstGeom>
              <a:solidFill>
                <a:schemeClr val="dk2"/>
              </a:solidFill>
              <a:ln w="0">
                <a:noFill/>
              </a:ln>
            </p:spPr>
            <p:style>
              <a:lnRef idx="0">
                <a:scrgbClr r="0" g="0" b="0"/>
              </a:lnRef>
              <a:fillRef idx="0">
                <a:scrgbClr r="0" g="0" b="0"/>
              </a:fillRef>
              <a:effectRef idx="0">
                <a:scrgbClr r="0" g="0" b="0"/>
              </a:effectRef>
              <a:fontRef idx="minor"/>
            </p:style>
            <p:txBody>
              <a:bodyPr tIns="91440" bIns="91440" anchor="ctr">
                <a:noAutofit/>
              </a:bodyPr>
              <a:lstStyle/>
              <a:p>
                <a:pPr defTabSz="914400">
                  <a:lnSpc>
                    <a:spcPct val="100000"/>
                  </a:lnSpc>
                  <a:tabLst>
                    <a:tab pos="0" algn="l"/>
                  </a:tabLst>
                </a:pPr>
                <a:endParaRPr lang="en-US" sz="1800" b="0" u="none" strike="noStrike">
                  <a:solidFill>
                    <a:srgbClr val="000000"/>
                  </a:solidFill>
                  <a:effectLst/>
                  <a:uFillTx/>
                  <a:latin typeface="OpenSymbol"/>
                </a:endParaRPr>
              </a:p>
            </p:txBody>
          </p:sp>
          <p:sp>
            <p:nvSpPr>
              <p:cNvPr id="351" name="Google Shape;136;p9"/>
              <p:cNvSpPr/>
              <p:nvPr/>
            </p:nvSpPr>
            <p:spPr>
              <a:xfrm rot="13500000" flipH="1">
                <a:off x="6856920" y="76320"/>
                <a:ext cx="995760" cy="114480"/>
              </a:xfrm>
              <a:prstGeom prst="roundRect">
                <a:avLst>
                  <a:gd name="adj" fmla="val 50000"/>
                </a:avLst>
              </a:prstGeom>
              <a:solidFill>
                <a:schemeClr val="lt1"/>
              </a:solidFill>
              <a:ln w="0">
                <a:noFill/>
              </a:ln>
            </p:spPr>
            <p:style>
              <a:lnRef idx="0">
                <a:scrgbClr r="0" g="0" b="0"/>
              </a:lnRef>
              <a:fillRef idx="0">
                <a:scrgbClr r="0" g="0" b="0"/>
              </a:fillRef>
              <a:effectRef idx="0">
                <a:scrgbClr r="0" g="0" b="0"/>
              </a:effectRef>
              <a:fontRef idx="minor"/>
            </p:style>
            <p:txBody>
              <a:bodyPr tIns="40680" bIns="40680" anchor="ctr">
                <a:noAutofit/>
              </a:bodyPr>
              <a:lstStyle/>
              <a:p>
                <a:pPr defTabSz="914400">
                  <a:lnSpc>
                    <a:spcPct val="100000"/>
                  </a:lnSpc>
                  <a:tabLst>
                    <a:tab pos="0" algn="l"/>
                  </a:tabLst>
                </a:pPr>
                <a:endParaRPr lang="en-US" sz="1800" b="0" u="none" strike="noStrike">
                  <a:solidFill>
                    <a:srgbClr val="000000"/>
                  </a:solidFill>
                  <a:effectLst/>
                  <a:uFillTx/>
                  <a:latin typeface="OpenSymbol"/>
                </a:endParaRPr>
              </a:p>
            </p:txBody>
          </p:sp>
          <p:sp>
            <p:nvSpPr>
              <p:cNvPr id="352" name="Google Shape;137;p9"/>
              <p:cNvSpPr/>
              <p:nvPr/>
            </p:nvSpPr>
            <p:spPr>
              <a:xfrm rot="10800000" flipH="1">
                <a:off x="6962400" y="272160"/>
                <a:ext cx="1309320" cy="1309320"/>
              </a:xfrm>
              <a:prstGeom prst="ellipse">
                <a:avLst/>
              </a:prstGeom>
              <a:noFill/>
              <a:ln w="9525">
                <a:solidFill>
                  <a:srgbClr val="F8F8F8"/>
                </a:solidFill>
                <a:prstDash val="lgDash"/>
                <a:round/>
              </a:ln>
            </p:spPr>
            <p:style>
              <a:lnRef idx="0">
                <a:scrgbClr r="0" g="0" b="0"/>
              </a:lnRef>
              <a:fillRef idx="0">
                <a:scrgbClr r="0" g="0" b="0"/>
              </a:fillRef>
              <a:effectRef idx="0">
                <a:scrgbClr r="0" g="0" b="0"/>
              </a:effectRef>
              <a:fontRef idx="minor"/>
            </p:style>
            <p:txBody>
              <a:bodyPr tIns="91440" bIns="91440" anchor="ctr">
                <a:noAutofit/>
              </a:bodyPr>
              <a:lstStyle/>
              <a:p>
                <a:pPr defTabSz="914400">
                  <a:lnSpc>
                    <a:spcPct val="100000"/>
                  </a:lnSpc>
                  <a:tabLst>
                    <a:tab pos="0" algn="l"/>
                  </a:tabLst>
                </a:pPr>
                <a:endParaRPr lang="en-US" sz="1800" b="0" u="none" strike="noStrike">
                  <a:solidFill>
                    <a:srgbClr val="000000"/>
                  </a:solidFill>
                  <a:effectLst/>
                  <a:uFillTx/>
                  <a:latin typeface="OpenSymbol"/>
                </a:endParaRPr>
              </a:p>
            </p:txBody>
          </p:sp>
          <p:sp>
            <p:nvSpPr>
              <p:cNvPr id="353" name="Google Shape;138;p9"/>
              <p:cNvSpPr/>
              <p:nvPr/>
            </p:nvSpPr>
            <p:spPr>
              <a:xfrm rot="13499400" flipH="1">
                <a:off x="7652160" y="1609560"/>
                <a:ext cx="1779480" cy="326160"/>
              </a:xfrm>
              <a:prstGeom prst="roundRect">
                <a:avLst>
                  <a:gd name="adj" fmla="val 50000"/>
                </a:avLst>
              </a:prstGeom>
              <a:solidFill>
                <a:schemeClr val="lt2"/>
              </a:solidFill>
              <a:ln w="0">
                <a:noFill/>
              </a:ln>
            </p:spPr>
            <p:style>
              <a:lnRef idx="0">
                <a:scrgbClr r="0" g="0" b="0"/>
              </a:lnRef>
              <a:fillRef idx="0">
                <a:scrgbClr r="0" g="0" b="0"/>
              </a:fillRef>
              <a:effectRef idx="0">
                <a:scrgbClr r="0" g="0" b="0"/>
              </a:effectRef>
              <a:fontRef idx="minor"/>
            </p:style>
            <p:txBody>
              <a:bodyPr tIns="91440" bIns="91440" anchor="ctr">
                <a:noAutofit/>
              </a:bodyPr>
              <a:lstStyle/>
              <a:p>
                <a:pPr defTabSz="914400">
                  <a:lnSpc>
                    <a:spcPct val="100000"/>
                  </a:lnSpc>
                  <a:tabLst>
                    <a:tab pos="0" algn="l"/>
                  </a:tabLst>
                </a:pPr>
                <a:endParaRPr lang="en-US" sz="1800" b="0" u="none" strike="noStrike">
                  <a:solidFill>
                    <a:srgbClr val="FFFFFF"/>
                  </a:solidFill>
                  <a:effectLst/>
                  <a:uFillTx/>
                  <a:latin typeface="OpenSymbol"/>
                </a:endParaRPr>
              </a:p>
            </p:txBody>
          </p:sp>
        </p:grpSp>
      </p:grpSp>
    </p:spTree>
  </p:cSld>
  <p:clrMapOvr>
    <a:masterClrMapping/>
  </p:clrMapOvr>
</p:sldLayout>
</file>

<file path=ppt/slideLayouts/slideLayout25.xml><?xml version="1.0" encoding="utf-8"?>
<p:sldLayout xmlns:a="http://schemas.openxmlformats.org/drawingml/2006/main" xmlns:r="http://schemas.openxmlformats.org/officeDocument/2006/relationships" xmlns:p="http://schemas.openxmlformats.org/presentationml/2006/main" type="blank" preserve="1">
  <p:cSld name="CAPTION_ONLY">
    <p:bg>
      <p:bgPr>
        <a:solidFill>
          <a:schemeClr val="lt1"/>
        </a:solidFill>
        <a:effectLst/>
      </p:bgPr>
    </p:bg>
    <p:spTree>
      <p:nvGrpSpPr>
        <p:cNvPr id="1" name=""/>
        <p:cNvGrpSpPr/>
        <p:nvPr/>
      </p:nvGrpSpPr>
      <p:grpSpPr>
        <a:xfrm>
          <a:off x="0" y="0"/>
          <a:ext cx="0" cy="0"/>
          <a:chOff x="0" y="0"/>
          <a:chExt cx="0" cy="0"/>
        </a:xfrm>
      </p:grpSpPr>
      <p:sp>
        <p:nvSpPr>
          <p:cNvPr id="354" name="PlaceHolder 1"/>
          <p:cNvSpPr>
            <a:spLocks noGrp="1"/>
          </p:cNvSpPr>
          <p:nvPr>
            <p:ph type="body"/>
          </p:nvPr>
        </p:nvSpPr>
        <p:spPr>
          <a:xfrm>
            <a:off x="0" y="0"/>
            <a:ext cx="9143640" cy="5143320"/>
          </a:xfrm>
          <a:prstGeom prst="rect">
            <a:avLst/>
          </a:prstGeom>
          <a:noFill/>
          <a:ln w="0">
            <a:noFill/>
          </a:ln>
        </p:spPr>
        <p:txBody>
          <a:bodyPr lIns="90000" tIns="45000" rIns="90000" bIns="45000" anchor="t">
            <a:normAutofit/>
          </a:bodyPr>
          <a:lstStyle/>
          <a:p>
            <a:pPr marL="432000" indent="-324000">
              <a:spcBef>
                <a:spcPts val="1417"/>
              </a:spcBef>
              <a:buClr>
                <a:srgbClr val="000000"/>
              </a:buClr>
              <a:buSzPct val="45000"/>
              <a:buFont typeface="Wingdings" charset="2"/>
              <a:buChar char=""/>
            </a:pPr>
            <a:r>
              <a:rPr lang="fr-FR" sz="1800" b="0" u="none" strike="noStrike">
                <a:solidFill>
                  <a:srgbClr val="000000"/>
                </a:solidFill>
                <a:effectLst/>
                <a:uFillTx/>
                <a:latin typeface="Arial"/>
              </a:rPr>
              <a:t>Click to edit the outline text format</a:t>
            </a:r>
          </a:p>
          <a:p>
            <a:pPr marL="864000" lvl="1" indent="-324000">
              <a:spcBef>
                <a:spcPts val="1134"/>
              </a:spcBef>
              <a:buClr>
                <a:srgbClr val="000000"/>
              </a:buClr>
              <a:buSzPct val="75000"/>
              <a:buFont typeface="Symbol" charset="2"/>
              <a:buChar char=""/>
            </a:pPr>
            <a:r>
              <a:rPr lang="fr-FR" sz="1800" b="0" u="none" strike="noStrike">
                <a:solidFill>
                  <a:srgbClr val="000000"/>
                </a:solidFill>
                <a:effectLst/>
                <a:uFillTx/>
                <a:latin typeface="Arial"/>
              </a:rPr>
              <a:t>Second Outline Level</a:t>
            </a:r>
          </a:p>
          <a:p>
            <a:pPr marL="1296000" lvl="2" indent="-288000">
              <a:spcBef>
                <a:spcPts val="850"/>
              </a:spcBef>
              <a:buClr>
                <a:srgbClr val="000000"/>
              </a:buClr>
              <a:buSzPct val="45000"/>
              <a:buFont typeface="Wingdings" charset="2"/>
              <a:buChar char=""/>
            </a:pPr>
            <a:r>
              <a:rPr lang="fr-FR" sz="1800" b="0" u="none" strike="noStrike">
                <a:solidFill>
                  <a:srgbClr val="000000"/>
                </a:solidFill>
                <a:effectLst/>
                <a:uFillTx/>
                <a:latin typeface="Arial"/>
              </a:rPr>
              <a:t>Third Outline Level</a:t>
            </a:r>
          </a:p>
          <a:p>
            <a:pPr marL="1728000" lvl="3" indent="-216000">
              <a:spcBef>
                <a:spcPts val="567"/>
              </a:spcBef>
              <a:buClr>
                <a:srgbClr val="000000"/>
              </a:buClr>
              <a:buSzPct val="75000"/>
              <a:buFont typeface="Symbol" charset="2"/>
              <a:buChar char=""/>
            </a:pPr>
            <a:r>
              <a:rPr lang="fr-FR" sz="1800" b="0" u="none" strike="noStrike">
                <a:solidFill>
                  <a:srgbClr val="000000"/>
                </a:solidFill>
                <a:effectLst/>
                <a:uFillTx/>
                <a:latin typeface="Arial"/>
              </a:rPr>
              <a:t>Fourth Outline Level</a:t>
            </a:r>
          </a:p>
          <a:p>
            <a:pPr marL="2160000" lvl="4" indent="-216000">
              <a:spcBef>
                <a:spcPts val="283"/>
              </a:spcBef>
              <a:buClr>
                <a:srgbClr val="000000"/>
              </a:buClr>
              <a:buSzPct val="45000"/>
              <a:buFont typeface="Wingdings" charset="2"/>
              <a:buChar char=""/>
            </a:pPr>
            <a:r>
              <a:rPr lang="fr-FR" sz="1800" b="0" u="none" strike="noStrike">
                <a:solidFill>
                  <a:srgbClr val="000000"/>
                </a:solidFill>
                <a:effectLst/>
                <a:uFillTx/>
                <a:latin typeface="Arial"/>
              </a:rPr>
              <a:t>Fifth Outline Level</a:t>
            </a:r>
          </a:p>
          <a:p>
            <a:pPr marL="2592000" lvl="5" indent="-216000">
              <a:spcBef>
                <a:spcPts val="283"/>
              </a:spcBef>
              <a:buClr>
                <a:srgbClr val="000000"/>
              </a:buClr>
              <a:buSzPct val="45000"/>
              <a:buFont typeface="Wingdings" charset="2"/>
              <a:buChar char=""/>
            </a:pPr>
            <a:r>
              <a:rPr lang="fr-FR" sz="1800" b="0" u="none" strike="noStrike">
                <a:solidFill>
                  <a:srgbClr val="000000"/>
                </a:solidFill>
                <a:effectLst/>
                <a:uFillTx/>
                <a:latin typeface="Arial"/>
              </a:rPr>
              <a:t>Sixth Outline Level</a:t>
            </a:r>
          </a:p>
          <a:p>
            <a:pPr marL="3024000" lvl="6" indent="-216000">
              <a:spcBef>
                <a:spcPts val="283"/>
              </a:spcBef>
              <a:buClr>
                <a:srgbClr val="000000"/>
              </a:buClr>
              <a:buSzPct val="45000"/>
              <a:buFont typeface="Wingdings" charset="2"/>
              <a:buChar char=""/>
            </a:pPr>
            <a:r>
              <a:rPr lang="fr-FR" sz="1800" b="0" u="none" strike="noStrike">
                <a:solidFill>
                  <a:srgbClr val="000000"/>
                </a:solidFill>
                <a:effectLst/>
                <a:uFillTx/>
                <a:latin typeface="Arial"/>
              </a:rPr>
              <a:t>Seventh Outline Level</a:t>
            </a:r>
          </a:p>
        </p:txBody>
      </p:sp>
      <p:sp>
        <p:nvSpPr>
          <p:cNvPr id="355" name="PlaceHolder 2"/>
          <p:cNvSpPr>
            <a:spLocks noGrp="1"/>
          </p:cNvSpPr>
          <p:nvPr>
            <p:ph type="title"/>
          </p:nvPr>
        </p:nvSpPr>
        <p:spPr>
          <a:xfrm>
            <a:off x="720000" y="3862080"/>
            <a:ext cx="7703640" cy="572400"/>
          </a:xfrm>
          <a:prstGeom prst="rect">
            <a:avLst/>
          </a:prstGeom>
          <a:solidFill>
            <a:schemeClr val="lt1"/>
          </a:solidFill>
          <a:ln w="0">
            <a:noFill/>
          </a:ln>
        </p:spPr>
        <p:txBody>
          <a:bodyPr lIns="91440" tIns="91440" rIns="91440" bIns="91440" anchor="ctr">
            <a:noAutofit/>
          </a:bodyPr>
          <a:lstStyle/>
          <a:p>
            <a:pPr indent="0">
              <a:buNone/>
            </a:pPr>
            <a:r>
              <a:rPr lang="fr-FR" sz="3000" b="0" u="none" strike="noStrike">
                <a:solidFill>
                  <a:schemeClr val="dk1"/>
                </a:solidFill>
                <a:effectLst/>
                <a:uFillTx/>
                <a:latin typeface="Arial"/>
              </a:rPr>
              <a:t>Click to edit the title text format</a:t>
            </a:r>
          </a:p>
        </p:txBody>
      </p:sp>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18" Type="http://schemas.openxmlformats.org/officeDocument/2006/relationships/slideLayout" Target="../slideLayouts/slideLayout18.xml"/><Relationship Id="rId26" Type="http://schemas.openxmlformats.org/officeDocument/2006/relationships/theme" Target="../theme/theme1.xml"/><Relationship Id="rId3" Type="http://schemas.openxmlformats.org/officeDocument/2006/relationships/slideLayout" Target="../slideLayouts/slideLayout3.xml"/><Relationship Id="rId21" Type="http://schemas.openxmlformats.org/officeDocument/2006/relationships/slideLayout" Target="../slideLayouts/slideLayout21.xml"/><Relationship Id="rId7" Type="http://schemas.openxmlformats.org/officeDocument/2006/relationships/slideLayout" Target="../slideLayouts/slideLayout7.xml"/><Relationship Id="rId12" Type="http://schemas.openxmlformats.org/officeDocument/2006/relationships/slideLayout" Target="../slideLayouts/slideLayout12.xml"/><Relationship Id="rId17" Type="http://schemas.openxmlformats.org/officeDocument/2006/relationships/slideLayout" Target="../slideLayouts/slideLayout17.xml"/><Relationship Id="rId25" Type="http://schemas.openxmlformats.org/officeDocument/2006/relationships/slideLayout" Target="../slideLayouts/slideLayout25.xml"/><Relationship Id="rId2" Type="http://schemas.openxmlformats.org/officeDocument/2006/relationships/slideLayout" Target="../slideLayouts/slideLayout2.xml"/><Relationship Id="rId16" Type="http://schemas.openxmlformats.org/officeDocument/2006/relationships/slideLayout" Target="../slideLayouts/slideLayout16.xml"/><Relationship Id="rId20" Type="http://schemas.openxmlformats.org/officeDocument/2006/relationships/slideLayout" Target="../slideLayouts/slideLayout20.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24" Type="http://schemas.openxmlformats.org/officeDocument/2006/relationships/slideLayout" Target="../slideLayouts/slideLayout24.xml"/><Relationship Id="rId5" Type="http://schemas.openxmlformats.org/officeDocument/2006/relationships/slideLayout" Target="../slideLayouts/slideLayout5.xml"/><Relationship Id="rId15" Type="http://schemas.openxmlformats.org/officeDocument/2006/relationships/slideLayout" Target="../slideLayouts/slideLayout15.xml"/><Relationship Id="rId23" Type="http://schemas.openxmlformats.org/officeDocument/2006/relationships/slideLayout" Target="../slideLayouts/slideLayout23.xml"/><Relationship Id="rId10" Type="http://schemas.openxmlformats.org/officeDocument/2006/relationships/slideLayout" Target="../slideLayouts/slideLayout10.xml"/><Relationship Id="rId19" Type="http://schemas.openxmlformats.org/officeDocument/2006/relationships/slideLayout" Target="../slideLayouts/slideLayout19.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 Id="rId22" Type="http://schemas.openxmlformats.org/officeDocument/2006/relationships/slideLayout" Target="../slideLayouts/slideLayout22.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dk2" tx2="lt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 id="2147483660" r:id="rId12"/>
    <p:sldLayoutId id="2147483661" r:id="rId13"/>
    <p:sldLayoutId id="2147483662" r:id="rId14"/>
    <p:sldLayoutId id="2147483663" r:id="rId15"/>
    <p:sldLayoutId id="2147483664" r:id="rId16"/>
    <p:sldLayoutId id="2147483665" r:id="rId17"/>
    <p:sldLayoutId id="2147483666" r:id="rId18"/>
    <p:sldLayoutId id="2147483667" r:id="rId19"/>
    <p:sldLayoutId id="2147483668" r:id="rId20"/>
    <p:sldLayoutId id="2147483669" r:id="rId21"/>
    <p:sldLayoutId id="2147483670" r:id="rId22"/>
    <p:sldLayoutId id="2147483671" r:id="rId23"/>
    <p:sldLayoutId id="2147483672" r:id="rId24"/>
    <p:sldLayoutId id="2147483673" r:id="rId25"/>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IT"/>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2.xml"/><Relationship Id="rId1" Type="http://schemas.openxmlformats.org/officeDocument/2006/relationships/slideLayout" Target="../slideLayouts/slideLayout17.xml"/></Relationships>
</file>

<file path=ppt/slides/_rels/slide3.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3.xml"/><Relationship Id="rId1" Type="http://schemas.openxmlformats.org/officeDocument/2006/relationships/slideLayout" Target="../slideLayouts/slideLayout18.xml"/></Relationships>
</file>

<file path=ppt/slides/_rels/slide4.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4.xml"/><Relationship Id="rId1" Type="http://schemas.openxmlformats.org/officeDocument/2006/relationships/slideLayout" Target="../slideLayouts/slideLayout13.xml"/></Relationships>
</file>

<file path=ppt/slides/_rels/slide5.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5.xml"/><Relationship Id="rId1" Type="http://schemas.openxmlformats.org/officeDocument/2006/relationships/slideLayout" Target="../slideLayouts/slideLayout18.xml"/></Relationships>
</file>

<file path=ppt/slides/_rels/slide6.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6.xml"/><Relationship Id="rId1" Type="http://schemas.openxmlformats.org/officeDocument/2006/relationships/slideLayout" Target="../slideLayouts/slideLayout17.xml"/></Relationships>
</file>

<file path=ppt/slides/_rels/slide7.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7.xml"/><Relationship Id="rId1" Type="http://schemas.openxmlformats.org/officeDocument/2006/relationships/slideLayout" Target="../slideLayouts/slideLayout18.xml"/><Relationship Id="rId4" Type="http://schemas.openxmlformats.org/officeDocument/2006/relationships/image" Target="../media/image7.png"/></Relationships>
</file>

<file path=ppt/slides/_rels/slide8.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8.xml"/><Relationship Id="rId1" Type="http://schemas.openxmlformats.org/officeDocument/2006/relationships/slideLayout" Target="../slideLayouts/slideLayout20.xml"/></Relationships>
</file>

<file path=ppt/slides/_rels/slide9.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9.xml"/><Relationship Id="rId1" Type="http://schemas.openxmlformats.org/officeDocument/2006/relationships/slideLayout" Target="../slideLayouts/slideLayout18.xml"/><Relationship Id="rId5" Type="http://schemas.openxmlformats.org/officeDocument/2006/relationships/image" Target="../media/image11.svg"/><Relationship Id="rId4" Type="http://schemas.openxmlformats.org/officeDocument/2006/relationships/image" Target="../media/image10.png"/></Relationships>
</file>

<file path=ppt/slides/_rels/slide10.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10.xml"/><Relationship Id="rId1" Type="http://schemas.openxmlformats.org/officeDocument/2006/relationships/slideLayout" Target="../slideLayouts/slideLayout18.xml"/><Relationship Id="rId6" Type="http://schemas.openxmlformats.org/officeDocument/2006/relationships/image" Target="../media/image11.svg"/><Relationship Id="rId5" Type="http://schemas.openxmlformats.org/officeDocument/2006/relationships/image" Target="../media/image12.svg"/><Relationship Id="rId4" Type="http://schemas.openxmlformats.org/officeDocument/2006/relationships/image" Target="../media/image10.png"/></Relationships>
</file>

<file path=ppt/slides/_rels/slide11.xml.rels><?xml version="1.0" encoding="UTF-8" standalone="yes"?>
<Relationships xmlns="http://schemas.openxmlformats.org/package/2006/relationships"><Relationship Id="rId8" Type="http://schemas.microsoft.com/office/2007/relationships/hdphoto" Target="../media/hdphoto1.wdp"/><Relationship Id="rId3" Type="http://schemas.openxmlformats.org/officeDocument/2006/relationships/image" Target="../media/image13.png"/><Relationship Id="rId7" Type="http://schemas.openxmlformats.org/officeDocument/2006/relationships/image" Target="../media/image17.png"/><Relationship Id="rId2" Type="http://schemas.openxmlformats.org/officeDocument/2006/relationships/notesSlide" Target="../notesSlides/notesSlide11.xml"/><Relationship Id="rId1" Type="http://schemas.openxmlformats.org/officeDocument/2006/relationships/slideLayout" Target="../slideLayouts/slideLayout17.xml"/><Relationship Id="rId6" Type="http://schemas.openxmlformats.org/officeDocument/2006/relationships/image" Target="../media/image16.png"/><Relationship Id="rId5" Type="http://schemas.openxmlformats.org/officeDocument/2006/relationships/image" Target="../media/image15.png"/><Relationship Id="rId4" Type="http://schemas.openxmlformats.org/officeDocument/2006/relationships/image" Target="../media/image14.png"/><Relationship Id="rId9" Type="http://schemas.openxmlformats.org/officeDocument/2006/relationships/image" Target="../media/image18.png"/></Relationships>
</file>

<file path=ppt/slides/_rels/slide12.xml.rels><?xml version="1.0" encoding="UTF-8" standalone="yes"?>
<Relationships xmlns="http://schemas.openxmlformats.org/package/2006/relationships"><Relationship Id="rId3" Type="http://schemas.openxmlformats.org/officeDocument/2006/relationships/image" Target="../media/image19.png"/><Relationship Id="rId2" Type="http://schemas.openxmlformats.org/officeDocument/2006/relationships/notesSlide" Target="../notesSlides/notesSlide12.xml"/><Relationship Id="rId1" Type="http://schemas.openxmlformats.org/officeDocument/2006/relationships/slideLayout" Target="../slideLayouts/slideLayout21.xml"/></Relationships>
</file>

<file path=ppt/slides/_rels/slide13.xml.rels><?xml version="1.0" encoding="UTF-8" standalone="yes"?>
<Relationships xmlns="http://schemas.openxmlformats.org/package/2006/relationships"><Relationship Id="rId3" Type="http://schemas.openxmlformats.org/officeDocument/2006/relationships/image" Target="../media/image20.png"/><Relationship Id="rId2" Type="http://schemas.openxmlformats.org/officeDocument/2006/relationships/notesSlide" Target="../notesSlides/notesSlide13.xml"/><Relationship Id="rId1" Type="http://schemas.openxmlformats.org/officeDocument/2006/relationships/slideLayout" Target="../slideLayouts/slideLayout17.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21.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57" name="PlaceHolder 1"/>
          <p:cNvSpPr>
            <a:spLocks noGrp="1"/>
          </p:cNvSpPr>
          <p:nvPr>
            <p:ph type="title"/>
          </p:nvPr>
        </p:nvSpPr>
        <p:spPr>
          <a:xfrm>
            <a:off x="284797" y="1372962"/>
            <a:ext cx="6194038" cy="1077547"/>
          </a:xfrm>
          <a:prstGeom prst="rect">
            <a:avLst/>
          </a:prstGeom>
          <a:noFill/>
          <a:ln w="28575">
            <a:noFill/>
          </a:ln>
        </p:spPr>
        <p:txBody>
          <a:bodyPr lIns="91440" tIns="91440" rIns="91440" bIns="91440" anchor="ctr">
            <a:noAutofit/>
          </a:bodyPr>
          <a:lstStyle/>
          <a:p>
            <a:pPr indent="0" algn="ctr">
              <a:lnSpc>
                <a:spcPct val="100000"/>
              </a:lnSpc>
              <a:buNone/>
              <a:tabLst>
                <a:tab pos="0" algn="l"/>
              </a:tabLst>
            </a:pPr>
            <a:r>
              <a:rPr lang="en-US" sz="3200" b="1" dirty="0">
                <a:solidFill>
                  <a:schemeClr val="dk1"/>
                </a:solidFill>
                <a:latin typeface="Archivo Black"/>
              </a:rPr>
              <a:t>Design and Implementation of a</a:t>
            </a:r>
            <a:br>
              <a:rPr lang="en-US" sz="3200" b="1" dirty="0">
                <a:solidFill>
                  <a:schemeClr val="dk1"/>
                </a:solidFill>
                <a:latin typeface="Archivo Black"/>
              </a:rPr>
            </a:br>
            <a:r>
              <a:rPr lang="en-US" sz="3200" b="1" dirty="0">
                <a:solidFill>
                  <a:schemeClr val="dk1"/>
                </a:solidFill>
                <a:latin typeface="Archivo Black"/>
              </a:rPr>
              <a:t>Cloud-Native Reactive Architecture</a:t>
            </a:r>
            <a:endParaRPr lang="fr-FR" sz="3200" b="1" dirty="0">
              <a:solidFill>
                <a:schemeClr val="dk1"/>
              </a:solidFill>
              <a:latin typeface="Archivo Black"/>
            </a:endParaRPr>
          </a:p>
        </p:txBody>
      </p:sp>
      <p:sp>
        <p:nvSpPr>
          <p:cNvPr id="358" name="PlaceHolder 2"/>
          <p:cNvSpPr>
            <a:spLocks noGrp="1"/>
          </p:cNvSpPr>
          <p:nvPr>
            <p:ph type="subTitle"/>
          </p:nvPr>
        </p:nvSpPr>
        <p:spPr>
          <a:xfrm>
            <a:off x="288674" y="2419560"/>
            <a:ext cx="6194038" cy="637920"/>
          </a:xfrm>
          <a:prstGeom prst="rect">
            <a:avLst/>
          </a:prstGeom>
          <a:noFill/>
          <a:ln w="28575">
            <a:noFill/>
          </a:ln>
        </p:spPr>
        <p:txBody>
          <a:bodyPr lIns="91440" tIns="91440" rIns="91440" bIns="91440" anchor="ctr">
            <a:normAutofit/>
          </a:bodyPr>
          <a:lstStyle/>
          <a:p>
            <a:pPr indent="0" algn="ctr">
              <a:lnSpc>
                <a:spcPct val="100000"/>
              </a:lnSpc>
              <a:buNone/>
              <a:tabLst>
                <a:tab pos="0" algn="l"/>
              </a:tabLst>
            </a:pPr>
            <a:r>
              <a:rPr lang="en-US" sz="2400" b="0" i="1" u="none" strike="noStrike" dirty="0">
                <a:solidFill>
                  <a:schemeClr val="dk1"/>
                </a:solidFill>
                <a:effectLst/>
                <a:uFillTx/>
                <a:latin typeface="Manrope"/>
                <a:ea typeface="Manrope"/>
              </a:rPr>
              <a:t>The </a:t>
            </a:r>
            <a:r>
              <a:rPr lang="en-US" sz="2400" i="1" u="none" strike="noStrike" dirty="0">
                <a:solidFill>
                  <a:schemeClr val="dk1"/>
                </a:solidFill>
                <a:effectLst/>
                <a:uFillTx/>
                <a:latin typeface="Manrope"/>
                <a:ea typeface="Manrope"/>
              </a:rPr>
              <a:t>Smart Travel </a:t>
            </a:r>
            <a:r>
              <a:rPr lang="en-US" sz="2400" b="0" i="1" u="none" strike="noStrike" dirty="0">
                <a:solidFill>
                  <a:schemeClr val="dk1"/>
                </a:solidFill>
                <a:effectLst/>
                <a:uFillTx/>
                <a:latin typeface="Manrope"/>
                <a:ea typeface="Manrope"/>
              </a:rPr>
              <a:t>Platform Case Study</a:t>
            </a:r>
            <a:endParaRPr lang="en-US" sz="2400" b="0" i="1" u="none" strike="noStrike" dirty="0">
              <a:solidFill>
                <a:srgbClr val="000000"/>
              </a:solidFill>
              <a:effectLst/>
              <a:uFillTx/>
              <a:latin typeface="OpenSymbol"/>
            </a:endParaRPr>
          </a:p>
        </p:txBody>
      </p:sp>
      <p:grpSp>
        <p:nvGrpSpPr>
          <p:cNvPr id="359" name="Google Shape;456;p30"/>
          <p:cNvGrpSpPr/>
          <p:nvPr/>
        </p:nvGrpSpPr>
        <p:grpSpPr>
          <a:xfrm>
            <a:off x="4714200" y="684000"/>
            <a:ext cx="4429440" cy="4466160"/>
            <a:chOff x="4714200" y="684000"/>
            <a:chExt cx="4429440" cy="4466160"/>
          </a:xfrm>
        </p:grpSpPr>
        <p:sp>
          <p:nvSpPr>
            <p:cNvPr id="360" name="Google Shape;457;p30"/>
            <p:cNvSpPr/>
            <p:nvPr/>
          </p:nvSpPr>
          <p:spPr>
            <a:xfrm flipH="1">
              <a:off x="4714200" y="783360"/>
              <a:ext cx="4429440" cy="4366800"/>
            </a:xfrm>
            <a:prstGeom prst="rtTriangle">
              <a:avLst/>
            </a:prstGeom>
            <a:solidFill>
              <a:schemeClr val="dk1"/>
            </a:solidFill>
            <a:ln w="0">
              <a:noFill/>
            </a:ln>
          </p:spPr>
          <p:style>
            <a:lnRef idx="0">
              <a:scrgbClr r="0" g="0" b="0"/>
            </a:lnRef>
            <a:fillRef idx="0">
              <a:scrgbClr r="0" g="0" b="0"/>
            </a:fillRef>
            <a:effectRef idx="0">
              <a:scrgbClr r="0" g="0" b="0"/>
            </a:effectRef>
            <a:fontRef idx="minor"/>
          </p:style>
          <p:txBody>
            <a:bodyPr tIns="91440" bIns="91440" anchor="ctr">
              <a:noAutofit/>
            </a:bodyPr>
            <a:lstStyle/>
            <a:p>
              <a:pPr defTabSz="914400">
                <a:lnSpc>
                  <a:spcPct val="100000"/>
                </a:lnSpc>
                <a:tabLst>
                  <a:tab pos="0" algn="l"/>
                </a:tabLst>
              </a:pPr>
              <a:endParaRPr lang="en-US" sz="1800" b="0" u="none" strike="noStrike">
                <a:solidFill>
                  <a:srgbClr val="FFFFFF"/>
                </a:solidFill>
                <a:effectLst/>
                <a:uFillTx/>
                <a:latin typeface="OpenSymbol"/>
              </a:endParaRPr>
            </a:p>
          </p:txBody>
        </p:sp>
        <p:sp>
          <p:nvSpPr>
            <p:cNvPr id="361" name="Google Shape;458;p30"/>
            <p:cNvSpPr/>
            <p:nvPr/>
          </p:nvSpPr>
          <p:spPr>
            <a:xfrm rot="18900000">
              <a:off x="7674840" y="1303560"/>
              <a:ext cx="995760" cy="114480"/>
            </a:xfrm>
            <a:prstGeom prst="roundRect">
              <a:avLst>
                <a:gd name="adj" fmla="val 50000"/>
              </a:avLst>
            </a:prstGeom>
            <a:solidFill>
              <a:schemeClr val="lt1"/>
            </a:solidFill>
            <a:ln w="0">
              <a:noFill/>
            </a:ln>
          </p:spPr>
          <p:style>
            <a:lnRef idx="0">
              <a:scrgbClr r="0" g="0" b="0"/>
            </a:lnRef>
            <a:fillRef idx="0">
              <a:scrgbClr r="0" g="0" b="0"/>
            </a:fillRef>
            <a:effectRef idx="0">
              <a:scrgbClr r="0" g="0" b="0"/>
            </a:effectRef>
            <a:fontRef idx="minor"/>
          </p:style>
          <p:txBody>
            <a:bodyPr tIns="40680" bIns="40680" anchor="ctr">
              <a:noAutofit/>
            </a:bodyPr>
            <a:lstStyle/>
            <a:p>
              <a:pPr defTabSz="914400">
                <a:lnSpc>
                  <a:spcPct val="100000"/>
                </a:lnSpc>
                <a:tabLst>
                  <a:tab pos="0" algn="l"/>
                </a:tabLst>
              </a:pPr>
              <a:endParaRPr lang="en-US" sz="1800" b="0" u="none" strike="noStrike">
                <a:solidFill>
                  <a:srgbClr val="000000"/>
                </a:solidFill>
                <a:effectLst/>
                <a:uFillTx/>
                <a:latin typeface="OpenSymbol"/>
              </a:endParaRPr>
            </a:p>
          </p:txBody>
        </p:sp>
        <p:sp>
          <p:nvSpPr>
            <p:cNvPr id="362" name="Google Shape;459;p30"/>
            <p:cNvSpPr/>
            <p:nvPr/>
          </p:nvSpPr>
          <p:spPr>
            <a:xfrm rot="18900600">
              <a:off x="4984200" y="3275640"/>
              <a:ext cx="1779480" cy="326160"/>
            </a:xfrm>
            <a:prstGeom prst="roundRect">
              <a:avLst>
                <a:gd name="adj" fmla="val 50000"/>
              </a:avLst>
            </a:prstGeom>
            <a:solidFill>
              <a:schemeClr val="tx2"/>
            </a:solidFill>
            <a:ln w="0">
              <a:noFill/>
            </a:ln>
          </p:spPr>
          <p:style>
            <a:lnRef idx="0">
              <a:scrgbClr r="0" g="0" b="0"/>
            </a:lnRef>
            <a:fillRef idx="0">
              <a:scrgbClr r="0" g="0" b="0"/>
            </a:fillRef>
            <a:effectRef idx="0">
              <a:scrgbClr r="0" g="0" b="0"/>
            </a:effectRef>
            <a:fontRef idx="minor"/>
          </p:style>
          <p:txBody>
            <a:bodyPr tIns="91440" bIns="91440" anchor="ctr">
              <a:noAutofit/>
            </a:bodyPr>
            <a:lstStyle/>
            <a:p>
              <a:pPr defTabSz="914400">
                <a:lnSpc>
                  <a:spcPct val="100000"/>
                </a:lnSpc>
                <a:tabLst>
                  <a:tab pos="0" algn="l"/>
                </a:tabLst>
              </a:pPr>
              <a:endParaRPr lang="en-US" sz="1800" b="0" u="none" strike="noStrike">
                <a:solidFill>
                  <a:srgbClr val="FFFFFF"/>
                </a:solidFill>
                <a:effectLst/>
                <a:uFillTx/>
                <a:latin typeface="OpenSymbol"/>
              </a:endParaRPr>
            </a:p>
          </p:txBody>
        </p:sp>
        <p:sp>
          <p:nvSpPr>
            <p:cNvPr id="363" name="Google Shape;460;p30"/>
            <p:cNvSpPr/>
            <p:nvPr/>
          </p:nvSpPr>
          <p:spPr>
            <a:xfrm rot="18900600">
              <a:off x="7107840" y="2093040"/>
              <a:ext cx="1779480" cy="326160"/>
            </a:xfrm>
            <a:prstGeom prst="roundRect">
              <a:avLst>
                <a:gd name="adj" fmla="val 50000"/>
              </a:avLst>
            </a:prstGeom>
            <a:solidFill>
              <a:schemeClr val="lt2"/>
            </a:solidFill>
            <a:ln w="0">
              <a:noFill/>
            </a:ln>
          </p:spPr>
          <p:style>
            <a:lnRef idx="0">
              <a:scrgbClr r="0" g="0" b="0"/>
            </a:lnRef>
            <a:fillRef idx="0">
              <a:scrgbClr r="0" g="0" b="0"/>
            </a:fillRef>
            <a:effectRef idx="0">
              <a:scrgbClr r="0" g="0" b="0"/>
            </a:effectRef>
            <a:fontRef idx="minor"/>
          </p:style>
          <p:txBody>
            <a:bodyPr tIns="91440" bIns="91440" anchor="ctr">
              <a:noAutofit/>
            </a:bodyPr>
            <a:lstStyle/>
            <a:p>
              <a:pPr defTabSz="914400">
                <a:lnSpc>
                  <a:spcPct val="100000"/>
                </a:lnSpc>
                <a:tabLst>
                  <a:tab pos="0" algn="l"/>
                </a:tabLst>
              </a:pPr>
              <a:endParaRPr lang="en-US" sz="1800" b="0" u="none" strike="noStrike">
                <a:solidFill>
                  <a:srgbClr val="FFFFFF"/>
                </a:solidFill>
                <a:effectLst/>
                <a:uFillTx/>
                <a:latin typeface="OpenSymbol"/>
              </a:endParaRPr>
            </a:p>
          </p:txBody>
        </p:sp>
        <p:sp>
          <p:nvSpPr>
            <p:cNvPr id="364" name="Google Shape;461;p30"/>
            <p:cNvSpPr/>
            <p:nvPr/>
          </p:nvSpPr>
          <p:spPr>
            <a:xfrm rot="18900600">
              <a:off x="6792480" y="1243080"/>
              <a:ext cx="1779480" cy="477360"/>
            </a:xfrm>
            <a:prstGeom prst="roundRect">
              <a:avLst>
                <a:gd name="adj" fmla="val 50000"/>
              </a:avLst>
            </a:prstGeom>
            <a:solidFill>
              <a:schemeClr val="dk2"/>
            </a:solidFill>
            <a:ln w="0">
              <a:noFill/>
            </a:ln>
          </p:spPr>
          <p:style>
            <a:lnRef idx="0">
              <a:scrgbClr r="0" g="0" b="0"/>
            </a:lnRef>
            <a:fillRef idx="0">
              <a:scrgbClr r="0" g="0" b="0"/>
            </a:fillRef>
            <a:effectRef idx="0">
              <a:scrgbClr r="0" g="0" b="0"/>
            </a:effectRef>
            <a:fontRef idx="minor"/>
          </p:style>
          <p:txBody>
            <a:bodyPr tIns="91440" bIns="91440" anchor="ctr">
              <a:noAutofit/>
            </a:bodyPr>
            <a:lstStyle/>
            <a:p>
              <a:pPr defTabSz="914400">
                <a:lnSpc>
                  <a:spcPct val="100000"/>
                </a:lnSpc>
                <a:tabLst>
                  <a:tab pos="0" algn="l"/>
                </a:tabLst>
              </a:pPr>
              <a:endParaRPr lang="en-US" sz="1800" b="0" u="none" strike="noStrike">
                <a:solidFill>
                  <a:srgbClr val="000000"/>
                </a:solidFill>
                <a:effectLst/>
                <a:uFillTx/>
                <a:latin typeface="OpenSymbol"/>
              </a:endParaRPr>
            </a:p>
          </p:txBody>
        </p:sp>
        <p:sp>
          <p:nvSpPr>
            <p:cNvPr id="365" name="Google Shape;462;p30"/>
            <p:cNvSpPr/>
            <p:nvPr/>
          </p:nvSpPr>
          <p:spPr>
            <a:xfrm rot="18900600">
              <a:off x="5127480" y="3849480"/>
              <a:ext cx="1779480" cy="477360"/>
            </a:xfrm>
            <a:prstGeom prst="roundRect">
              <a:avLst>
                <a:gd name="adj" fmla="val 50000"/>
              </a:avLst>
            </a:prstGeom>
            <a:solidFill>
              <a:schemeClr val="bg2"/>
            </a:solidFill>
            <a:ln w="0">
              <a:noFill/>
            </a:ln>
          </p:spPr>
          <p:style>
            <a:lnRef idx="0">
              <a:scrgbClr r="0" g="0" b="0"/>
            </a:lnRef>
            <a:fillRef idx="0">
              <a:scrgbClr r="0" g="0" b="0"/>
            </a:fillRef>
            <a:effectRef idx="0">
              <a:scrgbClr r="0" g="0" b="0"/>
            </a:effectRef>
            <a:fontRef idx="minor"/>
          </p:style>
          <p:txBody>
            <a:bodyPr tIns="91440" bIns="91440" anchor="ctr">
              <a:noAutofit/>
            </a:bodyPr>
            <a:lstStyle/>
            <a:p>
              <a:pPr defTabSz="914400">
                <a:lnSpc>
                  <a:spcPct val="100000"/>
                </a:lnSpc>
                <a:tabLst>
                  <a:tab pos="0" algn="l"/>
                </a:tabLst>
              </a:pPr>
              <a:endParaRPr lang="en-US" sz="1800" b="0" u="none" strike="noStrike">
                <a:solidFill>
                  <a:srgbClr val="000000"/>
                </a:solidFill>
                <a:effectLst/>
                <a:uFillTx/>
                <a:latin typeface="OpenSymbol"/>
              </a:endParaRPr>
            </a:p>
          </p:txBody>
        </p:sp>
      </p:grpSp>
      <p:grpSp>
        <p:nvGrpSpPr>
          <p:cNvPr id="366" name="Google Shape;463;p30"/>
          <p:cNvGrpSpPr/>
          <p:nvPr/>
        </p:nvGrpSpPr>
        <p:grpSpPr>
          <a:xfrm>
            <a:off x="3262680" y="4662287"/>
            <a:ext cx="1309320" cy="257400"/>
            <a:chOff x="2669760" y="4362120"/>
            <a:chExt cx="1309320" cy="257400"/>
          </a:xfrm>
        </p:grpSpPr>
        <p:sp>
          <p:nvSpPr>
            <p:cNvPr id="367" name="Google Shape;464;p30"/>
            <p:cNvSpPr/>
            <p:nvPr/>
          </p:nvSpPr>
          <p:spPr>
            <a:xfrm>
              <a:off x="3089160" y="4362120"/>
              <a:ext cx="73440" cy="73440"/>
            </a:xfrm>
            <a:prstGeom prst="ellipse">
              <a:avLst/>
            </a:prstGeom>
            <a:solidFill>
              <a:schemeClr val="dk1"/>
            </a:solidFill>
            <a:ln w="0">
              <a:noFill/>
            </a:ln>
          </p:spPr>
          <p:style>
            <a:lnRef idx="0">
              <a:scrgbClr r="0" g="0" b="0"/>
            </a:lnRef>
            <a:fillRef idx="0">
              <a:scrgbClr r="0" g="0" b="0"/>
            </a:fillRef>
            <a:effectRef idx="0">
              <a:scrgbClr r="0" g="0" b="0"/>
            </a:effectRef>
            <a:fontRef idx="minor"/>
          </p:style>
          <p:txBody>
            <a:bodyPr tIns="25920" bIns="25920" anchor="ctr">
              <a:noAutofit/>
            </a:bodyPr>
            <a:lstStyle/>
            <a:p>
              <a:pPr defTabSz="914400">
                <a:lnSpc>
                  <a:spcPct val="100000"/>
                </a:lnSpc>
                <a:tabLst>
                  <a:tab pos="0" algn="l"/>
                </a:tabLst>
              </a:pPr>
              <a:endParaRPr lang="en-US" sz="1800" b="0" u="none" strike="noStrike">
                <a:solidFill>
                  <a:srgbClr val="FFFFFF"/>
                </a:solidFill>
                <a:effectLst/>
                <a:uFillTx/>
                <a:latin typeface="OpenSymbol"/>
              </a:endParaRPr>
            </a:p>
          </p:txBody>
        </p:sp>
        <p:sp>
          <p:nvSpPr>
            <p:cNvPr id="368" name="Google Shape;465;p30"/>
            <p:cNvSpPr/>
            <p:nvPr/>
          </p:nvSpPr>
          <p:spPr>
            <a:xfrm>
              <a:off x="3293280" y="4362120"/>
              <a:ext cx="73440" cy="73440"/>
            </a:xfrm>
            <a:prstGeom prst="ellipse">
              <a:avLst/>
            </a:prstGeom>
            <a:solidFill>
              <a:schemeClr val="dk1"/>
            </a:solidFill>
            <a:ln w="0">
              <a:noFill/>
            </a:ln>
          </p:spPr>
          <p:style>
            <a:lnRef idx="0">
              <a:scrgbClr r="0" g="0" b="0"/>
            </a:lnRef>
            <a:fillRef idx="0">
              <a:scrgbClr r="0" g="0" b="0"/>
            </a:fillRef>
            <a:effectRef idx="0">
              <a:scrgbClr r="0" g="0" b="0"/>
            </a:effectRef>
            <a:fontRef idx="minor"/>
          </p:style>
          <p:txBody>
            <a:bodyPr tIns="25920" bIns="25920" anchor="ctr">
              <a:noAutofit/>
            </a:bodyPr>
            <a:lstStyle/>
            <a:p>
              <a:pPr defTabSz="914400">
                <a:lnSpc>
                  <a:spcPct val="100000"/>
                </a:lnSpc>
                <a:tabLst>
                  <a:tab pos="0" algn="l"/>
                </a:tabLst>
              </a:pPr>
              <a:endParaRPr lang="en-US" sz="1800" b="0" u="none" strike="noStrike">
                <a:solidFill>
                  <a:srgbClr val="FFFFFF"/>
                </a:solidFill>
                <a:effectLst/>
                <a:uFillTx/>
                <a:latin typeface="OpenSymbol"/>
              </a:endParaRPr>
            </a:p>
          </p:txBody>
        </p:sp>
        <p:sp>
          <p:nvSpPr>
            <p:cNvPr id="369" name="Google Shape;466;p30"/>
            <p:cNvSpPr/>
            <p:nvPr/>
          </p:nvSpPr>
          <p:spPr>
            <a:xfrm>
              <a:off x="3497400" y="4362120"/>
              <a:ext cx="73440" cy="73440"/>
            </a:xfrm>
            <a:prstGeom prst="ellipse">
              <a:avLst/>
            </a:prstGeom>
            <a:solidFill>
              <a:schemeClr val="dk1"/>
            </a:solidFill>
            <a:ln w="0">
              <a:noFill/>
            </a:ln>
          </p:spPr>
          <p:style>
            <a:lnRef idx="0">
              <a:scrgbClr r="0" g="0" b="0"/>
            </a:lnRef>
            <a:fillRef idx="0">
              <a:scrgbClr r="0" g="0" b="0"/>
            </a:fillRef>
            <a:effectRef idx="0">
              <a:scrgbClr r="0" g="0" b="0"/>
            </a:effectRef>
            <a:fontRef idx="minor"/>
          </p:style>
          <p:txBody>
            <a:bodyPr tIns="25920" bIns="25920" anchor="ctr">
              <a:noAutofit/>
            </a:bodyPr>
            <a:lstStyle/>
            <a:p>
              <a:pPr defTabSz="914400">
                <a:lnSpc>
                  <a:spcPct val="100000"/>
                </a:lnSpc>
                <a:tabLst>
                  <a:tab pos="0" algn="l"/>
                </a:tabLst>
              </a:pPr>
              <a:endParaRPr lang="en-US" sz="1800" b="0" u="none" strike="noStrike">
                <a:solidFill>
                  <a:srgbClr val="FFFFFF"/>
                </a:solidFill>
                <a:effectLst/>
                <a:uFillTx/>
                <a:latin typeface="OpenSymbol"/>
              </a:endParaRPr>
            </a:p>
          </p:txBody>
        </p:sp>
        <p:sp>
          <p:nvSpPr>
            <p:cNvPr id="370" name="Google Shape;467;p30"/>
            <p:cNvSpPr/>
            <p:nvPr/>
          </p:nvSpPr>
          <p:spPr>
            <a:xfrm>
              <a:off x="3701520" y="4362120"/>
              <a:ext cx="73440" cy="73440"/>
            </a:xfrm>
            <a:prstGeom prst="ellipse">
              <a:avLst/>
            </a:prstGeom>
            <a:solidFill>
              <a:schemeClr val="dk1"/>
            </a:solidFill>
            <a:ln w="0">
              <a:noFill/>
            </a:ln>
          </p:spPr>
          <p:style>
            <a:lnRef idx="0">
              <a:scrgbClr r="0" g="0" b="0"/>
            </a:lnRef>
            <a:fillRef idx="0">
              <a:scrgbClr r="0" g="0" b="0"/>
            </a:fillRef>
            <a:effectRef idx="0">
              <a:scrgbClr r="0" g="0" b="0"/>
            </a:effectRef>
            <a:fontRef idx="minor"/>
          </p:style>
          <p:txBody>
            <a:bodyPr tIns="25920" bIns="25920" anchor="ctr">
              <a:noAutofit/>
            </a:bodyPr>
            <a:lstStyle/>
            <a:p>
              <a:pPr defTabSz="914400">
                <a:lnSpc>
                  <a:spcPct val="100000"/>
                </a:lnSpc>
                <a:tabLst>
                  <a:tab pos="0" algn="l"/>
                </a:tabLst>
              </a:pPr>
              <a:endParaRPr lang="en-US" sz="1800" b="0" u="none" strike="noStrike">
                <a:solidFill>
                  <a:srgbClr val="FFFFFF"/>
                </a:solidFill>
                <a:effectLst/>
                <a:uFillTx/>
                <a:latin typeface="OpenSymbol"/>
              </a:endParaRPr>
            </a:p>
          </p:txBody>
        </p:sp>
        <p:sp>
          <p:nvSpPr>
            <p:cNvPr id="371" name="Google Shape;468;p30"/>
            <p:cNvSpPr/>
            <p:nvPr/>
          </p:nvSpPr>
          <p:spPr>
            <a:xfrm>
              <a:off x="3905640" y="4362120"/>
              <a:ext cx="73440" cy="73440"/>
            </a:xfrm>
            <a:prstGeom prst="ellipse">
              <a:avLst/>
            </a:prstGeom>
            <a:solidFill>
              <a:schemeClr val="dk1"/>
            </a:solidFill>
            <a:ln w="0">
              <a:noFill/>
            </a:ln>
          </p:spPr>
          <p:style>
            <a:lnRef idx="0">
              <a:scrgbClr r="0" g="0" b="0"/>
            </a:lnRef>
            <a:fillRef idx="0">
              <a:scrgbClr r="0" g="0" b="0"/>
            </a:fillRef>
            <a:effectRef idx="0">
              <a:scrgbClr r="0" g="0" b="0"/>
            </a:effectRef>
            <a:fontRef idx="minor"/>
          </p:style>
          <p:txBody>
            <a:bodyPr tIns="25920" bIns="25920" anchor="ctr">
              <a:noAutofit/>
            </a:bodyPr>
            <a:lstStyle/>
            <a:p>
              <a:pPr defTabSz="914400">
                <a:lnSpc>
                  <a:spcPct val="100000"/>
                </a:lnSpc>
                <a:tabLst>
                  <a:tab pos="0" algn="l"/>
                </a:tabLst>
              </a:pPr>
              <a:endParaRPr lang="en-US" sz="1800" b="0" u="none" strike="noStrike">
                <a:solidFill>
                  <a:srgbClr val="FFFFFF"/>
                </a:solidFill>
                <a:effectLst/>
                <a:uFillTx/>
                <a:latin typeface="OpenSymbol"/>
              </a:endParaRPr>
            </a:p>
          </p:txBody>
        </p:sp>
        <p:sp>
          <p:nvSpPr>
            <p:cNvPr id="372" name="Google Shape;469;p30"/>
            <p:cNvSpPr/>
            <p:nvPr/>
          </p:nvSpPr>
          <p:spPr>
            <a:xfrm>
              <a:off x="2669760" y="4546080"/>
              <a:ext cx="73440" cy="73440"/>
            </a:xfrm>
            <a:prstGeom prst="ellipse">
              <a:avLst/>
            </a:prstGeom>
            <a:solidFill>
              <a:schemeClr val="dk1"/>
            </a:solidFill>
            <a:ln w="0">
              <a:noFill/>
            </a:ln>
          </p:spPr>
          <p:style>
            <a:lnRef idx="0">
              <a:scrgbClr r="0" g="0" b="0"/>
            </a:lnRef>
            <a:fillRef idx="0">
              <a:scrgbClr r="0" g="0" b="0"/>
            </a:fillRef>
            <a:effectRef idx="0">
              <a:scrgbClr r="0" g="0" b="0"/>
            </a:effectRef>
            <a:fontRef idx="minor"/>
          </p:style>
          <p:txBody>
            <a:bodyPr tIns="25920" bIns="25920" anchor="ctr">
              <a:noAutofit/>
            </a:bodyPr>
            <a:lstStyle/>
            <a:p>
              <a:pPr defTabSz="914400">
                <a:lnSpc>
                  <a:spcPct val="100000"/>
                </a:lnSpc>
                <a:tabLst>
                  <a:tab pos="0" algn="l"/>
                </a:tabLst>
              </a:pPr>
              <a:endParaRPr lang="en-US" sz="1800" b="0" u="none" strike="noStrike">
                <a:solidFill>
                  <a:srgbClr val="FFFFFF"/>
                </a:solidFill>
                <a:effectLst/>
                <a:uFillTx/>
                <a:latin typeface="OpenSymbol"/>
              </a:endParaRPr>
            </a:p>
          </p:txBody>
        </p:sp>
        <p:sp>
          <p:nvSpPr>
            <p:cNvPr id="373" name="Google Shape;470;p30"/>
            <p:cNvSpPr/>
            <p:nvPr/>
          </p:nvSpPr>
          <p:spPr>
            <a:xfrm>
              <a:off x="2873880" y="4546080"/>
              <a:ext cx="73440" cy="73440"/>
            </a:xfrm>
            <a:prstGeom prst="ellipse">
              <a:avLst/>
            </a:prstGeom>
            <a:solidFill>
              <a:schemeClr val="dk1"/>
            </a:solidFill>
            <a:ln w="0">
              <a:noFill/>
            </a:ln>
          </p:spPr>
          <p:style>
            <a:lnRef idx="0">
              <a:scrgbClr r="0" g="0" b="0"/>
            </a:lnRef>
            <a:fillRef idx="0">
              <a:scrgbClr r="0" g="0" b="0"/>
            </a:fillRef>
            <a:effectRef idx="0">
              <a:scrgbClr r="0" g="0" b="0"/>
            </a:effectRef>
            <a:fontRef idx="minor"/>
          </p:style>
          <p:txBody>
            <a:bodyPr tIns="25920" bIns="25920" anchor="ctr">
              <a:noAutofit/>
            </a:bodyPr>
            <a:lstStyle/>
            <a:p>
              <a:pPr defTabSz="914400">
                <a:lnSpc>
                  <a:spcPct val="100000"/>
                </a:lnSpc>
                <a:tabLst>
                  <a:tab pos="0" algn="l"/>
                </a:tabLst>
              </a:pPr>
              <a:endParaRPr lang="en-US" sz="1800" b="0" u="none" strike="noStrike">
                <a:solidFill>
                  <a:srgbClr val="FFFFFF"/>
                </a:solidFill>
                <a:effectLst/>
                <a:uFillTx/>
                <a:latin typeface="OpenSymbol"/>
              </a:endParaRPr>
            </a:p>
          </p:txBody>
        </p:sp>
        <p:sp>
          <p:nvSpPr>
            <p:cNvPr id="374" name="Google Shape;471;p30"/>
            <p:cNvSpPr/>
            <p:nvPr/>
          </p:nvSpPr>
          <p:spPr>
            <a:xfrm>
              <a:off x="3078000" y="4546080"/>
              <a:ext cx="73440" cy="73440"/>
            </a:xfrm>
            <a:prstGeom prst="ellipse">
              <a:avLst/>
            </a:prstGeom>
            <a:solidFill>
              <a:schemeClr val="dk1"/>
            </a:solidFill>
            <a:ln w="0">
              <a:noFill/>
            </a:ln>
          </p:spPr>
          <p:style>
            <a:lnRef idx="0">
              <a:scrgbClr r="0" g="0" b="0"/>
            </a:lnRef>
            <a:fillRef idx="0">
              <a:scrgbClr r="0" g="0" b="0"/>
            </a:fillRef>
            <a:effectRef idx="0">
              <a:scrgbClr r="0" g="0" b="0"/>
            </a:effectRef>
            <a:fontRef idx="minor"/>
          </p:style>
          <p:txBody>
            <a:bodyPr tIns="25920" bIns="25920" anchor="ctr">
              <a:noAutofit/>
            </a:bodyPr>
            <a:lstStyle/>
            <a:p>
              <a:pPr defTabSz="914400">
                <a:lnSpc>
                  <a:spcPct val="100000"/>
                </a:lnSpc>
                <a:tabLst>
                  <a:tab pos="0" algn="l"/>
                </a:tabLst>
              </a:pPr>
              <a:endParaRPr lang="en-US" sz="1800" b="0" u="none" strike="noStrike">
                <a:solidFill>
                  <a:srgbClr val="FFFFFF"/>
                </a:solidFill>
                <a:effectLst/>
                <a:uFillTx/>
                <a:latin typeface="OpenSymbol"/>
              </a:endParaRPr>
            </a:p>
          </p:txBody>
        </p:sp>
        <p:sp>
          <p:nvSpPr>
            <p:cNvPr id="375" name="Google Shape;472;p30"/>
            <p:cNvSpPr/>
            <p:nvPr/>
          </p:nvSpPr>
          <p:spPr>
            <a:xfrm>
              <a:off x="3282120" y="4546080"/>
              <a:ext cx="73440" cy="73440"/>
            </a:xfrm>
            <a:prstGeom prst="ellipse">
              <a:avLst/>
            </a:prstGeom>
            <a:solidFill>
              <a:schemeClr val="dk1"/>
            </a:solidFill>
            <a:ln w="0">
              <a:noFill/>
            </a:ln>
          </p:spPr>
          <p:style>
            <a:lnRef idx="0">
              <a:scrgbClr r="0" g="0" b="0"/>
            </a:lnRef>
            <a:fillRef idx="0">
              <a:scrgbClr r="0" g="0" b="0"/>
            </a:fillRef>
            <a:effectRef idx="0">
              <a:scrgbClr r="0" g="0" b="0"/>
            </a:effectRef>
            <a:fontRef idx="minor"/>
          </p:style>
          <p:txBody>
            <a:bodyPr tIns="25920" bIns="25920" anchor="ctr">
              <a:noAutofit/>
            </a:bodyPr>
            <a:lstStyle/>
            <a:p>
              <a:pPr defTabSz="914400">
                <a:lnSpc>
                  <a:spcPct val="100000"/>
                </a:lnSpc>
                <a:tabLst>
                  <a:tab pos="0" algn="l"/>
                </a:tabLst>
              </a:pPr>
              <a:endParaRPr lang="en-US" sz="1800" b="0" u="none" strike="noStrike">
                <a:solidFill>
                  <a:srgbClr val="FFFFFF"/>
                </a:solidFill>
                <a:effectLst/>
                <a:uFillTx/>
                <a:latin typeface="OpenSymbol"/>
              </a:endParaRPr>
            </a:p>
          </p:txBody>
        </p:sp>
        <p:sp>
          <p:nvSpPr>
            <p:cNvPr id="376" name="Google Shape;473;p30"/>
            <p:cNvSpPr/>
            <p:nvPr/>
          </p:nvSpPr>
          <p:spPr>
            <a:xfrm>
              <a:off x="3486240" y="4546080"/>
              <a:ext cx="73440" cy="73440"/>
            </a:xfrm>
            <a:prstGeom prst="ellipse">
              <a:avLst/>
            </a:prstGeom>
            <a:solidFill>
              <a:schemeClr val="dk1"/>
            </a:solidFill>
            <a:ln w="0">
              <a:noFill/>
            </a:ln>
          </p:spPr>
          <p:style>
            <a:lnRef idx="0">
              <a:scrgbClr r="0" g="0" b="0"/>
            </a:lnRef>
            <a:fillRef idx="0">
              <a:scrgbClr r="0" g="0" b="0"/>
            </a:fillRef>
            <a:effectRef idx="0">
              <a:scrgbClr r="0" g="0" b="0"/>
            </a:effectRef>
            <a:fontRef idx="minor"/>
          </p:style>
          <p:txBody>
            <a:bodyPr tIns="25920" bIns="25920" anchor="ctr">
              <a:noAutofit/>
            </a:bodyPr>
            <a:lstStyle/>
            <a:p>
              <a:pPr defTabSz="914400">
                <a:lnSpc>
                  <a:spcPct val="100000"/>
                </a:lnSpc>
                <a:tabLst>
                  <a:tab pos="0" algn="l"/>
                </a:tabLst>
              </a:pPr>
              <a:endParaRPr lang="en-US" sz="1800" b="0" u="none" strike="noStrike">
                <a:solidFill>
                  <a:srgbClr val="FFFFFF"/>
                </a:solidFill>
                <a:effectLst/>
                <a:uFillTx/>
                <a:latin typeface="OpenSymbol"/>
              </a:endParaRPr>
            </a:p>
          </p:txBody>
        </p:sp>
      </p:grpSp>
      <p:sp>
        <p:nvSpPr>
          <p:cNvPr id="4" name="PlaceHolder 2">
            <a:extLst>
              <a:ext uri="{FF2B5EF4-FFF2-40B4-BE49-F238E27FC236}">
                <a16:creationId xmlns:a16="http://schemas.microsoft.com/office/drawing/2014/main" id="{F0D6676C-AFA8-42C3-06CC-3A1818A33028}"/>
              </a:ext>
            </a:extLst>
          </p:cNvPr>
          <p:cNvSpPr txBox="1">
            <a:spLocks/>
          </p:cNvSpPr>
          <p:nvPr/>
        </p:nvSpPr>
        <p:spPr>
          <a:xfrm>
            <a:off x="91837" y="4398840"/>
            <a:ext cx="2997323" cy="637920"/>
          </a:xfrm>
          <a:prstGeom prst="rect">
            <a:avLst/>
          </a:prstGeom>
          <a:noFill/>
          <a:ln w="0">
            <a:noFill/>
          </a:ln>
        </p:spPr>
        <p:txBody>
          <a:bodyPr lIns="91440" tIns="91440" rIns="91440" bIns="9144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a:lnSpc>
                <a:spcPct val="100000"/>
              </a:lnSpc>
              <a:tabLst>
                <a:tab pos="0" algn="l"/>
              </a:tabLst>
            </a:pPr>
            <a:r>
              <a:rPr lang="en-US" sz="1400" b="1" i="1" dirty="0">
                <a:solidFill>
                  <a:schemeClr val="dk1"/>
                </a:solidFill>
                <a:latin typeface="Manrope"/>
                <a:ea typeface="Manrope"/>
              </a:rPr>
              <a:t>Candidate</a:t>
            </a:r>
            <a:r>
              <a:rPr lang="en-US" sz="1400" dirty="0">
                <a:solidFill>
                  <a:schemeClr val="dk1"/>
                </a:solidFill>
                <a:latin typeface="Manrope"/>
                <a:ea typeface="Manrope"/>
              </a:rPr>
              <a:t>:  Federico Palazzi</a:t>
            </a:r>
          </a:p>
          <a:p>
            <a:pPr>
              <a:lnSpc>
                <a:spcPct val="100000"/>
              </a:lnSpc>
              <a:tabLst>
                <a:tab pos="0" algn="l"/>
              </a:tabLst>
            </a:pPr>
            <a:r>
              <a:rPr lang="en-US" sz="1400" b="1" i="1" dirty="0">
                <a:solidFill>
                  <a:schemeClr val="dk1"/>
                </a:solidFill>
                <a:latin typeface="Manrope"/>
              </a:rPr>
              <a:t>Supervisor</a:t>
            </a:r>
            <a:r>
              <a:rPr lang="en-US" sz="1400" dirty="0">
                <a:solidFill>
                  <a:schemeClr val="dk1"/>
                </a:solidFill>
                <a:latin typeface="Manrope"/>
              </a:rPr>
              <a:t>: </a:t>
            </a:r>
            <a:r>
              <a:rPr lang="en-US" sz="1400" i="1" dirty="0">
                <a:solidFill>
                  <a:schemeClr val="dk1"/>
                </a:solidFill>
                <a:latin typeface="Manrope"/>
              </a:rPr>
              <a:t>Prof</a:t>
            </a:r>
            <a:r>
              <a:rPr lang="en-US" sz="1400" dirty="0">
                <a:solidFill>
                  <a:schemeClr val="dk1"/>
                </a:solidFill>
                <a:latin typeface="Manrope"/>
              </a:rPr>
              <a:t>. Giovanni Malnati</a:t>
            </a:r>
            <a:endParaRPr lang="en-US" sz="1400" dirty="0">
              <a:solidFill>
                <a:srgbClr val="000000"/>
              </a:solidFill>
              <a:latin typeface="OpenSymbol"/>
            </a:endParaRP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469AABB-1DA1-5A33-650C-7AEDB482F9B5}"/>
            </a:ext>
          </a:extLst>
        </p:cNvPr>
        <p:cNvGrpSpPr/>
        <p:nvPr/>
      </p:nvGrpSpPr>
      <p:grpSpPr>
        <a:xfrm>
          <a:off x="0" y="0"/>
          <a:ext cx="0" cy="0"/>
          <a:chOff x="0" y="0"/>
          <a:chExt cx="0" cy="0"/>
        </a:xfrm>
      </p:grpSpPr>
      <p:sp>
        <p:nvSpPr>
          <p:cNvPr id="407" name="Rectangle 406">
            <a:extLst>
              <a:ext uri="{FF2B5EF4-FFF2-40B4-BE49-F238E27FC236}">
                <a16:creationId xmlns:a16="http://schemas.microsoft.com/office/drawing/2014/main" id="{03EED282-86BD-1622-F476-91D54B125C77}"/>
              </a:ext>
            </a:extLst>
          </p:cNvPr>
          <p:cNvSpPr/>
          <p:nvPr/>
        </p:nvSpPr>
        <p:spPr>
          <a:xfrm>
            <a:off x="476280" y="476460"/>
            <a:ext cx="8191080" cy="466473"/>
          </a:xfrm>
          <a:prstGeom prst="rect">
            <a:avLst/>
          </a:prstGeom>
          <a:noFill/>
          <a:ln w="0">
            <a:noFill/>
          </a:ln>
        </p:spPr>
        <p:style>
          <a:lnRef idx="0">
            <a:scrgbClr r="0" g="0" b="0"/>
          </a:lnRef>
          <a:fillRef idx="0">
            <a:scrgbClr r="0" g="0" b="0"/>
          </a:fillRef>
          <a:effectRef idx="0">
            <a:scrgbClr r="0" g="0" b="0"/>
          </a:effectRef>
          <a:fontRef idx="minor"/>
        </p:style>
        <p:txBody>
          <a:bodyPr anchor="t">
            <a:normAutofit/>
          </a:bodyPr>
          <a:lstStyle/>
          <a:p>
            <a:pPr defTabSz="914400">
              <a:lnSpc>
                <a:spcPct val="100000"/>
              </a:lnSpc>
              <a:tabLst>
                <a:tab pos="0" algn="l"/>
              </a:tabLst>
            </a:pPr>
            <a:r>
              <a:rPr lang="en-US" sz="2400" b="1" u="none" strike="noStrike" dirty="0">
                <a:solidFill>
                  <a:schemeClr val="dk1"/>
                </a:solidFill>
                <a:effectLst/>
                <a:uFillTx/>
                <a:latin typeface="Archivo Black"/>
              </a:rPr>
              <a:t>Requirements and User Roles</a:t>
            </a:r>
            <a:endParaRPr lang="en-US" sz="2400" b="1" u="none" strike="noStrike" dirty="0">
              <a:solidFill>
                <a:srgbClr val="000000"/>
              </a:solidFill>
              <a:effectLst/>
              <a:uFillTx/>
              <a:latin typeface="OpenSymbol"/>
            </a:endParaRPr>
          </a:p>
        </p:txBody>
      </p:sp>
      <p:sp>
        <p:nvSpPr>
          <p:cNvPr id="408" name="Rectangle 407">
            <a:extLst>
              <a:ext uri="{FF2B5EF4-FFF2-40B4-BE49-F238E27FC236}">
                <a16:creationId xmlns:a16="http://schemas.microsoft.com/office/drawing/2014/main" id="{7FE4E862-BE86-9C07-2464-2045DBC3025E}"/>
              </a:ext>
            </a:extLst>
          </p:cNvPr>
          <p:cNvSpPr/>
          <p:nvPr/>
        </p:nvSpPr>
        <p:spPr>
          <a:xfrm>
            <a:off x="476279" y="942933"/>
            <a:ext cx="5811107" cy="3724107"/>
          </a:xfrm>
          <a:prstGeom prst="rect">
            <a:avLst/>
          </a:prstGeom>
          <a:noFill/>
          <a:ln w="0">
            <a:noFill/>
          </a:ln>
        </p:spPr>
        <p:style>
          <a:lnRef idx="0">
            <a:scrgbClr r="0" g="0" b="0"/>
          </a:lnRef>
          <a:fillRef idx="0">
            <a:scrgbClr r="0" g="0" b="0"/>
          </a:fillRef>
          <a:effectRef idx="0">
            <a:scrgbClr r="0" g="0" b="0"/>
          </a:effectRef>
          <a:fontRef idx="minor"/>
        </p:style>
        <p:txBody>
          <a:bodyPr anchor="t">
            <a:noAutofit/>
          </a:bodyPr>
          <a:lstStyle/>
          <a:p>
            <a:pPr marL="285750" indent="-285750" defTabSz="914400">
              <a:lnSpc>
                <a:spcPct val="150000"/>
              </a:lnSpc>
              <a:buFont typeface="Arial" panose="020B0604020202020204" pitchFamily="34" charset="0"/>
              <a:buChar char="•"/>
              <a:tabLst>
                <a:tab pos="0" algn="l"/>
              </a:tabLst>
            </a:pPr>
            <a:r>
              <a:rPr lang="en-US" sz="1400" u="none" strike="noStrike" dirty="0">
                <a:solidFill>
                  <a:schemeClr val="dk1"/>
                </a:solidFill>
                <a:effectLst/>
                <a:uFillTx/>
                <a:latin typeface="Manrope"/>
              </a:rPr>
              <a:t>Full-stack</a:t>
            </a:r>
            <a:r>
              <a:rPr lang="en-US" sz="1400" b="1" u="none" strike="noStrike" dirty="0">
                <a:solidFill>
                  <a:schemeClr val="dk1"/>
                </a:solidFill>
                <a:effectLst/>
                <a:uFillTx/>
                <a:latin typeface="Manrope"/>
              </a:rPr>
              <a:t> e-commerce web application</a:t>
            </a:r>
            <a:r>
              <a:rPr lang="en-US" sz="1400" b="0" u="none" strike="noStrike" dirty="0">
                <a:solidFill>
                  <a:schemeClr val="dk1"/>
                </a:solidFill>
                <a:effectLst/>
                <a:uFillTx/>
                <a:latin typeface="Manrope"/>
              </a:rPr>
              <a:t> for purchasing </a:t>
            </a:r>
            <a:r>
              <a:rPr lang="en-US" sz="1400" b="1" u="none" strike="noStrike" dirty="0">
                <a:solidFill>
                  <a:schemeClr val="dk1"/>
                </a:solidFill>
                <a:effectLst/>
                <a:uFillTx/>
                <a:latin typeface="Manrope"/>
              </a:rPr>
              <a:t>travel packages</a:t>
            </a:r>
            <a:r>
              <a:rPr lang="en-US" sz="1400" b="0" u="none" strike="noStrike" dirty="0">
                <a:solidFill>
                  <a:schemeClr val="dk1"/>
                </a:solidFill>
                <a:effectLst/>
                <a:uFillTx/>
                <a:latin typeface="Manrope"/>
              </a:rPr>
              <a:t> (flights, hotels, activities).</a:t>
            </a:r>
          </a:p>
          <a:p>
            <a:pPr marL="285750" indent="-285750" defTabSz="914400">
              <a:lnSpc>
                <a:spcPct val="150000"/>
              </a:lnSpc>
              <a:buFont typeface="Arial" panose="020B0604020202020204" pitchFamily="34" charset="0"/>
              <a:buChar char="•"/>
              <a:tabLst>
                <a:tab pos="0" algn="l"/>
              </a:tabLst>
            </a:pPr>
            <a:r>
              <a:rPr lang="en-US" sz="1400" b="1" dirty="0">
                <a:solidFill>
                  <a:schemeClr val="dk1"/>
                </a:solidFill>
                <a:latin typeface="Manrope"/>
              </a:rPr>
              <a:t>Requirements</a:t>
            </a:r>
            <a:endParaRPr lang="en-US" sz="1400" dirty="0">
              <a:solidFill>
                <a:schemeClr val="dk1"/>
              </a:solidFill>
              <a:latin typeface="Manrope"/>
            </a:endParaRPr>
          </a:p>
          <a:p>
            <a:pPr marL="742950" lvl="1" indent="-285750">
              <a:lnSpc>
                <a:spcPct val="150000"/>
              </a:lnSpc>
              <a:buFont typeface="Courier New" panose="02070309020205020404" pitchFamily="49" charset="0"/>
              <a:buChar char="o"/>
              <a:tabLst>
                <a:tab pos="0" algn="l"/>
              </a:tabLst>
            </a:pPr>
            <a:r>
              <a:rPr lang="en-US" sz="1300" dirty="0">
                <a:solidFill>
                  <a:schemeClr val="dk1"/>
                </a:solidFill>
                <a:latin typeface="Manrope"/>
              </a:rPr>
              <a:t>Public access to the travel catalog and search for individual components.</a:t>
            </a:r>
          </a:p>
          <a:p>
            <a:pPr marL="742950" lvl="1" indent="-285750">
              <a:lnSpc>
                <a:spcPct val="150000"/>
              </a:lnSpc>
              <a:buFont typeface="Courier New" panose="02070309020205020404" pitchFamily="49" charset="0"/>
              <a:buChar char="o"/>
              <a:tabLst>
                <a:tab pos="0" algn="l"/>
              </a:tabLst>
            </a:pPr>
            <a:r>
              <a:rPr lang="en-US" sz="1300" dirty="0">
                <a:solidFill>
                  <a:schemeClr val="dk1"/>
                </a:solidFill>
                <a:latin typeface="Manrope"/>
              </a:rPr>
              <a:t>Purchase management and order status tracking.</a:t>
            </a:r>
          </a:p>
          <a:p>
            <a:pPr marL="742950" lvl="1" indent="-285750">
              <a:lnSpc>
                <a:spcPct val="150000"/>
              </a:lnSpc>
              <a:buFont typeface="Courier New" panose="02070309020205020404" pitchFamily="49" charset="0"/>
              <a:buChar char="o"/>
              <a:tabLst>
                <a:tab pos="0" algn="l"/>
              </a:tabLst>
            </a:pPr>
            <a:r>
              <a:rPr lang="en-US" sz="1300" dirty="0">
                <a:solidFill>
                  <a:schemeClr val="dk1"/>
                </a:solidFill>
                <a:latin typeface="Manrope"/>
              </a:rPr>
              <a:t>Integration with external services (e.g., online payment gateways).</a:t>
            </a:r>
          </a:p>
          <a:p>
            <a:pPr marL="742950" lvl="1" indent="-285750">
              <a:lnSpc>
                <a:spcPct val="150000"/>
              </a:lnSpc>
              <a:buFont typeface="Courier New" panose="02070309020205020404" pitchFamily="49" charset="0"/>
              <a:buChar char="o"/>
              <a:tabLst>
                <a:tab pos="0" algn="l"/>
              </a:tabLst>
            </a:pPr>
            <a:r>
              <a:rPr lang="en-US" sz="1300" dirty="0">
                <a:solidFill>
                  <a:schemeClr val="dk1"/>
                </a:solidFill>
                <a:latin typeface="Manrope"/>
              </a:rPr>
              <a:t>Email notifications for purchase confirmations.</a:t>
            </a:r>
          </a:p>
          <a:p>
            <a:pPr marL="285750" indent="-285750" defTabSz="914400">
              <a:lnSpc>
                <a:spcPct val="150000"/>
              </a:lnSpc>
              <a:buFont typeface="Arial" panose="020B0604020202020204" pitchFamily="34" charset="0"/>
              <a:buChar char="•"/>
              <a:tabLst>
                <a:tab pos="0" algn="l"/>
              </a:tabLst>
            </a:pPr>
            <a:r>
              <a:rPr lang="en-US" sz="1400" b="1" dirty="0">
                <a:solidFill>
                  <a:schemeClr val="dk1"/>
                </a:solidFill>
                <a:latin typeface="Manrope"/>
              </a:rPr>
              <a:t>User Roles</a:t>
            </a:r>
            <a:endParaRPr lang="en-US" sz="1400" dirty="0">
              <a:solidFill>
                <a:schemeClr val="dk1"/>
              </a:solidFill>
              <a:latin typeface="Manrope"/>
            </a:endParaRPr>
          </a:p>
          <a:p>
            <a:pPr marL="742950" lvl="1" indent="-285750">
              <a:lnSpc>
                <a:spcPct val="150000"/>
              </a:lnSpc>
              <a:buFont typeface="Courier New" panose="02070309020205020404" pitchFamily="49" charset="0"/>
              <a:buChar char="o"/>
              <a:tabLst>
                <a:tab pos="0" algn="l"/>
              </a:tabLst>
            </a:pPr>
            <a:r>
              <a:rPr lang="en-US" sz="1300" dirty="0">
                <a:solidFill>
                  <a:schemeClr val="dk1"/>
                </a:solidFill>
                <a:latin typeface="Manrope"/>
              </a:rPr>
              <a:t>CUSTOMER – Browse catalog and buy travel packages.</a:t>
            </a:r>
          </a:p>
          <a:p>
            <a:pPr marL="742950" lvl="1" indent="-285750">
              <a:lnSpc>
                <a:spcPct val="150000"/>
              </a:lnSpc>
              <a:buFont typeface="Courier New" panose="02070309020205020404" pitchFamily="49" charset="0"/>
              <a:buChar char="o"/>
              <a:tabLst>
                <a:tab pos="0" algn="l"/>
              </a:tabLst>
            </a:pPr>
            <a:r>
              <a:rPr lang="en-US" sz="1300" dirty="0">
                <a:solidFill>
                  <a:schemeClr val="dk1"/>
                </a:solidFill>
                <a:latin typeface="Manrope"/>
              </a:rPr>
              <a:t>TRAVEL AGENT – Create, publish and archive packages.</a:t>
            </a:r>
          </a:p>
          <a:p>
            <a:pPr marL="742950" lvl="1" indent="-285750">
              <a:lnSpc>
                <a:spcPct val="150000"/>
              </a:lnSpc>
              <a:buFont typeface="Courier New" panose="02070309020205020404" pitchFamily="49" charset="0"/>
              <a:buChar char="o"/>
              <a:tabLst>
                <a:tab pos="0" algn="l"/>
              </a:tabLst>
            </a:pPr>
            <a:r>
              <a:rPr lang="en-US" sz="1300" dirty="0">
                <a:solidFill>
                  <a:schemeClr val="dk1"/>
                </a:solidFill>
                <a:latin typeface="Manrope"/>
              </a:rPr>
              <a:t>ADMIN – Manage user accounts.</a:t>
            </a:r>
          </a:p>
        </p:txBody>
      </p:sp>
      <p:pic>
        <p:nvPicPr>
          <p:cNvPr id="2" name="Segnaposto contenuto 5" descr="Immagine che contiene aeromobile, creatività, aeroplano, pialla/aereo&#10;&#10;Il contenuto generato dall'IA potrebbe non essere corretto.">
            <a:extLst>
              <a:ext uri="{FF2B5EF4-FFF2-40B4-BE49-F238E27FC236}">
                <a16:creationId xmlns:a16="http://schemas.microsoft.com/office/drawing/2014/main" id="{DEC73B80-574A-A5DF-A835-F3C43779D53C}"/>
              </a:ext>
            </a:extLst>
          </p:cNvPr>
          <p:cNvPicPr>
            <a:picLocks noChangeAspect="1"/>
          </p:cNvPicPr>
          <p:nvPr/>
        </p:nvPicPr>
        <p:blipFill>
          <a:blip r:embed="rId3"/>
          <a:stretch>
            <a:fillRect/>
          </a:stretch>
        </p:blipFill>
        <p:spPr>
          <a:xfrm>
            <a:off x="6918668" y="1287328"/>
            <a:ext cx="1663632" cy="2568843"/>
          </a:xfrm>
          <a:prstGeom prst="rect">
            <a:avLst/>
          </a:prstGeom>
          <a:effectLst>
            <a:outerShdw blurRad="50800" dist="38100" dir="2700000" algn="tl" rotWithShape="0">
              <a:prstClr val="black">
                <a:alpha val="40000"/>
              </a:prstClr>
            </a:outerShdw>
            <a:reflection blurRad="25400" stA="50000" endPos="35000" dir="5400000" sy="-100000" algn="bl" rotWithShape="0"/>
            <a:softEdge rad="0"/>
          </a:effectLst>
        </p:spPr>
      </p:pic>
      <p:sp>
        <p:nvSpPr>
          <p:cNvPr id="3" name="Rectangle 2">
            <a:extLst>
              <a:ext uri="{FF2B5EF4-FFF2-40B4-BE49-F238E27FC236}">
                <a16:creationId xmlns:a16="http://schemas.microsoft.com/office/drawing/2014/main" id="{9AE091D9-B718-4250-C6A0-CC0AD9291DD4}"/>
              </a:ext>
            </a:extLst>
          </p:cNvPr>
          <p:cNvSpPr/>
          <p:nvPr/>
        </p:nvSpPr>
        <p:spPr>
          <a:xfrm>
            <a:off x="118108" y="529696"/>
            <a:ext cx="180000" cy="360000"/>
          </a:xfrm>
          <a:prstGeom prst="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lang="en-IT"/>
          </a:p>
        </p:txBody>
      </p:sp>
    </p:spTree>
    <p:extLst>
      <p:ext uri="{BB962C8B-B14F-4D97-AF65-F5344CB8AC3E}">
        <p14:creationId xmlns:p14="http://schemas.microsoft.com/office/powerpoint/2010/main" val="2321548114"/>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450C2F9-E3BC-C18F-DDA8-64C25CF972DE}"/>
            </a:ext>
          </a:extLst>
        </p:cNvPr>
        <p:cNvGrpSpPr/>
        <p:nvPr/>
      </p:nvGrpSpPr>
      <p:grpSpPr>
        <a:xfrm>
          <a:off x="0" y="0"/>
          <a:ext cx="0" cy="0"/>
          <a:chOff x="0" y="0"/>
          <a:chExt cx="0" cy="0"/>
        </a:xfrm>
      </p:grpSpPr>
      <p:sp>
        <p:nvSpPr>
          <p:cNvPr id="407" name="Rectangle 406">
            <a:extLst>
              <a:ext uri="{FF2B5EF4-FFF2-40B4-BE49-F238E27FC236}">
                <a16:creationId xmlns:a16="http://schemas.microsoft.com/office/drawing/2014/main" id="{99076059-73B0-F9A6-E610-5FD32253D975}"/>
              </a:ext>
            </a:extLst>
          </p:cNvPr>
          <p:cNvSpPr/>
          <p:nvPr/>
        </p:nvSpPr>
        <p:spPr>
          <a:xfrm>
            <a:off x="476280" y="476460"/>
            <a:ext cx="8191080" cy="466473"/>
          </a:xfrm>
          <a:prstGeom prst="rect">
            <a:avLst/>
          </a:prstGeom>
          <a:noFill/>
          <a:ln w="0">
            <a:noFill/>
          </a:ln>
        </p:spPr>
        <p:style>
          <a:lnRef idx="0">
            <a:scrgbClr r="0" g="0" b="0"/>
          </a:lnRef>
          <a:fillRef idx="0">
            <a:scrgbClr r="0" g="0" b="0"/>
          </a:fillRef>
          <a:effectRef idx="0">
            <a:scrgbClr r="0" g="0" b="0"/>
          </a:effectRef>
          <a:fontRef idx="minor"/>
        </p:style>
        <p:txBody>
          <a:bodyPr anchor="t">
            <a:normAutofit/>
          </a:bodyPr>
          <a:lstStyle/>
          <a:p>
            <a:pPr defTabSz="914400">
              <a:lnSpc>
                <a:spcPct val="100000"/>
              </a:lnSpc>
              <a:tabLst>
                <a:tab pos="0" algn="l"/>
              </a:tabLst>
            </a:pPr>
            <a:r>
              <a:rPr lang="en-US" sz="2400" b="1" u="none" strike="noStrike" dirty="0">
                <a:solidFill>
                  <a:schemeClr val="dk1"/>
                </a:solidFill>
                <a:effectLst/>
                <a:uFillTx/>
                <a:latin typeface="Archivo Black"/>
              </a:rPr>
              <a:t>Smart Travel – Homepage</a:t>
            </a:r>
            <a:endParaRPr lang="en-US" sz="2400" b="1" u="none" strike="noStrike" dirty="0">
              <a:solidFill>
                <a:srgbClr val="000000"/>
              </a:solidFill>
              <a:effectLst/>
              <a:uFillTx/>
              <a:latin typeface="OpenSymbol"/>
            </a:endParaRPr>
          </a:p>
        </p:txBody>
      </p:sp>
      <p:sp>
        <p:nvSpPr>
          <p:cNvPr id="3" name="Rectangle 2">
            <a:extLst>
              <a:ext uri="{FF2B5EF4-FFF2-40B4-BE49-F238E27FC236}">
                <a16:creationId xmlns:a16="http://schemas.microsoft.com/office/drawing/2014/main" id="{076299EA-9275-2332-AAE5-E7CDD7A15555}"/>
              </a:ext>
            </a:extLst>
          </p:cNvPr>
          <p:cNvSpPr/>
          <p:nvPr/>
        </p:nvSpPr>
        <p:spPr>
          <a:xfrm>
            <a:off x="118108" y="529696"/>
            <a:ext cx="180000" cy="360000"/>
          </a:xfrm>
          <a:prstGeom prst="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lang="en-IT"/>
          </a:p>
        </p:txBody>
      </p:sp>
      <p:pic>
        <p:nvPicPr>
          <p:cNvPr id="5" name="Picture 4">
            <a:extLst>
              <a:ext uri="{FF2B5EF4-FFF2-40B4-BE49-F238E27FC236}">
                <a16:creationId xmlns:a16="http://schemas.microsoft.com/office/drawing/2014/main" id="{E2956843-4F72-D470-CA36-999494D2C834}"/>
              </a:ext>
            </a:extLst>
          </p:cNvPr>
          <p:cNvPicPr>
            <a:picLocks noChangeAspect="1"/>
          </p:cNvPicPr>
          <p:nvPr/>
        </p:nvPicPr>
        <p:blipFill rotWithShape="1">
          <a:blip r:embed="rId3">
            <a:extLst>
              <a:ext uri="{28A0092B-C50C-407E-A947-70E740481C1C}">
                <a14:useLocalDpi xmlns:a14="http://schemas.microsoft.com/office/drawing/2010/main" val="0"/>
              </a:ext>
            </a:extLst>
          </a:blip>
          <a:srcRect l="-21" t="-1" r="-1" b="5938"/>
          <a:stretch>
            <a:fillRect/>
          </a:stretch>
        </p:blipFill>
        <p:spPr>
          <a:xfrm>
            <a:off x="476280" y="942933"/>
            <a:ext cx="6400800" cy="4118165"/>
          </a:xfrm>
          <a:prstGeom prst="rect">
            <a:avLst/>
          </a:prstGeom>
        </p:spPr>
      </p:pic>
    </p:spTree>
    <p:extLst>
      <p:ext uri="{BB962C8B-B14F-4D97-AF65-F5344CB8AC3E}">
        <p14:creationId xmlns:p14="http://schemas.microsoft.com/office/powerpoint/2010/main" val="1431631614"/>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4D6A400-FEA0-CFD1-F5AC-362E82CA7338}"/>
            </a:ext>
          </a:extLst>
        </p:cNvPr>
        <p:cNvGrpSpPr/>
        <p:nvPr/>
      </p:nvGrpSpPr>
      <p:grpSpPr>
        <a:xfrm>
          <a:off x="0" y="0"/>
          <a:ext cx="0" cy="0"/>
          <a:chOff x="0" y="0"/>
          <a:chExt cx="0" cy="0"/>
        </a:xfrm>
      </p:grpSpPr>
      <p:sp>
        <p:nvSpPr>
          <p:cNvPr id="407" name="Rectangle 406">
            <a:extLst>
              <a:ext uri="{FF2B5EF4-FFF2-40B4-BE49-F238E27FC236}">
                <a16:creationId xmlns:a16="http://schemas.microsoft.com/office/drawing/2014/main" id="{84389CCD-B2D9-EF17-302D-103EAF8057D0}"/>
              </a:ext>
            </a:extLst>
          </p:cNvPr>
          <p:cNvSpPr/>
          <p:nvPr/>
        </p:nvSpPr>
        <p:spPr>
          <a:xfrm>
            <a:off x="476280" y="476460"/>
            <a:ext cx="8191080" cy="466473"/>
          </a:xfrm>
          <a:prstGeom prst="rect">
            <a:avLst/>
          </a:prstGeom>
          <a:noFill/>
          <a:ln w="0">
            <a:noFill/>
          </a:ln>
        </p:spPr>
        <p:style>
          <a:lnRef idx="0">
            <a:scrgbClr r="0" g="0" b="0"/>
          </a:lnRef>
          <a:fillRef idx="0">
            <a:scrgbClr r="0" g="0" b="0"/>
          </a:fillRef>
          <a:effectRef idx="0">
            <a:scrgbClr r="0" g="0" b="0"/>
          </a:effectRef>
          <a:fontRef idx="minor"/>
        </p:style>
        <p:txBody>
          <a:bodyPr anchor="t">
            <a:normAutofit/>
          </a:bodyPr>
          <a:lstStyle/>
          <a:p>
            <a:pPr defTabSz="914400">
              <a:lnSpc>
                <a:spcPct val="100000"/>
              </a:lnSpc>
              <a:tabLst>
                <a:tab pos="0" algn="l"/>
              </a:tabLst>
            </a:pPr>
            <a:r>
              <a:rPr lang="en-US" sz="2400" b="1" u="none" strike="noStrike" dirty="0">
                <a:solidFill>
                  <a:schemeClr val="dk1"/>
                </a:solidFill>
                <a:effectLst/>
                <a:uFillTx/>
                <a:latin typeface="Archivo Black"/>
              </a:rPr>
              <a:t>Smart Travel – Flight Search</a:t>
            </a:r>
            <a:endParaRPr lang="en-US" sz="2400" b="1" u="none" strike="noStrike" dirty="0">
              <a:solidFill>
                <a:srgbClr val="000000"/>
              </a:solidFill>
              <a:effectLst/>
              <a:uFillTx/>
              <a:latin typeface="OpenSymbol"/>
            </a:endParaRPr>
          </a:p>
        </p:txBody>
      </p:sp>
      <p:sp>
        <p:nvSpPr>
          <p:cNvPr id="3" name="Rectangle 2">
            <a:extLst>
              <a:ext uri="{FF2B5EF4-FFF2-40B4-BE49-F238E27FC236}">
                <a16:creationId xmlns:a16="http://schemas.microsoft.com/office/drawing/2014/main" id="{A6A3EAC4-1F17-0372-8ACC-7AB77D74B430}"/>
              </a:ext>
            </a:extLst>
          </p:cNvPr>
          <p:cNvSpPr/>
          <p:nvPr/>
        </p:nvSpPr>
        <p:spPr>
          <a:xfrm>
            <a:off x="118108" y="529696"/>
            <a:ext cx="180000" cy="360000"/>
          </a:xfrm>
          <a:prstGeom prst="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lang="en-IT"/>
          </a:p>
        </p:txBody>
      </p:sp>
      <p:pic>
        <p:nvPicPr>
          <p:cNvPr id="4" name="Picture 3">
            <a:extLst>
              <a:ext uri="{FF2B5EF4-FFF2-40B4-BE49-F238E27FC236}">
                <a16:creationId xmlns:a16="http://schemas.microsoft.com/office/drawing/2014/main" id="{DA8FB4D6-BE38-6D3A-77C4-35D54B0C30C5}"/>
              </a:ext>
            </a:extLst>
          </p:cNvPr>
          <p:cNvPicPr>
            <a:picLocks noChangeAspect="1"/>
          </p:cNvPicPr>
          <p:nvPr/>
        </p:nvPicPr>
        <p:blipFill>
          <a:blip r:embed="rId3">
            <a:extLst>
              <a:ext uri="{28A0092B-C50C-407E-A947-70E740481C1C}">
                <a14:useLocalDpi xmlns:a14="http://schemas.microsoft.com/office/drawing/2010/main" val="0"/>
              </a:ext>
            </a:extLst>
          </a:blip>
          <a:srcRect b="32953"/>
          <a:stretch>
            <a:fillRect/>
          </a:stretch>
        </p:blipFill>
        <p:spPr>
          <a:xfrm>
            <a:off x="476280" y="942933"/>
            <a:ext cx="7772400" cy="3444949"/>
          </a:xfrm>
          <a:prstGeom prst="rect">
            <a:avLst/>
          </a:prstGeom>
        </p:spPr>
      </p:pic>
    </p:spTree>
    <p:extLst>
      <p:ext uri="{BB962C8B-B14F-4D97-AF65-F5344CB8AC3E}">
        <p14:creationId xmlns:p14="http://schemas.microsoft.com/office/powerpoint/2010/main" val="2342121853"/>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90F8E53-8F85-60CA-E757-7D6A4C8E540C}"/>
            </a:ext>
          </a:extLst>
        </p:cNvPr>
        <p:cNvGrpSpPr/>
        <p:nvPr/>
      </p:nvGrpSpPr>
      <p:grpSpPr>
        <a:xfrm>
          <a:off x="0" y="0"/>
          <a:ext cx="0" cy="0"/>
          <a:chOff x="0" y="0"/>
          <a:chExt cx="0" cy="0"/>
        </a:xfrm>
      </p:grpSpPr>
      <p:sp>
        <p:nvSpPr>
          <p:cNvPr id="407" name="Rectangle 406">
            <a:extLst>
              <a:ext uri="{FF2B5EF4-FFF2-40B4-BE49-F238E27FC236}">
                <a16:creationId xmlns:a16="http://schemas.microsoft.com/office/drawing/2014/main" id="{6B7A33C4-3865-5AAE-6906-702EC0427D60}"/>
              </a:ext>
            </a:extLst>
          </p:cNvPr>
          <p:cNvSpPr/>
          <p:nvPr/>
        </p:nvSpPr>
        <p:spPr>
          <a:xfrm>
            <a:off x="476280" y="476460"/>
            <a:ext cx="8191080" cy="466473"/>
          </a:xfrm>
          <a:prstGeom prst="rect">
            <a:avLst/>
          </a:prstGeom>
          <a:noFill/>
          <a:ln w="0">
            <a:noFill/>
          </a:ln>
        </p:spPr>
        <p:style>
          <a:lnRef idx="0">
            <a:scrgbClr r="0" g="0" b="0"/>
          </a:lnRef>
          <a:fillRef idx="0">
            <a:scrgbClr r="0" g="0" b="0"/>
          </a:fillRef>
          <a:effectRef idx="0">
            <a:scrgbClr r="0" g="0" b="0"/>
          </a:effectRef>
          <a:fontRef idx="minor"/>
        </p:style>
        <p:txBody>
          <a:bodyPr anchor="t">
            <a:normAutofit/>
          </a:bodyPr>
          <a:lstStyle/>
          <a:p>
            <a:pPr defTabSz="914400">
              <a:lnSpc>
                <a:spcPct val="100000"/>
              </a:lnSpc>
              <a:tabLst>
                <a:tab pos="0" algn="l"/>
              </a:tabLst>
            </a:pPr>
            <a:r>
              <a:rPr lang="en-US" sz="2400" b="1" u="none" strike="noStrike" dirty="0">
                <a:solidFill>
                  <a:schemeClr val="dk1"/>
                </a:solidFill>
                <a:effectLst/>
                <a:uFillTx/>
                <a:latin typeface="Archivo Black"/>
              </a:rPr>
              <a:t>Smart Travel – Checkout</a:t>
            </a:r>
            <a:endParaRPr lang="en-US" sz="2400" b="1" u="none" strike="noStrike" dirty="0">
              <a:solidFill>
                <a:srgbClr val="000000"/>
              </a:solidFill>
              <a:effectLst/>
              <a:uFillTx/>
              <a:latin typeface="OpenSymbol"/>
            </a:endParaRPr>
          </a:p>
        </p:txBody>
      </p:sp>
      <p:sp>
        <p:nvSpPr>
          <p:cNvPr id="3" name="Rectangle 2">
            <a:extLst>
              <a:ext uri="{FF2B5EF4-FFF2-40B4-BE49-F238E27FC236}">
                <a16:creationId xmlns:a16="http://schemas.microsoft.com/office/drawing/2014/main" id="{3D026C72-8A2F-E9BB-382A-F1367C396C32}"/>
              </a:ext>
            </a:extLst>
          </p:cNvPr>
          <p:cNvSpPr/>
          <p:nvPr/>
        </p:nvSpPr>
        <p:spPr>
          <a:xfrm>
            <a:off x="118108" y="529696"/>
            <a:ext cx="180000" cy="360000"/>
          </a:xfrm>
          <a:prstGeom prst="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lang="en-IT"/>
          </a:p>
        </p:txBody>
      </p:sp>
      <p:pic>
        <p:nvPicPr>
          <p:cNvPr id="5" name="Picture 4">
            <a:extLst>
              <a:ext uri="{FF2B5EF4-FFF2-40B4-BE49-F238E27FC236}">
                <a16:creationId xmlns:a16="http://schemas.microsoft.com/office/drawing/2014/main" id="{1D18FDCA-E6FF-FF92-1B6E-BEC53FD9418E}"/>
              </a:ext>
            </a:extLst>
          </p:cNvPr>
          <p:cNvPicPr>
            <a:picLocks noChangeAspect="1"/>
          </p:cNvPicPr>
          <p:nvPr/>
        </p:nvPicPr>
        <p:blipFill>
          <a:blip r:embed="rId3">
            <a:extLst>
              <a:ext uri="{28A0092B-C50C-407E-A947-70E740481C1C}">
                <a14:useLocalDpi xmlns:a14="http://schemas.microsoft.com/office/drawing/2010/main" val="0"/>
              </a:ext>
            </a:extLst>
          </a:blip>
          <a:srcRect b="13363"/>
          <a:stretch>
            <a:fillRect/>
          </a:stretch>
        </p:blipFill>
        <p:spPr>
          <a:xfrm>
            <a:off x="476280" y="942933"/>
            <a:ext cx="6810567" cy="3900626"/>
          </a:xfrm>
          <a:prstGeom prst="rect">
            <a:avLst/>
          </a:prstGeom>
        </p:spPr>
      </p:pic>
    </p:spTree>
    <p:extLst>
      <p:ext uri="{BB962C8B-B14F-4D97-AF65-F5344CB8AC3E}">
        <p14:creationId xmlns:p14="http://schemas.microsoft.com/office/powerpoint/2010/main" val="2110113554"/>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13C3C8D-06B4-14FB-1EC1-EDA53B04904F}"/>
            </a:ext>
          </a:extLst>
        </p:cNvPr>
        <p:cNvGrpSpPr/>
        <p:nvPr/>
      </p:nvGrpSpPr>
      <p:grpSpPr>
        <a:xfrm>
          <a:off x="0" y="0"/>
          <a:ext cx="0" cy="0"/>
          <a:chOff x="0" y="0"/>
          <a:chExt cx="0" cy="0"/>
        </a:xfrm>
      </p:grpSpPr>
      <p:sp>
        <p:nvSpPr>
          <p:cNvPr id="5" name="Rectangle 4">
            <a:extLst>
              <a:ext uri="{FF2B5EF4-FFF2-40B4-BE49-F238E27FC236}">
                <a16:creationId xmlns:a16="http://schemas.microsoft.com/office/drawing/2014/main" id="{38BF0DAF-3FDE-4490-75E2-10F00610FBBA}"/>
              </a:ext>
            </a:extLst>
          </p:cNvPr>
          <p:cNvSpPr/>
          <p:nvPr/>
        </p:nvSpPr>
        <p:spPr>
          <a:xfrm>
            <a:off x="476280" y="476460"/>
            <a:ext cx="8191080" cy="466473"/>
          </a:xfrm>
          <a:prstGeom prst="rect">
            <a:avLst/>
          </a:prstGeom>
          <a:noFill/>
          <a:ln w="0">
            <a:noFill/>
          </a:ln>
        </p:spPr>
        <p:style>
          <a:lnRef idx="0">
            <a:scrgbClr r="0" g="0" b="0"/>
          </a:lnRef>
          <a:fillRef idx="0">
            <a:scrgbClr r="0" g="0" b="0"/>
          </a:fillRef>
          <a:effectRef idx="0">
            <a:scrgbClr r="0" g="0" b="0"/>
          </a:effectRef>
          <a:fontRef idx="minor"/>
        </p:style>
        <p:txBody>
          <a:bodyPr anchor="t">
            <a:normAutofit/>
          </a:bodyPr>
          <a:lstStyle/>
          <a:p>
            <a:pPr defTabSz="914400">
              <a:lnSpc>
                <a:spcPct val="100000"/>
              </a:lnSpc>
              <a:tabLst>
                <a:tab pos="0" algn="l"/>
              </a:tabLst>
            </a:pPr>
            <a:r>
              <a:rPr lang="en-US" sz="2400" b="1" u="none" strike="noStrike" dirty="0">
                <a:solidFill>
                  <a:schemeClr val="dk1"/>
                </a:solidFill>
                <a:effectLst/>
                <a:uFillTx/>
                <a:latin typeface="Archivo Black"/>
              </a:rPr>
              <a:t>Why Cloud-Native? From Monoliths to Microservices</a:t>
            </a:r>
            <a:endParaRPr lang="en-US" sz="2400" u="none" strike="noStrike" dirty="0">
              <a:solidFill>
                <a:srgbClr val="000000"/>
              </a:solidFill>
              <a:effectLst/>
              <a:uFillTx/>
              <a:latin typeface="OpenSymbol"/>
            </a:endParaRPr>
          </a:p>
        </p:txBody>
      </p:sp>
      <p:grpSp>
        <p:nvGrpSpPr>
          <p:cNvPr id="14" name="Group 13">
            <a:extLst>
              <a:ext uri="{FF2B5EF4-FFF2-40B4-BE49-F238E27FC236}">
                <a16:creationId xmlns:a16="http://schemas.microsoft.com/office/drawing/2014/main" id="{D41CA1FD-9A30-ED49-A1EA-7BBAE1E29981}"/>
              </a:ext>
            </a:extLst>
          </p:cNvPr>
          <p:cNvGrpSpPr/>
          <p:nvPr/>
        </p:nvGrpSpPr>
        <p:grpSpPr>
          <a:xfrm>
            <a:off x="720000" y="1046390"/>
            <a:ext cx="2633970" cy="2650285"/>
            <a:chOff x="720000" y="1092958"/>
            <a:chExt cx="2667177" cy="2791464"/>
          </a:xfrm>
        </p:grpSpPr>
        <p:sp>
          <p:nvSpPr>
            <p:cNvPr id="9" name="PlaceHolder 2">
              <a:extLst>
                <a:ext uri="{FF2B5EF4-FFF2-40B4-BE49-F238E27FC236}">
                  <a16:creationId xmlns:a16="http://schemas.microsoft.com/office/drawing/2014/main" id="{EABE2B64-0D12-C15B-B099-88B9A414EC7C}"/>
                </a:ext>
              </a:extLst>
            </p:cNvPr>
            <p:cNvSpPr txBox="1">
              <a:spLocks/>
            </p:cNvSpPr>
            <p:nvPr/>
          </p:nvSpPr>
          <p:spPr>
            <a:xfrm>
              <a:off x="720000" y="1092958"/>
              <a:ext cx="2667177" cy="466473"/>
            </a:xfrm>
            <a:prstGeom prst="rect">
              <a:avLst/>
            </a:prstGeom>
            <a:noFill/>
            <a:ln w="28575">
              <a:noFill/>
            </a:ln>
          </p:spPr>
          <p:txBody>
            <a:bodyPr lIns="91440" tIns="91440" rIns="91440" bIns="9144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algn="ctr">
                <a:lnSpc>
                  <a:spcPct val="100000"/>
                </a:lnSpc>
                <a:tabLst>
                  <a:tab pos="0" algn="l"/>
                </a:tabLst>
              </a:pPr>
              <a:r>
                <a:rPr lang="en-US" sz="1600" b="1" dirty="0">
                  <a:solidFill>
                    <a:schemeClr val="dk1"/>
                  </a:solidFill>
                  <a:latin typeface="Manrope"/>
                  <a:ea typeface="+mn-ea"/>
                  <a:cs typeface="+mn-cs"/>
                </a:rPr>
                <a:t>MONOLITHIC</a:t>
              </a:r>
              <a:r>
                <a:rPr lang="en-US" sz="1600" b="1" dirty="0">
                  <a:solidFill>
                    <a:schemeClr val="dk1"/>
                  </a:solidFill>
                  <a:latin typeface="Manrope"/>
                  <a:ea typeface="Manrope"/>
                </a:rPr>
                <a:t> ARCHITECTURE</a:t>
              </a:r>
              <a:endParaRPr lang="en-US" sz="1600" b="1" dirty="0">
                <a:solidFill>
                  <a:srgbClr val="000000"/>
                </a:solidFill>
                <a:latin typeface="OpenSymbol"/>
              </a:endParaRPr>
            </a:p>
          </p:txBody>
        </p:sp>
        <p:pic>
          <p:nvPicPr>
            <p:cNvPr id="11" name="Picture 10">
              <a:extLst>
                <a:ext uri="{FF2B5EF4-FFF2-40B4-BE49-F238E27FC236}">
                  <a16:creationId xmlns:a16="http://schemas.microsoft.com/office/drawing/2014/main" id="{A687CF7B-AF93-7C35-B8D1-73A11CAF4DB4}"/>
                </a:ext>
              </a:extLst>
            </p:cNvPr>
            <p:cNvPicPr>
              <a:picLocks noChangeAspect="1"/>
            </p:cNvPicPr>
            <p:nvPr/>
          </p:nvPicPr>
          <p:blipFill>
            <a:blip r:embed="rId3">
              <a:extLst>
                <a:ext uri="{28A0092B-C50C-407E-A947-70E740481C1C}">
                  <a14:useLocalDpi xmlns:a14="http://schemas.microsoft.com/office/drawing/2010/main" val="0"/>
                </a:ext>
              </a:extLst>
            </a:blip>
            <a:srcRect l="9702" t="23697" r="67414" b="4637"/>
            <a:stretch>
              <a:fillRect/>
            </a:stretch>
          </p:blipFill>
          <p:spPr>
            <a:xfrm>
              <a:off x="1327030" y="1609053"/>
              <a:ext cx="1453116" cy="2275369"/>
            </a:xfrm>
            <a:prstGeom prst="rect">
              <a:avLst/>
            </a:prstGeom>
          </p:spPr>
        </p:pic>
      </p:grpSp>
      <p:grpSp>
        <p:nvGrpSpPr>
          <p:cNvPr id="13" name="Group 12">
            <a:extLst>
              <a:ext uri="{FF2B5EF4-FFF2-40B4-BE49-F238E27FC236}">
                <a16:creationId xmlns:a16="http://schemas.microsoft.com/office/drawing/2014/main" id="{83534B15-4110-288A-DC38-E50648F582D5}"/>
              </a:ext>
            </a:extLst>
          </p:cNvPr>
          <p:cNvGrpSpPr/>
          <p:nvPr/>
        </p:nvGrpSpPr>
        <p:grpSpPr>
          <a:xfrm>
            <a:off x="4920559" y="1042757"/>
            <a:ext cx="2859433" cy="2650285"/>
            <a:chOff x="4861119" y="1092958"/>
            <a:chExt cx="2955851" cy="2741842"/>
          </a:xfrm>
        </p:grpSpPr>
        <p:sp>
          <p:nvSpPr>
            <p:cNvPr id="10" name="PlaceHolder 2">
              <a:extLst>
                <a:ext uri="{FF2B5EF4-FFF2-40B4-BE49-F238E27FC236}">
                  <a16:creationId xmlns:a16="http://schemas.microsoft.com/office/drawing/2014/main" id="{C690E3D3-84AE-DF41-AD61-E00F13BC3A10}"/>
                </a:ext>
              </a:extLst>
            </p:cNvPr>
            <p:cNvSpPr txBox="1">
              <a:spLocks/>
            </p:cNvSpPr>
            <p:nvPr/>
          </p:nvSpPr>
          <p:spPr>
            <a:xfrm>
              <a:off x="4861119" y="1092958"/>
              <a:ext cx="2955321" cy="466473"/>
            </a:xfrm>
            <a:prstGeom prst="rect">
              <a:avLst/>
            </a:prstGeom>
            <a:noFill/>
            <a:ln w="28575">
              <a:noFill/>
            </a:ln>
          </p:spPr>
          <p:txBody>
            <a:bodyPr lIns="91440" tIns="91440" rIns="91440" bIns="9144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algn="ctr">
                <a:lnSpc>
                  <a:spcPct val="100000"/>
                </a:lnSpc>
                <a:tabLst>
                  <a:tab pos="0" algn="l"/>
                </a:tabLst>
              </a:pPr>
              <a:r>
                <a:rPr lang="en-US" sz="1600" b="1" dirty="0">
                  <a:solidFill>
                    <a:schemeClr val="dk1"/>
                  </a:solidFill>
                  <a:latin typeface="Manrope"/>
                  <a:ea typeface="+mn-ea"/>
                  <a:cs typeface="+mn-cs"/>
                </a:rPr>
                <a:t>MICROSERVICE</a:t>
              </a:r>
              <a:r>
                <a:rPr lang="en-US" sz="1600" b="1" dirty="0">
                  <a:solidFill>
                    <a:schemeClr val="dk1"/>
                  </a:solidFill>
                  <a:latin typeface="Manrope"/>
                  <a:ea typeface="Manrope"/>
                </a:rPr>
                <a:t> ARCHITECTURE</a:t>
              </a:r>
              <a:endParaRPr lang="en-US" sz="1600" b="1" dirty="0">
                <a:solidFill>
                  <a:srgbClr val="000000"/>
                </a:solidFill>
                <a:latin typeface="OpenSymbol"/>
              </a:endParaRPr>
            </a:p>
          </p:txBody>
        </p:sp>
        <p:pic>
          <p:nvPicPr>
            <p:cNvPr id="12" name="Picture 11">
              <a:extLst>
                <a:ext uri="{FF2B5EF4-FFF2-40B4-BE49-F238E27FC236}">
                  <a16:creationId xmlns:a16="http://schemas.microsoft.com/office/drawing/2014/main" id="{25650FD0-D0EC-C71D-F84D-383538AB7059}"/>
                </a:ext>
              </a:extLst>
            </p:cNvPr>
            <p:cNvPicPr>
              <a:picLocks noChangeAspect="1"/>
            </p:cNvPicPr>
            <p:nvPr/>
          </p:nvPicPr>
          <p:blipFill>
            <a:blip r:embed="rId3">
              <a:extLst>
                <a:ext uri="{28A0092B-C50C-407E-A947-70E740481C1C}">
                  <a14:useLocalDpi xmlns:a14="http://schemas.microsoft.com/office/drawing/2010/main" val="0"/>
                </a:ext>
              </a:extLst>
            </a:blip>
            <a:srcRect l="47656" t="23697" r="5796" b="4637"/>
            <a:stretch>
              <a:fillRect/>
            </a:stretch>
          </p:blipFill>
          <p:spPr>
            <a:xfrm>
              <a:off x="4861119" y="1559431"/>
              <a:ext cx="2955851" cy="2275369"/>
            </a:xfrm>
            <a:prstGeom prst="rect">
              <a:avLst/>
            </a:prstGeom>
          </p:spPr>
        </p:pic>
      </p:grpSp>
      <p:sp>
        <p:nvSpPr>
          <p:cNvPr id="15" name="Right Arrow 14">
            <a:extLst>
              <a:ext uri="{FF2B5EF4-FFF2-40B4-BE49-F238E27FC236}">
                <a16:creationId xmlns:a16="http://schemas.microsoft.com/office/drawing/2014/main" id="{EB851988-F476-9080-D2F4-EB08E20B1DBE}"/>
              </a:ext>
            </a:extLst>
          </p:cNvPr>
          <p:cNvSpPr/>
          <p:nvPr/>
        </p:nvSpPr>
        <p:spPr>
          <a:xfrm>
            <a:off x="3539308" y="2240845"/>
            <a:ext cx="992372" cy="375684"/>
          </a:xfrm>
          <a:prstGeom prst="rightArrow">
            <a:avLst/>
          </a:prstGeom>
          <a:gradFill flip="none" rotWithShape="1">
            <a:gsLst>
              <a:gs pos="0">
                <a:schemeClr val="dk1">
                  <a:lumMod val="67000"/>
                </a:schemeClr>
              </a:gs>
              <a:gs pos="48000">
                <a:schemeClr val="dk1">
                  <a:lumMod val="97000"/>
                  <a:lumOff val="3000"/>
                </a:schemeClr>
              </a:gs>
              <a:gs pos="100000">
                <a:schemeClr val="dk1">
                  <a:lumMod val="60000"/>
                  <a:lumOff val="40000"/>
                </a:schemeClr>
              </a:gs>
            </a:gsLst>
            <a:lin ang="16200000" scaled="1"/>
            <a:tileRect/>
          </a:gra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lang="en-IT"/>
          </a:p>
        </p:txBody>
      </p:sp>
      <p:sp>
        <p:nvSpPr>
          <p:cNvPr id="17" name="Rectangle 16">
            <a:extLst>
              <a:ext uri="{FF2B5EF4-FFF2-40B4-BE49-F238E27FC236}">
                <a16:creationId xmlns:a16="http://schemas.microsoft.com/office/drawing/2014/main" id="{17637DAA-1FBF-3ABD-C6BD-48612AEC3D04}"/>
              </a:ext>
            </a:extLst>
          </p:cNvPr>
          <p:cNvSpPr/>
          <p:nvPr/>
        </p:nvSpPr>
        <p:spPr>
          <a:xfrm>
            <a:off x="118108" y="529696"/>
            <a:ext cx="180000" cy="360000"/>
          </a:xfrm>
          <a:prstGeom prst="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lang="en-IT"/>
          </a:p>
        </p:txBody>
      </p:sp>
      <p:sp>
        <p:nvSpPr>
          <p:cNvPr id="2" name="Text Placeholder 2">
            <a:extLst>
              <a:ext uri="{FF2B5EF4-FFF2-40B4-BE49-F238E27FC236}">
                <a16:creationId xmlns:a16="http://schemas.microsoft.com/office/drawing/2014/main" id="{829A6E6E-6267-1BCA-8185-B3DC15D591A8}"/>
              </a:ext>
            </a:extLst>
          </p:cNvPr>
          <p:cNvSpPr txBox="1">
            <a:spLocks/>
          </p:cNvSpPr>
          <p:nvPr/>
        </p:nvSpPr>
        <p:spPr>
          <a:xfrm>
            <a:off x="720000" y="3834809"/>
            <a:ext cx="3811680" cy="1169580"/>
          </a:xfrm>
          <a:prstGeom prst="rect">
            <a:avLst/>
          </a:prstGeom>
        </p:spPr>
        <p:txBody>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Font typeface="Arial" panose="020B0604020202020204" pitchFamily="34" charset="0"/>
              <a:buNone/>
            </a:pPr>
            <a:r>
              <a:rPr lang="en-IT" sz="1400" dirty="0">
                <a:solidFill>
                  <a:schemeClr val="dk1"/>
                </a:solidFill>
                <a:latin typeface="Manrope"/>
              </a:rPr>
              <a:t>❌  </a:t>
            </a:r>
            <a:r>
              <a:rPr lang="en-GB" sz="1400" dirty="0">
                <a:solidFill>
                  <a:schemeClr val="dk1"/>
                </a:solidFill>
                <a:latin typeface="Manrope"/>
              </a:rPr>
              <a:t>Single point of failure</a:t>
            </a:r>
          </a:p>
          <a:p>
            <a:pPr marL="0" indent="0">
              <a:buFont typeface="Arial" panose="020B0604020202020204" pitchFamily="34" charset="0"/>
              <a:buNone/>
            </a:pPr>
            <a:r>
              <a:rPr lang="en-IT" sz="1400" dirty="0">
                <a:solidFill>
                  <a:schemeClr val="dk1"/>
                </a:solidFill>
                <a:latin typeface="Manrope"/>
              </a:rPr>
              <a:t>❌  </a:t>
            </a:r>
            <a:r>
              <a:rPr lang="en-GB" sz="1400" dirty="0">
                <a:solidFill>
                  <a:schemeClr val="dk1"/>
                </a:solidFill>
                <a:latin typeface="Manrope"/>
              </a:rPr>
              <a:t>Hard to scale under heavy traffic</a:t>
            </a:r>
          </a:p>
          <a:p>
            <a:pPr marL="0" indent="0">
              <a:buFont typeface="Arial" panose="020B0604020202020204" pitchFamily="34" charset="0"/>
              <a:buNone/>
            </a:pPr>
            <a:r>
              <a:rPr lang="en-IT" sz="1400" dirty="0">
                <a:solidFill>
                  <a:schemeClr val="dk1"/>
                </a:solidFill>
                <a:latin typeface="Manrope"/>
              </a:rPr>
              <a:t>❌  </a:t>
            </a:r>
            <a:r>
              <a:rPr lang="en-GB" sz="1400" dirty="0">
                <a:solidFill>
                  <a:schemeClr val="dk1"/>
                </a:solidFill>
                <a:latin typeface="Manrope"/>
              </a:rPr>
              <a:t>Slow release cycles</a:t>
            </a:r>
          </a:p>
          <a:p>
            <a:pPr marL="0" indent="0">
              <a:buFont typeface="Arial" panose="020B0604020202020204" pitchFamily="34" charset="0"/>
              <a:buNone/>
            </a:pPr>
            <a:r>
              <a:rPr lang="en-IT" sz="1400" dirty="0">
                <a:solidFill>
                  <a:schemeClr val="dk1"/>
                </a:solidFill>
                <a:latin typeface="Manrope"/>
              </a:rPr>
              <a:t>✅  Simpler to build and deploy</a:t>
            </a:r>
          </a:p>
          <a:p>
            <a:pPr marL="0" indent="0">
              <a:buFont typeface="Arial" panose="020B0604020202020204" pitchFamily="34" charset="0"/>
              <a:buNone/>
            </a:pPr>
            <a:endParaRPr lang="en-IT" sz="1400" dirty="0">
              <a:solidFill>
                <a:schemeClr val="dk1"/>
              </a:solidFill>
              <a:latin typeface="Manrope"/>
            </a:endParaRPr>
          </a:p>
        </p:txBody>
      </p:sp>
      <p:sp>
        <p:nvSpPr>
          <p:cNvPr id="6" name="Text Placeholder 3">
            <a:extLst>
              <a:ext uri="{FF2B5EF4-FFF2-40B4-BE49-F238E27FC236}">
                <a16:creationId xmlns:a16="http://schemas.microsoft.com/office/drawing/2014/main" id="{DC525CE4-9D42-B363-4920-2E56458E7E8D}"/>
              </a:ext>
            </a:extLst>
          </p:cNvPr>
          <p:cNvSpPr txBox="1">
            <a:spLocks/>
          </p:cNvSpPr>
          <p:nvPr/>
        </p:nvSpPr>
        <p:spPr>
          <a:xfrm>
            <a:off x="4855680" y="3834809"/>
            <a:ext cx="3811680" cy="1169580"/>
          </a:xfrm>
          <a:prstGeom prst="rect">
            <a:avLst/>
          </a:prstGeom>
        </p:spPr>
        <p:txBody>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Font typeface="Arial" panose="020B0604020202020204" pitchFamily="34" charset="0"/>
              <a:buNone/>
            </a:pPr>
            <a:r>
              <a:rPr lang="en-IT" sz="1400" dirty="0">
                <a:solidFill>
                  <a:schemeClr val="dk1"/>
                </a:solidFill>
                <a:latin typeface="Manrope"/>
              </a:rPr>
              <a:t>✅  </a:t>
            </a:r>
            <a:r>
              <a:rPr lang="en-GB" sz="1400" dirty="0">
                <a:solidFill>
                  <a:schemeClr val="dk1"/>
                </a:solidFill>
                <a:latin typeface="Manrope"/>
              </a:rPr>
              <a:t>Fault isolation (If one fails, the rest survive)</a:t>
            </a:r>
          </a:p>
          <a:p>
            <a:pPr marL="0" indent="0">
              <a:buFont typeface="Arial" panose="020B0604020202020204" pitchFamily="34" charset="0"/>
              <a:buNone/>
            </a:pPr>
            <a:r>
              <a:rPr lang="en-IT" sz="1400" dirty="0">
                <a:solidFill>
                  <a:schemeClr val="dk1"/>
                </a:solidFill>
                <a:latin typeface="Manrope"/>
              </a:rPr>
              <a:t>✅  </a:t>
            </a:r>
            <a:r>
              <a:rPr lang="en-GB" sz="1400" dirty="0">
                <a:solidFill>
                  <a:schemeClr val="dk1"/>
                </a:solidFill>
                <a:latin typeface="Manrope"/>
              </a:rPr>
              <a:t>Scale only what is needed</a:t>
            </a:r>
          </a:p>
          <a:p>
            <a:pPr marL="0" indent="0">
              <a:buFont typeface="Arial" panose="020B0604020202020204" pitchFamily="34" charset="0"/>
              <a:buNone/>
            </a:pPr>
            <a:r>
              <a:rPr lang="en-IT" sz="1400" dirty="0">
                <a:solidFill>
                  <a:schemeClr val="dk1"/>
                </a:solidFill>
                <a:latin typeface="Manrope"/>
              </a:rPr>
              <a:t>✅  </a:t>
            </a:r>
            <a:r>
              <a:rPr lang="en-GB" sz="1400" dirty="0">
                <a:solidFill>
                  <a:schemeClr val="dk1"/>
                </a:solidFill>
                <a:latin typeface="Manrope"/>
              </a:rPr>
              <a:t>Independent deployments</a:t>
            </a:r>
          </a:p>
          <a:p>
            <a:pPr marL="0" indent="0">
              <a:buFont typeface="Arial" panose="020B0604020202020204" pitchFamily="34" charset="0"/>
              <a:buNone/>
            </a:pPr>
            <a:r>
              <a:rPr lang="en-IT" sz="1400" dirty="0">
                <a:solidFill>
                  <a:schemeClr val="dk1"/>
                </a:solidFill>
                <a:latin typeface="Manrope"/>
              </a:rPr>
              <a:t>❌  </a:t>
            </a:r>
            <a:r>
              <a:rPr lang="en-GB" sz="1400" dirty="0">
                <a:solidFill>
                  <a:schemeClr val="dk1"/>
                </a:solidFill>
                <a:latin typeface="Manrope"/>
              </a:rPr>
              <a:t>High operational complexity</a:t>
            </a:r>
          </a:p>
          <a:p>
            <a:pPr marL="0" indent="0">
              <a:buFont typeface="Arial" panose="020B0604020202020204" pitchFamily="34" charset="0"/>
              <a:buNone/>
            </a:pPr>
            <a:endParaRPr lang="en-IT" sz="1400" dirty="0">
              <a:solidFill>
                <a:schemeClr val="dk1"/>
              </a:solidFill>
              <a:latin typeface="Manrope"/>
            </a:endParaRPr>
          </a:p>
        </p:txBody>
      </p:sp>
    </p:spTree>
    <p:extLst>
      <p:ext uri="{BB962C8B-B14F-4D97-AF65-F5344CB8AC3E}">
        <p14:creationId xmlns:p14="http://schemas.microsoft.com/office/powerpoint/2010/main" val="636212596"/>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605B2BE-3695-8807-760A-1668FF170AB0}"/>
            </a:ext>
          </a:extLst>
        </p:cNvPr>
        <p:cNvGrpSpPr/>
        <p:nvPr/>
      </p:nvGrpSpPr>
      <p:grpSpPr>
        <a:xfrm>
          <a:off x="0" y="0"/>
          <a:ext cx="0" cy="0"/>
          <a:chOff x="0" y="0"/>
          <a:chExt cx="0" cy="0"/>
        </a:xfrm>
      </p:grpSpPr>
      <p:sp>
        <p:nvSpPr>
          <p:cNvPr id="4" name="Text Placeholder 3">
            <a:extLst>
              <a:ext uri="{FF2B5EF4-FFF2-40B4-BE49-F238E27FC236}">
                <a16:creationId xmlns:a16="http://schemas.microsoft.com/office/drawing/2014/main" id="{1D847BA0-EB96-FC61-ED13-D87995241739}"/>
              </a:ext>
            </a:extLst>
          </p:cNvPr>
          <p:cNvSpPr>
            <a:spLocks noGrp="1"/>
          </p:cNvSpPr>
          <p:nvPr>
            <p:ph type="body" idx="4294967295"/>
          </p:nvPr>
        </p:nvSpPr>
        <p:spPr>
          <a:xfrm>
            <a:off x="4731092" y="3281363"/>
            <a:ext cx="4114800" cy="1570037"/>
          </a:xfrm>
          <a:prstGeom prst="rect">
            <a:avLst/>
          </a:prstGeom>
        </p:spPr>
        <p:txBody>
          <a:body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IT" sz="1300" b="0" i="0" u="none" strike="noStrike" kern="1200" cap="none" spc="0" normalizeH="0" baseline="0" noProof="0" dirty="0">
                <a:ln>
                  <a:noFill/>
                </a:ln>
                <a:solidFill>
                  <a:srgbClr val="092241"/>
                </a:solidFill>
                <a:effectLst/>
                <a:uLnTx/>
                <a:uFillTx/>
                <a:latin typeface="Manrope"/>
                <a:ea typeface="+mn-ea"/>
                <a:cs typeface="+mn-cs"/>
              </a:rPr>
              <a:t>✅  </a:t>
            </a:r>
            <a:r>
              <a:rPr kumimoji="0" lang="en-GB" sz="1300" b="0" i="0" u="none" strike="noStrike" kern="1200" cap="none" spc="0" normalizeH="0" baseline="0" noProof="0" dirty="0">
                <a:ln>
                  <a:noFill/>
                </a:ln>
                <a:solidFill>
                  <a:srgbClr val="092241"/>
                </a:solidFill>
                <a:effectLst/>
                <a:uLnTx/>
                <a:uFillTx/>
                <a:latin typeface="Manrope"/>
                <a:ea typeface="+mn-ea"/>
                <a:cs typeface="+mn-cs"/>
              </a:rPr>
              <a:t>One thread can handle multiple requests (</a:t>
            </a:r>
            <a:r>
              <a:rPr kumimoji="0" lang="en-GB" sz="1300" b="1" i="0" u="none" strike="noStrike" kern="1200" cap="none" spc="0" normalizeH="0" baseline="0" noProof="0" dirty="0">
                <a:ln>
                  <a:noFill/>
                </a:ln>
                <a:solidFill>
                  <a:srgbClr val="092241"/>
                </a:solidFill>
                <a:effectLst/>
                <a:uLnTx/>
                <a:uFillTx/>
                <a:latin typeface="Manrope"/>
                <a:ea typeface="+mn-ea"/>
                <a:cs typeface="+mn-cs"/>
              </a:rPr>
              <a:t>I/O thread</a:t>
            </a:r>
            <a:r>
              <a:rPr kumimoji="0" lang="en-GB" sz="1300" b="0" i="0" u="none" strike="noStrike" kern="1200" cap="none" spc="0" normalizeH="0" baseline="0" noProof="0" dirty="0">
                <a:ln>
                  <a:noFill/>
                </a:ln>
                <a:solidFill>
                  <a:srgbClr val="092241"/>
                </a:solidFill>
                <a:effectLst/>
                <a:uLnTx/>
                <a:uFillTx/>
                <a:latin typeface="Manrope"/>
                <a:ea typeface="+mn-ea"/>
                <a:cs typeface="+mn-cs"/>
              </a:rPr>
              <a:t>)</a:t>
            </a:r>
          </a:p>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IT" sz="1300" b="0" i="0" u="none" strike="noStrike" kern="1200" cap="none" spc="0" normalizeH="0" baseline="0" noProof="0" dirty="0">
                <a:ln>
                  <a:noFill/>
                </a:ln>
                <a:solidFill>
                  <a:srgbClr val="092241"/>
                </a:solidFill>
                <a:effectLst/>
                <a:uLnTx/>
                <a:uFillTx/>
                <a:latin typeface="Manrope"/>
                <a:ea typeface="+mn-ea"/>
                <a:cs typeface="+mn-cs"/>
              </a:rPr>
              <a:t>✅  </a:t>
            </a:r>
            <a:r>
              <a:rPr kumimoji="0" lang="en-GB" sz="1300" b="0" i="0" u="none" strike="noStrike" kern="1200" cap="none" spc="0" normalizeH="0" baseline="0" noProof="0" dirty="0">
                <a:ln>
                  <a:noFill/>
                </a:ln>
                <a:solidFill>
                  <a:srgbClr val="092241"/>
                </a:solidFill>
                <a:effectLst/>
                <a:uLnTx/>
                <a:uFillTx/>
                <a:latin typeface="Manrope"/>
                <a:ea typeface="+mn-ea"/>
                <a:cs typeface="+mn-cs"/>
              </a:rPr>
              <a:t>Non-blocking I/O operations (thread is released)</a:t>
            </a:r>
          </a:p>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IT" sz="1300" b="0" i="0" u="none" strike="noStrike" kern="1200" cap="none" spc="0" normalizeH="0" baseline="0" noProof="0" dirty="0">
                <a:ln>
                  <a:noFill/>
                </a:ln>
                <a:solidFill>
                  <a:srgbClr val="092241"/>
                </a:solidFill>
                <a:effectLst/>
                <a:uLnTx/>
                <a:uFillTx/>
                <a:latin typeface="Manrope"/>
                <a:ea typeface="+mn-ea"/>
                <a:cs typeface="+mn-cs"/>
              </a:rPr>
              <a:t>✅  </a:t>
            </a:r>
            <a:r>
              <a:rPr kumimoji="0" lang="en-GB" sz="1300" b="0" i="0" u="none" strike="noStrike" kern="1200" cap="none" spc="0" normalizeH="0" baseline="0" noProof="0" dirty="0">
                <a:ln>
                  <a:noFill/>
                </a:ln>
                <a:solidFill>
                  <a:srgbClr val="092241"/>
                </a:solidFill>
                <a:effectLst/>
                <a:uLnTx/>
                <a:uFillTx/>
                <a:latin typeface="Manrope"/>
                <a:ea typeface="+mn-ea"/>
                <a:cs typeface="+mn-cs"/>
              </a:rPr>
              <a:t>High concurrency (reduced resources usage)</a:t>
            </a:r>
          </a:p>
          <a:p>
            <a:pPr marL="0" indent="0">
              <a:spcBef>
                <a:spcPts val="1000"/>
              </a:spcBef>
              <a:buNone/>
              <a:defRPr/>
            </a:pPr>
            <a:r>
              <a:rPr lang="en-IT" sz="1300" dirty="0">
                <a:solidFill>
                  <a:srgbClr val="092241"/>
                </a:solidFill>
                <a:latin typeface="Manrope"/>
              </a:rPr>
              <a:t>❌  </a:t>
            </a:r>
            <a:r>
              <a:rPr lang="en-GB" sz="1300" dirty="0">
                <a:solidFill>
                  <a:srgbClr val="092241"/>
                </a:solidFill>
                <a:latin typeface="Manrope"/>
              </a:rPr>
              <a:t>Programming based on continuations (callbacks)</a:t>
            </a:r>
            <a:endParaRPr kumimoji="0" lang="en-IT" sz="1300" b="0" i="0" u="none" strike="noStrike" kern="1200" cap="none" spc="0" normalizeH="0" baseline="0" noProof="0" dirty="0">
              <a:ln>
                <a:noFill/>
              </a:ln>
              <a:solidFill>
                <a:srgbClr val="092241"/>
              </a:solidFill>
              <a:effectLst/>
              <a:uLnTx/>
              <a:uFillTx/>
              <a:latin typeface="Manrope"/>
              <a:ea typeface="+mn-ea"/>
              <a:cs typeface="+mn-cs"/>
            </a:endParaRPr>
          </a:p>
        </p:txBody>
      </p:sp>
      <p:sp>
        <p:nvSpPr>
          <p:cNvPr id="8" name="Text Placeholder 2">
            <a:extLst>
              <a:ext uri="{FF2B5EF4-FFF2-40B4-BE49-F238E27FC236}">
                <a16:creationId xmlns:a16="http://schemas.microsoft.com/office/drawing/2014/main" id="{85DEE465-EAE7-5B0C-7222-E6F788864849}"/>
              </a:ext>
            </a:extLst>
          </p:cNvPr>
          <p:cNvSpPr>
            <a:spLocks noGrp="1"/>
          </p:cNvSpPr>
          <p:nvPr>
            <p:ph type="body" idx="4294967295"/>
          </p:nvPr>
        </p:nvSpPr>
        <p:spPr>
          <a:xfrm>
            <a:off x="298108" y="3281363"/>
            <a:ext cx="3876943" cy="1570037"/>
          </a:xfrm>
          <a:prstGeom prst="rect">
            <a:avLst/>
          </a:prstGeom>
        </p:spPr>
        <p:txBody>
          <a:body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IT" sz="1300" b="0" i="0" u="none" strike="noStrike" kern="1200" cap="none" spc="0" normalizeH="0" baseline="0" noProof="0" dirty="0">
                <a:ln>
                  <a:noFill/>
                </a:ln>
                <a:solidFill>
                  <a:srgbClr val="092241"/>
                </a:solidFill>
                <a:effectLst/>
                <a:uLnTx/>
                <a:uFillTx/>
                <a:latin typeface="Manrope"/>
                <a:ea typeface="+mn-ea"/>
                <a:cs typeface="+mn-cs"/>
              </a:rPr>
              <a:t>❌  </a:t>
            </a:r>
            <a:r>
              <a:rPr kumimoji="0" lang="en-GB" sz="1300" b="0" i="0" u="none" strike="noStrike" kern="1200" cap="none" spc="0" normalizeH="0" baseline="0" noProof="0" dirty="0">
                <a:ln>
                  <a:noFill/>
                </a:ln>
                <a:solidFill>
                  <a:srgbClr val="092241"/>
                </a:solidFill>
                <a:effectLst/>
                <a:uLnTx/>
                <a:uFillTx/>
                <a:latin typeface="Manrope"/>
                <a:ea typeface="+mn-ea"/>
                <a:cs typeface="+mn-cs"/>
              </a:rPr>
              <a:t>One dedicated thread per request (</a:t>
            </a:r>
            <a:r>
              <a:rPr kumimoji="0" lang="en-GB" sz="1300" b="1" i="0" u="none" strike="noStrike" kern="1200" cap="none" spc="0" normalizeH="0" baseline="0" noProof="0" dirty="0">
                <a:ln>
                  <a:noFill/>
                </a:ln>
                <a:solidFill>
                  <a:srgbClr val="092241"/>
                </a:solidFill>
                <a:effectLst/>
                <a:uLnTx/>
                <a:uFillTx/>
                <a:latin typeface="Manrope"/>
                <a:ea typeface="+mn-ea"/>
                <a:cs typeface="+mn-cs"/>
              </a:rPr>
              <a:t>worker thread</a:t>
            </a:r>
            <a:r>
              <a:rPr kumimoji="0" lang="en-GB" sz="1300" b="0" i="0" u="none" strike="noStrike" kern="1200" cap="none" spc="0" normalizeH="0" baseline="0" noProof="0" dirty="0">
                <a:ln>
                  <a:noFill/>
                </a:ln>
                <a:solidFill>
                  <a:srgbClr val="092241"/>
                </a:solidFill>
                <a:effectLst/>
                <a:uLnTx/>
                <a:uFillTx/>
                <a:latin typeface="Manrope"/>
                <a:ea typeface="+mn-ea"/>
                <a:cs typeface="+mn-cs"/>
              </a:rPr>
              <a:t>)</a:t>
            </a:r>
          </a:p>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IT" sz="1300" b="0" i="0" u="none" strike="noStrike" kern="1200" cap="none" spc="0" normalizeH="0" baseline="0" noProof="0" dirty="0">
                <a:ln>
                  <a:noFill/>
                </a:ln>
                <a:solidFill>
                  <a:srgbClr val="092241"/>
                </a:solidFill>
                <a:effectLst/>
                <a:uLnTx/>
                <a:uFillTx/>
                <a:latin typeface="Manrope"/>
                <a:ea typeface="+mn-ea"/>
                <a:cs typeface="+mn-cs"/>
              </a:rPr>
              <a:t>❌  </a:t>
            </a:r>
            <a:r>
              <a:rPr kumimoji="0" lang="en-GB" sz="1300" b="0" u="none" strike="noStrike" kern="1200" cap="none" spc="0" normalizeH="0" baseline="0" noProof="0" dirty="0">
                <a:ln>
                  <a:noFill/>
                </a:ln>
                <a:solidFill>
                  <a:srgbClr val="092241"/>
                </a:solidFill>
                <a:effectLst/>
                <a:uLnTx/>
                <a:uFillTx/>
                <a:latin typeface="Manrope"/>
                <a:ea typeface="+mn-ea"/>
                <a:cs typeface="+mn-cs"/>
              </a:rPr>
              <a:t>Blocking</a:t>
            </a:r>
            <a:r>
              <a:rPr kumimoji="0" lang="en-GB" sz="1300" b="0" i="0" u="none" strike="noStrike" kern="1200" cap="none" spc="0" normalizeH="0" baseline="0" noProof="0" dirty="0">
                <a:ln>
                  <a:noFill/>
                </a:ln>
                <a:solidFill>
                  <a:srgbClr val="092241"/>
                </a:solidFill>
                <a:effectLst/>
                <a:uLnTx/>
                <a:uFillTx/>
                <a:latin typeface="Manrope"/>
                <a:ea typeface="+mn-ea"/>
                <a:cs typeface="+mn-cs"/>
              </a:rPr>
              <a:t> I/O operations (thread waits for response)</a:t>
            </a:r>
          </a:p>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IT" sz="1300" b="0" i="0" u="none" strike="noStrike" kern="1200" cap="none" spc="0" normalizeH="0" baseline="0" noProof="0" dirty="0">
                <a:ln>
                  <a:noFill/>
                </a:ln>
                <a:solidFill>
                  <a:srgbClr val="092241"/>
                </a:solidFill>
                <a:effectLst/>
                <a:uLnTx/>
                <a:uFillTx/>
                <a:latin typeface="Manrope"/>
                <a:ea typeface="+mn-ea"/>
                <a:cs typeface="+mn-cs"/>
              </a:rPr>
              <a:t>❌  </a:t>
            </a:r>
            <a:r>
              <a:rPr kumimoji="0" lang="en-GB" sz="1300" b="0" i="0" u="none" strike="noStrike" kern="1200" cap="none" spc="0" normalizeH="0" baseline="0" noProof="0" dirty="0">
                <a:ln>
                  <a:noFill/>
                </a:ln>
                <a:solidFill>
                  <a:srgbClr val="092241"/>
                </a:solidFill>
                <a:effectLst/>
                <a:uLnTx/>
                <a:uFillTx/>
                <a:latin typeface="Manrope"/>
                <a:ea typeface="+mn-ea"/>
                <a:cs typeface="+mn-cs"/>
              </a:rPr>
              <a:t>Limited scalability </a:t>
            </a:r>
            <a:r>
              <a:rPr kumimoji="0" lang="en-GB" sz="1300" b="0" u="none" strike="noStrike" kern="1200" cap="none" spc="0" normalizeH="0" baseline="0" noProof="0" dirty="0">
                <a:ln>
                  <a:noFill/>
                </a:ln>
                <a:solidFill>
                  <a:srgbClr val="092241"/>
                </a:solidFill>
                <a:effectLst/>
                <a:uLnTx/>
                <a:uFillTx/>
                <a:latin typeface="Manrope"/>
                <a:ea typeface="+mn-ea"/>
                <a:cs typeface="+mn-cs"/>
              </a:rPr>
              <a:t>(higher resources usage)</a:t>
            </a:r>
          </a:p>
          <a:p>
            <a:pPr marL="0" indent="0">
              <a:spcBef>
                <a:spcPts val="1000"/>
              </a:spcBef>
              <a:buNone/>
              <a:defRPr/>
            </a:pPr>
            <a:r>
              <a:rPr lang="en-IT" sz="1300" dirty="0">
                <a:solidFill>
                  <a:srgbClr val="092241"/>
                </a:solidFill>
                <a:latin typeface="Manrope"/>
              </a:rPr>
              <a:t>✅  </a:t>
            </a:r>
            <a:r>
              <a:rPr lang="en-GB" sz="1300" dirty="0">
                <a:solidFill>
                  <a:srgbClr val="092241"/>
                </a:solidFill>
                <a:latin typeface="Manrope"/>
              </a:rPr>
              <a:t>Simpler programming model (sequential code)</a:t>
            </a:r>
          </a:p>
        </p:txBody>
      </p:sp>
      <p:sp>
        <p:nvSpPr>
          <p:cNvPr id="5" name="Rectangle 4">
            <a:extLst>
              <a:ext uri="{FF2B5EF4-FFF2-40B4-BE49-F238E27FC236}">
                <a16:creationId xmlns:a16="http://schemas.microsoft.com/office/drawing/2014/main" id="{ED6AB4BA-36A0-596B-81CC-B62FA0246BD9}"/>
              </a:ext>
            </a:extLst>
          </p:cNvPr>
          <p:cNvSpPr/>
          <p:nvPr/>
        </p:nvSpPr>
        <p:spPr>
          <a:xfrm>
            <a:off x="476280" y="476460"/>
            <a:ext cx="8191080" cy="466473"/>
          </a:xfrm>
          <a:prstGeom prst="rect">
            <a:avLst/>
          </a:prstGeom>
          <a:noFill/>
          <a:ln w="0">
            <a:noFill/>
          </a:ln>
        </p:spPr>
        <p:style>
          <a:lnRef idx="0">
            <a:scrgbClr r="0" g="0" b="0"/>
          </a:lnRef>
          <a:fillRef idx="0">
            <a:scrgbClr r="0" g="0" b="0"/>
          </a:fillRef>
          <a:effectRef idx="0">
            <a:scrgbClr r="0" g="0" b="0"/>
          </a:effectRef>
          <a:fontRef idx="minor"/>
        </p:style>
        <p:txBody>
          <a:bodyPr anchor="t">
            <a:normAutofit/>
          </a:bodyPr>
          <a:lstStyle/>
          <a:p>
            <a:pPr defTabSz="914400">
              <a:lnSpc>
                <a:spcPct val="100000"/>
              </a:lnSpc>
              <a:tabLst>
                <a:tab pos="0" algn="l"/>
              </a:tabLst>
            </a:pPr>
            <a:r>
              <a:rPr lang="en-US" sz="2400" b="1" u="none" strike="noStrike" dirty="0">
                <a:solidFill>
                  <a:schemeClr val="dk1"/>
                </a:solidFill>
                <a:effectLst/>
                <a:uFillTx/>
                <a:latin typeface="Archivo Black"/>
              </a:rPr>
              <a:t>Why Reactive? From Imperative to Reactive Model </a:t>
            </a:r>
          </a:p>
          <a:p>
            <a:pPr defTabSz="914400">
              <a:lnSpc>
                <a:spcPct val="100000"/>
              </a:lnSpc>
              <a:tabLst>
                <a:tab pos="0" algn="l"/>
              </a:tabLst>
            </a:pPr>
            <a:endParaRPr lang="en-US" sz="2400" b="1" u="none" strike="noStrike" dirty="0">
              <a:solidFill>
                <a:schemeClr val="dk1"/>
              </a:solidFill>
              <a:effectLst/>
              <a:uFillTx/>
              <a:latin typeface="Archivo Black"/>
            </a:endParaRPr>
          </a:p>
        </p:txBody>
      </p:sp>
      <p:sp>
        <p:nvSpPr>
          <p:cNvPr id="9" name="PlaceHolder 2">
            <a:extLst>
              <a:ext uri="{FF2B5EF4-FFF2-40B4-BE49-F238E27FC236}">
                <a16:creationId xmlns:a16="http://schemas.microsoft.com/office/drawing/2014/main" id="{80F5422C-C9C4-73EE-8944-DC16B3D52F7B}"/>
              </a:ext>
            </a:extLst>
          </p:cNvPr>
          <p:cNvSpPr txBox="1">
            <a:spLocks/>
          </p:cNvSpPr>
          <p:nvPr/>
        </p:nvSpPr>
        <p:spPr>
          <a:xfrm>
            <a:off x="978821" y="1076625"/>
            <a:ext cx="2667177" cy="466473"/>
          </a:xfrm>
          <a:prstGeom prst="rect">
            <a:avLst/>
          </a:prstGeom>
          <a:noFill/>
          <a:ln w="28575">
            <a:noFill/>
          </a:ln>
        </p:spPr>
        <p:txBody>
          <a:bodyPr lIns="91440" tIns="91440" rIns="91440" bIns="9144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algn="ctr">
              <a:lnSpc>
                <a:spcPct val="100000"/>
              </a:lnSpc>
              <a:tabLst>
                <a:tab pos="0" algn="l"/>
              </a:tabLst>
            </a:pPr>
            <a:r>
              <a:rPr lang="en-US" sz="1600" b="1" dirty="0">
                <a:solidFill>
                  <a:schemeClr val="dk1"/>
                </a:solidFill>
                <a:latin typeface="Manrope"/>
                <a:ea typeface="+mn-ea"/>
                <a:cs typeface="+mn-cs"/>
              </a:rPr>
              <a:t>IMPERATIVE MODEL</a:t>
            </a:r>
            <a:endParaRPr lang="en-US" sz="1600" b="1" dirty="0">
              <a:solidFill>
                <a:srgbClr val="000000"/>
              </a:solidFill>
              <a:latin typeface="OpenSymbol"/>
            </a:endParaRPr>
          </a:p>
        </p:txBody>
      </p:sp>
      <p:sp>
        <p:nvSpPr>
          <p:cNvPr id="10" name="PlaceHolder 2">
            <a:extLst>
              <a:ext uri="{FF2B5EF4-FFF2-40B4-BE49-F238E27FC236}">
                <a16:creationId xmlns:a16="http://schemas.microsoft.com/office/drawing/2014/main" id="{93AB68D4-5C43-00A2-4C3F-E35196ED850D}"/>
              </a:ext>
            </a:extLst>
          </p:cNvPr>
          <p:cNvSpPr txBox="1">
            <a:spLocks/>
          </p:cNvSpPr>
          <p:nvPr/>
        </p:nvSpPr>
        <p:spPr>
          <a:xfrm>
            <a:off x="5238745" y="1076625"/>
            <a:ext cx="2955321" cy="466473"/>
          </a:xfrm>
          <a:prstGeom prst="rect">
            <a:avLst/>
          </a:prstGeom>
          <a:noFill/>
          <a:ln w="28575">
            <a:noFill/>
          </a:ln>
        </p:spPr>
        <p:txBody>
          <a:bodyPr lIns="91440" tIns="91440" rIns="91440" bIns="9144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algn="ctr">
              <a:lnSpc>
                <a:spcPct val="100000"/>
              </a:lnSpc>
              <a:tabLst>
                <a:tab pos="0" algn="l"/>
              </a:tabLst>
            </a:pPr>
            <a:r>
              <a:rPr lang="en-US" sz="1600" b="1" dirty="0">
                <a:solidFill>
                  <a:schemeClr val="dk1"/>
                </a:solidFill>
                <a:latin typeface="Manrope"/>
                <a:ea typeface="+mn-ea"/>
                <a:cs typeface="+mn-cs"/>
              </a:rPr>
              <a:t>REACTIVE MODEL</a:t>
            </a:r>
          </a:p>
        </p:txBody>
      </p:sp>
      <p:sp>
        <p:nvSpPr>
          <p:cNvPr id="15" name="Right Arrow 14">
            <a:extLst>
              <a:ext uri="{FF2B5EF4-FFF2-40B4-BE49-F238E27FC236}">
                <a16:creationId xmlns:a16="http://schemas.microsoft.com/office/drawing/2014/main" id="{ADB08ACB-C58E-05B4-4169-40D9BEEC6ECC}"/>
              </a:ext>
            </a:extLst>
          </p:cNvPr>
          <p:cNvSpPr/>
          <p:nvPr/>
        </p:nvSpPr>
        <p:spPr>
          <a:xfrm>
            <a:off x="3749903" y="2164506"/>
            <a:ext cx="992372" cy="375684"/>
          </a:xfrm>
          <a:prstGeom prst="rightArrow">
            <a:avLst/>
          </a:prstGeom>
          <a:gradFill flip="none" rotWithShape="1">
            <a:gsLst>
              <a:gs pos="0">
                <a:schemeClr val="dk1">
                  <a:lumMod val="67000"/>
                </a:schemeClr>
              </a:gs>
              <a:gs pos="48000">
                <a:schemeClr val="dk1">
                  <a:lumMod val="97000"/>
                  <a:lumOff val="3000"/>
                </a:schemeClr>
              </a:gs>
              <a:gs pos="100000">
                <a:schemeClr val="dk1">
                  <a:lumMod val="60000"/>
                  <a:lumOff val="40000"/>
                </a:schemeClr>
              </a:gs>
            </a:gsLst>
            <a:lin ang="16200000" scaled="1"/>
            <a:tileRect/>
          </a:gra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lang="en-IT"/>
          </a:p>
        </p:txBody>
      </p:sp>
      <p:sp>
        <p:nvSpPr>
          <p:cNvPr id="17" name="Rectangle 16">
            <a:extLst>
              <a:ext uri="{FF2B5EF4-FFF2-40B4-BE49-F238E27FC236}">
                <a16:creationId xmlns:a16="http://schemas.microsoft.com/office/drawing/2014/main" id="{CCA1742B-3E39-E08A-E572-5971885174E3}"/>
              </a:ext>
            </a:extLst>
          </p:cNvPr>
          <p:cNvSpPr/>
          <p:nvPr/>
        </p:nvSpPr>
        <p:spPr>
          <a:xfrm>
            <a:off x="118108" y="529696"/>
            <a:ext cx="180000" cy="360000"/>
          </a:xfrm>
          <a:prstGeom prst="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lang="en-IT"/>
          </a:p>
        </p:txBody>
      </p:sp>
      <p:pic>
        <p:nvPicPr>
          <p:cNvPr id="16" name="Picture 2" descr="Imperative Execution Model and Worker Threads">
            <a:extLst>
              <a:ext uri="{FF2B5EF4-FFF2-40B4-BE49-F238E27FC236}">
                <a16:creationId xmlns:a16="http://schemas.microsoft.com/office/drawing/2014/main" id="{3A53D42A-C3E2-1354-997F-47F91EE3EBC1}"/>
              </a:ext>
            </a:extLst>
          </p:cNvPr>
          <p:cNvPicPr>
            <a:picLocks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373279" y="1779161"/>
            <a:ext cx="2880000" cy="1146374"/>
          </a:xfrm>
          <a:prstGeom prst="rect">
            <a:avLst/>
          </a:prstGeom>
          <a:noFill/>
          <a:extLst>
            <a:ext uri="{909E8E84-426E-40DD-AFC4-6F175D3DCCD1}">
              <a14:hiddenFill xmlns:a14="http://schemas.microsoft.com/office/drawing/2010/main">
                <a:solidFill>
                  <a:srgbClr val="FFFFFF"/>
                </a:solidFill>
              </a14:hiddenFill>
            </a:ext>
          </a:extLst>
        </p:spPr>
      </p:pic>
      <p:pic>
        <p:nvPicPr>
          <p:cNvPr id="18" name="Picture 17" descr="Reactive Execution Model and I/O Threads">
            <a:extLst>
              <a:ext uri="{FF2B5EF4-FFF2-40B4-BE49-F238E27FC236}">
                <a16:creationId xmlns:a16="http://schemas.microsoft.com/office/drawing/2014/main" id="{C7D2D52F-4A3E-1114-A165-B2DFC671A168}"/>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5238745" y="1543098"/>
            <a:ext cx="2880000" cy="1618500"/>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3048881965"/>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5169A71-67E5-E851-03B4-73F7034EA989}"/>
            </a:ext>
          </a:extLst>
        </p:cNvPr>
        <p:cNvGrpSpPr/>
        <p:nvPr/>
      </p:nvGrpSpPr>
      <p:grpSpPr>
        <a:xfrm>
          <a:off x="0" y="0"/>
          <a:ext cx="0" cy="0"/>
          <a:chOff x="0" y="0"/>
          <a:chExt cx="0" cy="0"/>
        </a:xfrm>
      </p:grpSpPr>
      <p:sp>
        <p:nvSpPr>
          <p:cNvPr id="407" name="Rectangle 406">
            <a:extLst>
              <a:ext uri="{FF2B5EF4-FFF2-40B4-BE49-F238E27FC236}">
                <a16:creationId xmlns:a16="http://schemas.microsoft.com/office/drawing/2014/main" id="{A2F94655-2632-EF21-9853-0138F9CFB411}"/>
              </a:ext>
            </a:extLst>
          </p:cNvPr>
          <p:cNvSpPr/>
          <p:nvPr/>
        </p:nvSpPr>
        <p:spPr>
          <a:xfrm>
            <a:off x="476280" y="476460"/>
            <a:ext cx="8191080" cy="466473"/>
          </a:xfrm>
          <a:prstGeom prst="rect">
            <a:avLst/>
          </a:prstGeom>
          <a:noFill/>
          <a:ln w="0">
            <a:noFill/>
          </a:ln>
        </p:spPr>
        <p:style>
          <a:lnRef idx="0">
            <a:scrgbClr r="0" g="0" b="0"/>
          </a:lnRef>
          <a:fillRef idx="0">
            <a:scrgbClr r="0" g="0" b="0"/>
          </a:fillRef>
          <a:effectRef idx="0">
            <a:scrgbClr r="0" g="0" b="0"/>
          </a:effectRef>
          <a:fontRef idx="minor"/>
        </p:style>
        <p:txBody>
          <a:bodyPr anchor="t">
            <a:normAutofit/>
          </a:bodyPr>
          <a:lstStyle/>
          <a:p>
            <a:pPr defTabSz="914400">
              <a:lnSpc>
                <a:spcPct val="100000"/>
              </a:lnSpc>
              <a:tabLst>
                <a:tab pos="0" algn="l"/>
              </a:tabLst>
            </a:pPr>
            <a:r>
              <a:rPr lang="en-US" sz="2400" b="1" u="none" strike="noStrike" dirty="0">
                <a:solidFill>
                  <a:schemeClr val="dk1"/>
                </a:solidFill>
                <a:effectLst/>
                <a:uFillTx/>
                <a:latin typeface="Archivo Black"/>
              </a:rPr>
              <a:t>System Architecture</a:t>
            </a:r>
            <a:endParaRPr lang="en-US" sz="2400" b="1" u="none" strike="noStrike" dirty="0">
              <a:solidFill>
                <a:srgbClr val="000000"/>
              </a:solidFill>
              <a:effectLst/>
              <a:uFillTx/>
              <a:latin typeface="OpenSymbol"/>
            </a:endParaRPr>
          </a:p>
        </p:txBody>
      </p:sp>
      <p:sp>
        <p:nvSpPr>
          <p:cNvPr id="3" name="Rectangle 2">
            <a:extLst>
              <a:ext uri="{FF2B5EF4-FFF2-40B4-BE49-F238E27FC236}">
                <a16:creationId xmlns:a16="http://schemas.microsoft.com/office/drawing/2014/main" id="{9AB68784-745E-958E-0B94-DADBE55B24D9}"/>
              </a:ext>
            </a:extLst>
          </p:cNvPr>
          <p:cNvSpPr/>
          <p:nvPr/>
        </p:nvSpPr>
        <p:spPr>
          <a:xfrm>
            <a:off x="118108" y="529696"/>
            <a:ext cx="180000" cy="360000"/>
          </a:xfrm>
          <a:prstGeom prst="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lang="en-IT"/>
          </a:p>
        </p:txBody>
      </p:sp>
      <p:pic>
        <p:nvPicPr>
          <p:cNvPr id="2" name="Immagine 24" descr="Immagine che contiene testo, schermata, diagramma, software&#10;&#10;Il contenuto generato dall'IA potrebbe non essere corretto.">
            <a:extLst>
              <a:ext uri="{FF2B5EF4-FFF2-40B4-BE49-F238E27FC236}">
                <a16:creationId xmlns:a16="http://schemas.microsoft.com/office/drawing/2014/main" id="{8CD48EAC-D661-86DC-F99E-A35C9C4F1D22}"/>
              </a:ext>
            </a:extLst>
          </p:cNvPr>
          <p:cNvPicPr>
            <a:picLocks noGrp="1" noRot="1" noChangeAspect="1" noMove="1" noResize="1" noEditPoints="1" noAdjustHandles="1" noChangeArrowheads="1" noChangeShapeType="1" noCrop="1"/>
          </p:cNvPicPr>
          <p:nvPr/>
        </p:nvPicPr>
        <p:blipFill>
          <a:blip r:embed="rId3"/>
          <a:stretch>
            <a:fillRect/>
          </a:stretch>
        </p:blipFill>
        <p:spPr>
          <a:xfrm>
            <a:off x="298108" y="1084700"/>
            <a:ext cx="7902213" cy="3926779"/>
          </a:xfrm>
          <a:prstGeom prst="rect">
            <a:avLst/>
          </a:prstGeom>
        </p:spPr>
      </p:pic>
      <p:sp>
        <p:nvSpPr>
          <p:cNvPr id="6" name="Rounded Rectangle 5">
            <a:extLst>
              <a:ext uri="{FF2B5EF4-FFF2-40B4-BE49-F238E27FC236}">
                <a16:creationId xmlns:a16="http://schemas.microsoft.com/office/drawing/2014/main" id="{480323FB-793C-98F4-B20A-BA59D48CCC79}"/>
              </a:ext>
            </a:extLst>
          </p:cNvPr>
          <p:cNvSpPr/>
          <p:nvPr/>
        </p:nvSpPr>
        <p:spPr>
          <a:xfrm>
            <a:off x="5283679" y="1168879"/>
            <a:ext cx="737560" cy="586596"/>
          </a:xfrm>
          <a:prstGeom prst="roundRect">
            <a:avLst/>
          </a:prstGeom>
          <a:noFill/>
          <a:ln w="28575">
            <a:solidFill>
              <a:schemeClr val="tx1"/>
            </a:solidFill>
            <a:prstDash val="solid"/>
            <a:extLst>
              <a:ext uri="{C807C97D-BFC1-408E-A445-0C87EB9F89A2}">
                <ask:lineSketchStyleProps xmlns:ask="http://schemas.microsoft.com/office/drawing/2018/sketchyshapes" sd="1219033472">
                  <a:custGeom>
                    <a:avLst/>
                    <a:gdLst>
                      <a:gd name="csX0" fmla="*/ 0 w 737560"/>
                      <a:gd name="csY0" fmla="*/ 97768 h 586596"/>
                      <a:gd name="csX1" fmla="*/ 97768 w 737560"/>
                      <a:gd name="csY1" fmla="*/ 0 h 586596"/>
                      <a:gd name="csX2" fmla="*/ 639792 w 737560"/>
                      <a:gd name="csY2" fmla="*/ 0 h 586596"/>
                      <a:gd name="csX3" fmla="*/ 737560 w 737560"/>
                      <a:gd name="csY3" fmla="*/ 97768 h 586596"/>
                      <a:gd name="csX4" fmla="*/ 737560 w 737560"/>
                      <a:gd name="csY4" fmla="*/ 488828 h 586596"/>
                      <a:gd name="csX5" fmla="*/ 639792 w 737560"/>
                      <a:gd name="csY5" fmla="*/ 586596 h 586596"/>
                      <a:gd name="csX6" fmla="*/ 97768 w 737560"/>
                      <a:gd name="csY6" fmla="*/ 586596 h 586596"/>
                      <a:gd name="csX7" fmla="*/ 0 w 737560"/>
                      <a:gd name="csY7" fmla="*/ 488828 h 586596"/>
                      <a:gd name="csX8" fmla="*/ 0 w 737560"/>
                      <a:gd name="csY8" fmla="*/ 97768 h 586596"/>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Lst>
                    <a:rect l="l" t="t" r="r" b="b"/>
                    <a:pathLst>
                      <a:path w="737560" h="586596" extrusionOk="0">
                        <a:moveTo>
                          <a:pt x="0" y="97768"/>
                        </a:moveTo>
                        <a:cubicBezTo>
                          <a:pt x="-6431" y="39805"/>
                          <a:pt x="33697" y="3781"/>
                          <a:pt x="97768" y="0"/>
                        </a:cubicBezTo>
                        <a:cubicBezTo>
                          <a:pt x="255097" y="-20758"/>
                          <a:pt x="457435" y="-34569"/>
                          <a:pt x="639792" y="0"/>
                        </a:cubicBezTo>
                        <a:cubicBezTo>
                          <a:pt x="691126" y="2600"/>
                          <a:pt x="736049" y="52125"/>
                          <a:pt x="737560" y="97768"/>
                        </a:cubicBezTo>
                        <a:cubicBezTo>
                          <a:pt x="711953" y="151225"/>
                          <a:pt x="765743" y="336388"/>
                          <a:pt x="737560" y="488828"/>
                        </a:cubicBezTo>
                        <a:cubicBezTo>
                          <a:pt x="746763" y="543916"/>
                          <a:pt x="697802" y="578334"/>
                          <a:pt x="639792" y="586596"/>
                        </a:cubicBezTo>
                        <a:cubicBezTo>
                          <a:pt x="566716" y="618226"/>
                          <a:pt x="268905" y="572487"/>
                          <a:pt x="97768" y="586596"/>
                        </a:cubicBezTo>
                        <a:cubicBezTo>
                          <a:pt x="43026" y="579481"/>
                          <a:pt x="-5993" y="551153"/>
                          <a:pt x="0" y="488828"/>
                        </a:cubicBezTo>
                        <a:cubicBezTo>
                          <a:pt x="33631" y="396284"/>
                          <a:pt x="-14828" y="179198"/>
                          <a:pt x="0" y="97768"/>
                        </a:cubicBezTo>
                        <a:close/>
                      </a:path>
                    </a:pathLst>
                  </a:custGeom>
                  <ask:type>
                    <ask:lineSketchNone/>
                  </ask:type>
                </ask:lineSketchStyleProps>
              </a:ext>
            </a:extLst>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lang="en-IT"/>
          </a:p>
        </p:txBody>
      </p:sp>
      <p:sp>
        <p:nvSpPr>
          <p:cNvPr id="7" name="Rounded Rectangle 6">
            <a:extLst>
              <a:ext uri="{FF2B5EF4-FFF2-40B4-BE49-F238E27FC236}">
                <a16:creationId xmlns:a16="http://schemas.microsoft.com/office/drawing/2014/main" id="{983D2C5C-CA8B-DA6C-2DB1-68C01AD6D0A6}"/>
              </a:ext>
            </a:extLst>
          </p:cNvPr>
          <p:cNvSpPr/>
          <p:nvPr/>
        </p:nvSpPr>
        <p:spPr>
          <a:xfrm>
            <a:off x="5283679" y="1798680"/>
            <a:ext cx="737560" cy="586596"/>
          </a:xfrm>
          <a:prstGeom prst="roundRect">
            <a:avLst/>
          </a:prstGeom>
          <a:noFill/>
          <a:ln w="28575">
            <a:solidFill>
              <a:schemeClr val="tx1"/>
            </a:solidFill>
            <a:prstDash val="solid"/>
            <a:extLst>
              <a:ext uri="{C807C97D-BFC1-408E-A445-0C87EB9F89A2}">
                <ask:lineSketchStyleProps xmlns:ask="http://schemas.microsoft.com/office/drawing/2018/sketchyshapes" sd="1219033472">
                  <a:custGeom>
                    <a:avLst/>
                    <a:gdLst>
                      <a:gd name="csX0" fmla="*/ 0 w 737560"/>
                      <a:gd name="csY0" fmla="*/ 97768 h 586596"/>
                      <a:gd name="csX1" fmla="*/ 97768 w 737560"/>
                      <a:gd name="csY1" fmla="*/ 0 h 586596"/>
                      <a:gd name="csX2" fmla="*/ 639792 w 737560"/>
                      <a:gd name="csY2" fmla="*/ 0 h 586596"/>
                      <a:gd name="csX3" fmla="*/ 737560 w 737560"/>
                      <a:gd name="csY3" fmla="*/ 97768 h 586596"/>
                      <a:gd name="csX4" fmla="*/ 737560 w 737560"/>
                      <a:gd name="csY4" fmla="*/ 488828 h 586596"/>
                      <a:gd name="csX5" fmla="*/ 639792 w 737560"/>
                      <a:gd name="csY5" fmla="*/ 586596 h 586596"/>
                      <a:gd name="csX6" fmla="*/ 97768 w 737560"/>
                      <a:gd name="csY6" fmla="*/ 586596 h 586596"/>
                      <a:gd name="csX7" fmla="*/ 0 w 737560"/>
                      <a:gd name="csY7" fmla="*/ 488828 h 586596"/>
                      <a:gd name="csX8" fmla="*/ 0 w 737560"/>
                      <a:gd name="csY8" fmla="*/ 97768 h 586596"/>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Lst>
                    <a:rect l="l" t="t" r="r" b="b"/>
                    <a:pathLst>
                      <a:path w="737560" h="586596" extrusionOk="0">
                        <a:moveTo>
                          <a:pt x="0" y="97768"/>
                        </a:moveTo>
                        <a:cubicBezTo>
                          <a:pt x="-6431" y="39805"/>
                          <a:pt x="33697" y="3781"/>
                          <a:pt x="97768" y="0"/>
                        </a:cubicBezTo>
                        <a:cubicBezTo>
                          <a:pt x="255097" y="-20758"/>
                          <a:pt x="457435" y="-34569"/>
                          <a:pt x="639792" y="0"/>
                        </a:cubicBezTo>
                        <a:cubicBezTo>
                          <a:pt x="691126" y="2600"/>
                          <a:pt x="736049" y="52125"/>
                          <a:pt x="737560" y="97768"/>
                        </a:cubicBezTo>
                        <a:cubicBezTo>
                          <a:pt x="711953" y="151225"/>
                          <a:pt x="765743" y="336388"/>
                          <a:pt x="737560" y="488828"/>
                        </a:cubicBezTo>
                        <a:cubicBezTo>
                          <a:pt x="746763" y="543916"/>
                          <a:pt x="697802" y="578334"/>
                          <a:pt x="639792" y="586596"/>
                        </a:cubicBezTo>
                        <a:cubicBezTo>
                          <a:pt x="566716" y="618226"/>
                          <a:pt x="268905" y="572487"/>
                          <a:pt x="97768" y="586596"/>
                        </a:cubicBezTo>
                        <a:cubicBezTo>
                          <a:pt x="43026" y="579481"/>
                          <a:pt x="-5993" y="551153"/>
                          <a:pt x="0" y="488828"/>
                        </a:cubicBezTo>
                        <a:cubicBezTo>
                          <a:pt x="33631" y="396284"/>
                          <a:pt x="-14828" y="179198"/>
                          <a:pt x="0" y="97768"/>
                        </a:cubicBezTo>
                        <a:close/>
                      </a:path>
                    </a:pathLst>
                  </a:custGeom>
                  <ask:type>
                    <ask:lineSketchNone/>
                  </ask:type>
                </ask:lineSketchStyleProps>
              </a:ext>
            </a:extLst>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lang="en-IT"/>
          </a:p>
        </p:txBody>
      </p:sp>
      <p:sp>
        <p:nvSpPr>
          <p:cNvPr id="8" name="Rounded Rectangle 7">
            <a:extLst>
              <a:ext uri="{FF2B5EF4-FFF2-40B4-BE49-F238E27FC236}">
                <a16:creationId xmlns:a16="http://schemas.microsoft.com/office/drawing/2014/main" id="{66804E21-7EDE-3EDD-D4D6-EEE98F6761EB}"/>
              </a:ext>
            </a:extLst>
          </p:cNvPr>
          <p:cNvSpPr/>
          <p:nvPr/>
        </p:nvSpPr>
        <p:spPr>
          <a:xfrm>
            <a:off x="5283679" y="2424850"/>
            <a:ext cx="737560" cy="586596"/>
          </a:xfrm>
          <a:prstGeom prst="roundRect">
            <a:avLst/>
          </a:prstGeom>
          <a:noFill/>
          <a:ln w="28575">
            <a:solidFill>
              <a:schemeClr val="tx1"/>
            </a:solidFill>
            <a:prstDash val="solid"/>
            <a:extLst>
              <a:ext uri="{C807C97D-BFC1-408E-A445-0C87EB9F89A2}">
                <ask:lineSketchStyleProps xmlns:ask="http://schemas.microsoft.com/office/drawing/2018/sketchyshapes" sd="1219033472">
                  <a:custGeom>
                    <a:avLst/>
                    <a:gdLst>
                      <a:gd name="csX0" fmla="*/ 0 w 737560"/>
                      <a:gd name="csY0" fmla="*/ 97768 h 586596"/>
                      <a:gd name="csX1" fmla="*/ 97768 w 737560"/>
                      <a:gd name="csY1" fmla="*/ 0 h 586596"/>
                      <a:gd name="csX2" fmla="*/ 639792 w 737560"/>
                      <a:gd name="csY2" fmla="*/ 0 h 586596"/>
                      <a:gd name="csX3" fmla="*/ 737560 w 737560"/>
                      <a:gd name="csY3" fmla="*/ 97768 h 586596"/>
                      <a:gd name="csX4" fmla="*/ 737560 w 737560"/>
                      <a:gd name="csY4" fmla="*/ 488828 h 586596"/>
                      <a:gd name="csX5" fmla="*/ 639792 w 737560"/>
                      <a:gd name="csY5" fmla="*/ 586596 h 586596"/>
                      <a:gd name="csX6" fmla="*/ 97768 w 737560"/>
                      <a:gd name="csY6" fmla="*/ 586596 h 586596"/>
                      <a:gd name="csX7" fmla="*/ 0 w 737560"/>
                      <a:gd name="csY7" fmla="*/ 488828 h 586596"/>
                      <a:gd name="csX8" fmla="*/ 0 w 737560"/>
                      <a:gd name="csY8" fmla="*/ 97768 h 586596"/>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Lst>
                    <a:rect l="l" t="t" r="r" b="b"/>
                    <a:pathLst>
                      <a:path w="737560" h="586596" extrusionOk="0">
                        <a:moveTo>
                          <a:pt x="0" y="97768"/>
                        </a:moveTo>
                        <a:cubicBezTo>
                          <a:pt x="-6431" y="39805"/>
                          <a:pt x="33697" y="3781"/>
                          <a:pt x="97768" y="0"/>
                        </a:cubicBezTo>
                        <a:cubicBezTo>
                          <a:pt x="255097" y="-20758"/>
                          <a:pt x="457435" y="-34569"/>
                          <a:pt x="639792" y="0"/>
                        </a:cubicBezTo>
                        <a:cubicBezTo>
                          <a:pt x="691126" y="2600"/>
                          <a:pt x="736049" y="52125"/>
                          <a:pt x="737560" y="97768"/>
                        </a:cubicBezTo>
                        <a:cubicBezTo>
                          <a:pt x="711953" y="151225"/>
                          <a:pt x="765743" y="336388"/>
                          <a:pt x="737560" y="488828"/>
                        </a:cubicBezTo>
                        <a:cubicBezTo>
                          <a:pt x="746763" y="543916"/>
                          <a:pt x="697802" y="578334"/>
                          <a:pt x="639792" y="586596"/>
                        </a:cubicBezTo>
                        <a:cubicBezTo>
                          <a:pt x="566716" y="618226"/>
                          <a:pt x="268905" y="572487"/>
                          <a:pt x="97768" y="586596"/>
                        </a:cubicBezTo>
                        <a:cubicBezTo>
                          <a:pt x="43026" y="579481"/>
                          <a:pt x="-5993" y="551153"/>
                          <a:pt x="0" y="488828"/>
                        </a:cubicBezTo>
                        <a:cubicBezTo>
                          <a:pt x="33631" y="396284"/>
                          <a:pt x="-14828" y="179198"/>
                          <a:pt x="0" y="97768"/>
                        </a:cubicBezTo>
                        <a:close/>
                      </a:path>
                    </a:pathLst>
                  </a:custGeom>
                  <ask:type>
                    <ask:lineSketchNone/>
                  </ask:type>
                </ask:lineSketchStyleProps>
              </a:ext>
            </a:extLst>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lang="en-IT" dirty="0"/>
          </a:p>
        </p:txBody>
      </p:sp>
      <p:sp>
        <p:nvSpPr>
          <p:cNvPr id="9" name="Rounded Rectangle 8">
            <a:extLst>
              <a:ext uri="{FF2B5EF4-FFF2-40B4-BE49-F238E27FC236}">
                <a16:creationId xmlns:a16="http://schemas.microsoft.com/office/drawing/2014/main" id="{310BDD20-8810-8893-53B5-6848D3FC7489}"/>
              </a:ext>
            </a:extLst>
          </p:cNvPr>
          <p:cNvSpPr/>
          <p:nvPr/>
        </p:nvSpPr>
        <p:spPr>
          <a:xfrm>
            <a:off x="2831026" y="2918107"/>
            <a:ext cx="737560" cy="586596"/>
          </a:xfrm>
          <a:prstGeom prst="roundRect">
            <a:avLst/>
          </a:prstGeom>
          <a:noFill/>
          <a:ln w="28575">
            <a:solidFill>
              <a:schemeClr val="tx1"/>
            </a:solidFill>
            <a:prstDash val="solid"/>
            <a:extLst>
              <a:ext uri="{C807C97D-BFC1-408E-A445-0C87EB9F89A2}">
                <ask:lineSketchStyleProps xmlns:ask="http://schemas.microsoft.com/office/drawing/2018/sketchyshapes" sd="1219033472">
                  <a:custGeom>
                    <a:avLst/>
                    <a:gdLst>
                      <a:gd name="csX0" fmla="*/ 0 w 737560"/>
                      <a:gd name="csY0" fmla="*/ 97768 h 586596"/>
                      <a:gd name="csX1" fmla="*/ 97768 w 737560"/>
                      <a:gd name="csY1" fmla="*/ 0 h 586596"/>
                      <a:gd name="csX2" fmla="*/ 639792 w 737560"/>
                      <a:gd name="csY2" fmla="*/ 0 h 586596"/>
                      <a:gd name="csX3" fmla="*/ 737560 w 737560"/>
                      <a:gd name="csY3" fmla="*/ 97768 h 586596"/>
                      <a:gd name="csX4" fmla="*/ 737560 w 737560"/>
                      <a:gd name="csY4" fmla="*/ 488828 h 586596"/>
                      <a:gd name="csX5" fmla="*/ 639792 w 737560"/>
                      <a:gd name="csY5" fmla="*/ 586596 h 586596"/>
                      <a:gd name="csX6" fmla="*/ 97768 w 737560"/>
                      <a:gd name="csY6" fmla="*/ 586596 h 586596"/>
                      <a:gd name="csX7" fmla="*/ 0 w 737560"/>
                      <a:gd name="csY7" fmla="*/ 488828 h 586596"/>
                      <a:gd name="csX8" fmla="*/ 0 w 737560"/>
                      <a:gd name="csY8" fmla="*/ 97768 h 586596"/>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Lst>
                    <a:rect l="l" t="t" r="r" b="b"/>
                    <a:pathLst>
                      <a:path w="737560" h="586596" extrusionOk="0">
                        <a:moveTo>
                          <a:pt x="0" y="97768"/>
                        </a:moveTo>
                        <a:cubicBezTo>
                          <a:pt x="-6431" y="39805"/>
                          <a:pt x="33697" y="3781"/>
                          <a:pt x="97768" y="0"/>
                        </a:cubicBezTo>
                        <a:cubicBezTo>
                          <a:pt x="255097" y="-20758"/>
                          <a:pt x="457435" y="-34569"/>
                          <a:pt x="639792" y="0"/>
                        </a:cubicBezTo>
                        <a:cubicBezTo>
                          <a:pt x="691126" y="2600"/>
                          <a:pt x="736049" y="52125"/>
                          <a:pt x="737560" y="97768"/>
                        </a:cubicBezTo>
                        <a:cubicBezTo>
                          <a:pt x="711953" y="151225"/>
                          <a:pt x="765743" y="336388"/>
                          <a:pt x="737560" y="488828"/>
                        </a:cubicBezTo>
                        <a:cubicBezTo>
                          <a:pt x="746763" y="543916"/>
                          <a:pt x="697802" y="578334"/>
                          <a:pt x="639792" y="586596"/>
                        </a:cubicBezTo>
                        <a:cubicBezTo>
                          <a:pt x="566716" y="618226"/>
                          <a:pt x="268905" y="572487"/>
                          <a:pt x="97768" y="586596"/>
                        </a:cubicBezTo>
                        <a:cubicBezTo>
                          <a:pt x="43026" y="579481"/>
                          <a:pt x="-5993" y="551153"/>
                          <a:pt x="0" y="488828"/>
                        </a:cubicBezTo>
                        <a:cubicBezTo>
                          <a:pt x="33631" y="396284"/>
                          <a:pt x="-14828" y="179198"/>
                          <a:pt x="0" y="97768"/>
                        </a:cubicBezTo>
                        <a:close/>
                      </a:path>
                    </a:pathLst>
                  </a:custGeom>
                  <ask:type>
                    <ask:lineSketchNone/>
                  </ask:type>
                </ask:lineSketchStyleProps>
              </a:ext>
            </a:extLst>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lang="en-IT"/>
          </a:p>
        </p:txBody>
      </p:sp>
      <p:sp>
        <p:nvSpPr>
          <p:cNvPr id="12" name="Rounded Rectangle 11">
            <a:extLst>
              <a:ext uri="{FF2B5EF4-FFF2-40B4-BE49-F238E27FC236}">
                <a16:creationId xmlns:a16="http://schemas.microsoft.com/office/drawing/2014/main" id="{32BBDE86-5A17-9DFF-467A-3B56C0611CDE}"/>
              </a:ext>
            </a:extLst>
          </p:cNvPr>
          <p:cNvSpPr/>
          <p:nvPr/>
        </p:nvSpPr>
        <p:spPr>
          <a:xfrm>
            <a:off x="298108" y="1597593"/>
            <a:ext cx="984682" cy="882470"/>
          </a:xfrm>
          <a:prstGeom prst="roundRect">
            <a:avLst/>
          </a:prstGeom>
          <a:noFill/>
          <a:ln w="28575">
            <a:solidFill>
              <a:schemeClr val="tx1"/>
            </a:solidFill>
            <a:prstDash val="solid"/>
            <a:extLst>
              <a:ext uri="{C807C97D-BFC1-408E-A445-0C87EB9F89A2}">
                <ask:lineSketchStyleProps xmlns:ask="http://schemas.microsoft.com/office/drawing/2018/sketchyshapes" sd="1219033472">
                  <a:custGeom>
                    <a:avLst/>
                    <a:gdLst>
                      <a:gd name="csX0" fmla="*/ 0 w 737560"/>
                      <a:gd name="csY0" fmla="*/ 97768 h 586596"/>
                      <a:gd name="csX1" fmla="*/ 97768 w 737560"/>
                      <a:gd name="csY1" fmla="*/ 0 h 586596"/>
                      <a:gd name="csX2" fmla="*/ 639792 w 737560"/>
                      <a:gd name="csY2" fmla="*/ 0 h 586596"/>
                      <a:gd name="csX3" fmla="*/ 737560 w 737560"/>
                      <a:gd name="csY3" fmla="*/ 97768 h 586596"/>
                      <a:gd name="csX4" fmla="*/ 737560 w 737560"/>
                      <a:gd name="csY4" fmla="*/ 488828 h 586596"/>
                      <a:gd name="csX5" fmla="*/ 639792 w 737560"/>
                      <a:gd name="csY5" fmla="*/ 586596 h 586596"/>
                      <a:gd name="csX6" fmla="*/ 97768 w 737560"/>
                      <a:gd name="csY6" fmla="*/ 586596 h 586596"/>
                      <a:gd name="csX7" fmla="*/ 0 w 737560"/>
                      <a:gd name="csY7" fmla="*/ 488828 h 586596"/>
                      <a:gd name="csX8" fmla="*/ 0 w 737560"/>
                      <a:gd name="csY8" fmla="*/ 97768 h 586596"/>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Lst>
                    <a:rect l="l" t="t" r="r" b="b"/>
                    <a:pathLst>
                      <a:path w="737560" h="586596" extrusionOk="0">
                        <a:moveTo>
                          <a:pt x="0" y="97768"/>
                        </a:moveTo>
                        <a:cubicBezTo>
                          <a:pt x="-6431" y="39805"/>
                          <a:pt x="33697" y="3781"/>
                          <a:pt x="97768" y="0"/>
                        </a:cubicBezTo>
                        <a:cubicBezTo>
                          <a:pt x="255097" y="-20758"/>
                          <a:pt x="457435" y="-34569"/>
                          <a:pt x="639792" y="0"/>
                        </a:cubicBezTo>
                        <a:cubicBezTo>
                          <a:pt x="691126" y="2600"/>
                          <a:pt x="736049" y="52125"/>
                          <a:pt x="737560" y="97768"/>
                        </a:cubicBezTo>
                        <a:cubicBezTo>
                          <a:pt x="711953" y="151225"/>
                          <a:pt x="765743" y="336388"/>
                          <a:pt x="737560" y="488828"/>
                        </a:cubicBezTo>
                        <a:cubicBezTo>
                          <a:pt x="746763" y="543916"/>
                          <a:pt x="697802" y="578334"/>
                          <a:pt x="639792" y="586596"/>
                        </a:cubicBezTo>
                        <a:cubicBezTo>
                          <a:pt x="566716" y="618226"/>
                          <a:pt x="268905" y="572487"/>
                          <a:pt x="97768" y="586596"/>
                        </a:cubicBezTo>
                        <a:cubicBezTo>
                          <a:pt x="43026" y="579481"/>
                          <a:pt x="-5993" y="551153"/>
                          <a:pt x="0" y="488828"/>
                        </a:cubicBezTo>
                        <a:cubicBezTo>
                          <a:pt x="33631" y="396284"/>
                          <a:pt x="-14828" y="179198"/>
                          <a:pt x="0" y="97768"/>
                        </a:cubicBezTo>
                        <a:close/>
                      </a:path>
                    </a:pathLst>
                  </a:custGeom>
                  <ask:type>
                    <ask:lineSketchNone/>
                  </ask:type>
                </ask:lineSketchStyleProps>
              </a:ext>
            </a:extLst>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lang="en-IT"/>
          </a:p>
        </p:txBody>
      </p:sp>
      <p:sp>
        <p:nvSpPr>
          <p:cNvPr id="13" name="Rounded Rectangle 12">
            <a:extLst>
              <a:ext uri="{FF2B5EF4-FFF2-40B4-BE49-F238E27FC236}">
                <a16:creationId xmlns:a16="http://schemas.microsoft.com/office/drawing/2014/main" id="{E63E1EFB-E612-5761-2962-AE40C8F2E539}"/>
              </a:ext>
            </a:extLst>
          </p:cNvPr>
          <p:cNvSpPr/>
          <p:nvPr/>
        </p:nvSpPr>
        <p:spPr>
          <a:xfrm>
            <a:off x="2215124" y="1523518"/>
            <a:ext cx="1764818" cy="1048231"/>
          </a:xfrm>
          <a:prstGeom prst="roundRect">
            <a:avLst/>
          </a:prstGeom>
          <a:noFill/>
          <a:ln w="28575">
            <a:solidFill>
              <a:schemeClr val="tx1"/>
            </a:solidFill>
            <a:prstDash val="solid"/>
            <a:extLst>
              <a:ext uri="{C807C97D-BFC1-408E-A445-0C87EB9F89A2}">
                <ask:lineSketchStyleProps xmlns:ask="http://schemas.microsoft.com/office/drawing/2018/sketchyshapes" sd="1219033472">
                  <a:custGeom>
                    <a:avLst/>
                    <a:gdLst>
                      <a:gd name="csX0" fmla="*/ 0 w 737560"/>
                      <a:gd name="csY0" fmla="*/ 97768 h 586596"/>
                      <a:gd name="csX1" fmla="*/ 97768 w 737560"/>
                      <a:gd name="csY1" fmla="*/ 0 h 586596"/>
                      <a:gd name="csX2" fmla="*/ 639792 w 737560"/>
                      <a:gd name="csY2" fmla="*/ 0 h 586596"/>
                      <a:gd name="csX3" fmla="*/ 737560 w 737560"/>
                      <a:gd name="csY3" fmla="*/ 97768 h 586596"/>
                      <a:gd name="csX4" fmla="*/ 737560 w 737560"/>
                      <a:gd name="csY4" fmla="*/ 488828 h 586596"/>
                      <a:gd name="csX5" fmla="*/ 639792 w 737560"/>
                      <a:gd name="csY5" fmla="*/ 586596 h 586596"/>
                      <a:gd name="csX6" fmla="*/ 97768 w 737560"/>
                      <a:gd name="csY6" fmla="*/ 586596 h 586596"/>
                      <a:gd name="csX7" fmla="*/ 0 w 737560"/>
                      <a:gd name="csY7" fmla="*/ 488828 h 586596"/>
                      <a:gd name="csX8" fmla="*/ 0 w 737560"/>
                      <a:gd name="csY8" fmla="*/ 97768 h 586596"/>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Lst>
                    <a:rect l="l" t="t" r="r" b="b"/>
                    <a:pathLst>
                      <a:path w="737560" h="586596" extrusionOk="0">
                        <a:moveTo>
                          <a:pt x="0" y="97768"/>
                        </a:moveTo>
                        <a:cubicBezTo>
                          <a:pt x="-6431" y="39805"/>
                          <a:pt x="33697" y="3781"/>
                          <a:pt x="97768" y="0"/>
                        </a:cubicBezTo>
                        <a:cubicBezTo>
                          <a:pt x="255097" y="-20758"/>
                          <a:pt x="457435" y="-34569"/>
                          <a:pt x="639792" y="0"/>
                        </a:cubicBezTo>
                        <a:cubicBezTo>
                          <a:pt x="691126" y="2600"/>
                          <a:pt x="736049" y="52125"/>
                          <a:pt x="737560" y="97768"/>
                        </a:cubicBezTo>
                        <a:cubicBezTo>
                          <a:pt x="711953" y="151225"/>
                          <a:pt x="765743" y="336388"/>
                          <a:pt x="737560" y="488828"/>
                        </a:cubicBezTo>
                        <a:cubicBezTo>
                          <a:pt x="746763" y="543916"/>
                          <a:pt x="697802" y="578334"/>
                          <a:pt x="639792" y="586596"/>
                        </a:cubicBezTo>
                        <a:cubicBezTo>
                          <a:pt x="566716" y="618226"/>
                          <a:pt x="268905" y="572487"/>
                          <a:pt x="97768" y="586596"/>
                        </a:cubicBezTo>
                        <a:cubicBezTo>
                          <a:pt x="43026" y="579481"/>
                          <a:pt x="-5993" y="551153"/>
                          <a:pt x="0" y="488828"/>
                        </a:cubicBezTo>
                        <a:cubicBezTo>
                          <a:pt x="33631" y="396284"/>
                          <a:pt x="-14828" y="179198"/>
                          <a:pt x="0" y="97768"/>
                        </a:cubicBezTo>
                        <a:close/>
                      </a:path>
                    </a:pathLst>
                  </a:custGeom>
                  <ask:type>
                    <ask:lineSketchNone/>
                  </ask:type>
                </ask:lineSketchStyleProps>
              </a:ext>
            </a:extLst>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lang="en-IT"/>
          </a:p>
        </p:txBody>
      </p:sp>
      <p:sp>
        <p:nvSpPr>
          <p:cNvPr id="14" name="Rounded Rectangle 13">
            <a:extLst>
              <a:ext uri="{FF2B5EF4-FFF2-40B4-BE49-F238E27FC236}">
                <a16:creationId xmlns:a16="http://schemas.microsoft.com/office/drawing/2014/main" id="{9A345A44-2146-9D94-D9B2-0DE437E991AC}"/>
              </a:ext>
            </a:extLst>
          </p:cNvPr>
          <p:cNvSpPr/>
          <p:nvPr/>
        </p:nvSpPr>
        <p:spPr>
          <a:xfrm>
            <a:off x="6644200" y="1137937"/>
            <a:ext cx="1217009" cy="2644653"/>
          </a:xfrm>
          <a:prstGeom prst="roundRect">
            <a:avLst/>
          </a:prstGeom>
          <a:noFill/>
          <a:ln w="28575">
            <a:solidFill>
              <a:schemeClr val="tx1"/>
            </a:solidFill>
            <a:prstDash val="solid"/>
            <a:extLst>
              <a:ext uri="{C807C97D-BFC1-408E-A445-0C87EB9F89A2}">
                <ask:lineSketchStyleProps xmlns:ask="http://schemas.microsoft.com/office/drawing/2018/sketchyshapes" sd="1219033472">
                  <a:custGeom>
                    <a:avLst/>
                    <a:gdLst>
                      <a:gd name="csX0" fmla="*/ 0 w 737560"/>
                      <a:gd name="csY0" fmla="*/ 97768 h 586596"/>
                      <a:gd name="csX1" fmla="*/ 97768 w 737560"/>
                      <a:gd name="csY1" fmla="*/ 0 h 586596"/>
                      <a:gd name="csX2" fmla="*/ 639792 w 737560"/>
                      <a:gd name="csY2" fmla="*/ 0 h 586596"/>
                      <a:gd name="csX3" fmla="*/ 737560 w 737560"/>
                      <a:gd name="csY3" fmla="*/ 97768 h 586596"/>
                      <a:gd name="csX4" fmla="*/ 737560 w 737560"/>
                      <a:gd name="csY4" fmla="*/ 488828 h 586596"/>
                      <a:gd name="csX5" fmla="*/ 639792 w 737560"/>
                      <a:gd name="csY5" fmla="*/ 586596 h 586596"/>
                      <a:gd name="csX6" fmla="*/ 97768 w 737560"/>
                      <a:gd name="csY6" fmla="*/ 586596 h 586596"/>
                      <a:gd name="csX7" fmla="*/ 0 w 737560"/>
                      <a:gd name="csY7" fmla="*/ 488828 h 586596"/>
                      <a:gd name="csX8" fmla="*/ 0 w 737560"/>
                      <a:gd name="csY8" fmla="*/ 97768 h 586596"/>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Lst>
                    <a:rect l="l" t="t" r="r" b="b"/>
                    <a:pathLst>
                      <a:path w="737560" h="586596" extrusionOk="0">
                        <a:moveTo>
                          <a:pt x="0" y="97768"/>
                        </a:moveTo>
                        <a:cubicBezTo>
                          <a:pt x="-6431" y="39805"/>
                          <a:pt x="33697" y="3781"/>
                          <a:pt x="97768" y="0"/>
                        </a:cubicBezTo>
                        <a:cubicBezTo>
                          <a:pt x="255097" y="-20758"/>
                          <a:pt x="457435" y="-34569"/>
                          <a:pt x="639792" y="0"/>
                        </a:cubicBezTo>
                        <a:cubicBezTo>
                          <a:pt x="691126" y="2600"/>
                          <a:pt x="736049" y="52125"/>
                          <a:pt x="737560" y="97768"/>
                        </a:cubicBezTo>
                        <a:cubicBezTo>
                          <a:pt x="711953" y="151225"/>
                          <a:pt x="765743" y="336388"/>
                          <a:pt x="737560" y="488828"/>
                        </a:cubicBezTo>
                        <a:cubicBezTo>
                          <a:pt x="746763" y="543916"/>
                          <a:pt x="697802" y="578334"/>
                          <a:pt x="639792" y="586596"/>
                        </a:cubicBezTo>
                        <a:cubicBezTo>
                          <a:pt x="566716" y="618226"/>
                          <a:pt x="268905" y="572487"/>
                          <a:pt x="97768" y="586596"/>
                        </a:cubicBezTo>
                        <a:cubicBezTo>
                          <a:pt x="43026" y="579481"/>
                          <a:pt x="-5993" y="551153"/>
                          <a:pt x="0" y="488828"/>
                        </a:cubicBezTo>
                        <a:cubicBezTo>
                          <a:pt x="33631" y="396284"/>
                          <a:pt x="-14828" y="179198"/>
                          <a:pt x="0" y="97768"/>
                        </a:cubicBezTo>
                        <a:close/>
                      </a:path>
                    </a:pathLst>
                  </a:custGeom>
                  <ask:type>
                    <ask:lineSketchNone/>
                  </ask:type>
                </ask:lineSketchStyleProps>
              </a:ext>
            </a:extLst>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lang="en-IT"/>
          </a:p>
        </p:txBody>
      </p:sp>
      <p:sp>
        <p:nvSpPr>
          <p:cNvPr id="15" name="Rounded Rectangle 14">
            <a:extLst>
              <a:ext uri="{FF2B5EF4-FFF2-40B4-BE49-F238E27FC236}">
                <a16:creationId xmlns:a16="http://schemas.microsoft.com/office/drawing/2014/main" id="{42165486-B2F7-6E95-15C8-ABF00340C37A}"/>
              </a:ext>
            </a:extLst>
          </p:cNvPr>
          <p:cNvSpPr/>
          <p:nvPr/>
        </p:nvSpPr>
        <p:spPr>
          <a:xfrm>
            <a:off x="6789926" y="2973970"/>
            <a:ext cx="885037" cy="736095"/>
          </a:xfrm>
          <a:prstGeom prst="roundRect">
            <a:avLst/>
          </a:prstGeom>
          <a:noFill/>
          <a:ln w="28575">
            <a:solidFill>
              <a:schemeClr val="tx1"/>
            </a:solidFill>
            <a:prstDash val="solid"/>
            <a:extLst>
              <a:ext uri="{C807C97D-BFC1-408E-A445-0C87EB9F89A2}">
                <ask:lineSketchStyleProps xmlns:ask="http://schemas.microsoft.com/office/drawing/2018/sketchyshapes" sd="1219033472">
                  <a:custGeom>
                    <a:avLst/>
                    <a:gdLst>
                      <a:gd name="csX0" fmla="*/ 0 w 737560"/>
                      <a:gd name="csY0" fmla="*/ 97768 h 586596"/>
                      <a:gd name="csX1" fmla="*/ 97768 w 737560"/>
                      <a:gd name="csY1" fmla="*/ 0 h 586596"/>
                      <a:gd name="csX2" fmla="*/ 639792 w 737560"/>
                      <a:gd name="csY2" fmla="*/ 0 h 586596"/>
                      <a:gd name="csX3" fmla="*/ 737560 w 737560"/>
                      <a:gd name="csY3" fmla="*/ 97768 h 586596"/>
                      <a:gd name="csX4" fmla="*/ 737560 w 737560"/>
                      <a:gd name="csY4" fmla="*/ 488828 h 586596"/>
                      <a:gd name="csX5" fmla="*/ 639792 w 737560"/>
                      <a:gd name="csY5" fmla="*/ 586596 h 586596"/>
                      <a:gd name="csX6" fmla="*/ 97768 w 737560"/>
                      <a:gd name="csY6" fmla="*/ 586596 h 586596"/>
                      <a:gd name="csX7" fmla="*/ 0 w 737560"/>
                      <a:gd name="csY7" fmla="*/ 488828 h 586596"/>
                      <a:gd name="csX8" fmla="*/ 0 w 737560"/>
                      <a:gd name="csY8" fmla="*/ 97768 h 586596"/>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Lst>
                    <a:rect l="l" t="t" r="r" b="b"/>
                    <a:pathLst>
                      <a:path w="737560" h="586596" extrusionOk="0">
                        <a:moveTo>
                          <a:pt x="0" y="97768"/>
                        </a:moveTo>
                        <a:cubicBezTo>
                          <a:pt x="-6431" y="39805"/>
                          <a:pt x="33697" y="3781"/>
                          <a:pt x="97768" y="0"/>
                        </a:cubicBezTo>
                        <a:cubicBezTo>
                          <a:pt x="255097" y="-20758"/>
                          <a:pt x="457435" y="-34569"/>
                          <a:pt x="639792" y="0"/>
                        </a:cubicBezTo>
                        <a:cubicBezTo>
                          <a:pt x="691126" y="2600"/>
                          <a:pt x="736049" y="52125"/>
                          <a:pt x="737560" y="97768"/>
                        </a:cubicBezTo>
                        <a:cubicBezTo>
                          <a:pt x="711953" y="151225"/>
                          <a:pt x="765743" y="336388"/>
                          <a:pt x="737560" y="488828"/>
                        </a:cubicBezTo>
                        <a:cubicBezTo>
                          <a:pt x="746763" y="543916"/>
                          <a:pt x="697802" y="578334"/>
                          <a:pt x="639792" y="586596"/>
                        </a:cubicBezTo>
                        <a:cubicBezTo>
                          <a:pt x="566716" y="618226"/>
                          <a:pt x="268905" y="572487"/>
                          <a:pt x="97768" y="586596"/>
                        </a:cubicBezTo>
                        <a:cubicBezTo>
                          <a:pt x="43026" y="579481"/>
                          <a:pt x="-5993" y="551153"/>
                          <a:pt x="0" y="488828"/>
                        </a:cubicBezTo>
                        <a:cubicBezTo>
                          <a:pt x="33631" y="396284"/>
                          <a:pt x="-14828" y="179198"/>
                          <a:pt x="0" y="97768"/>
                        </a:cubicBezTo>
                        <a:close/>
                      </a:path>
                    </a:pathLst>
                  </a:custGeom>
                  <ask:type>
                    <ask:lineSketchNone/>
                  </ask:type>
                </ask:lineSketchStyleProps>
              </a:ext>
            </a:extLst>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lang="en-IT" dirty="0"/>
          </a:p>
        </p:txBody>
      </p:sp>
      <p:sp>
        <p:nvSpPr>
          <p:cNvPr id="16" name="Rounded Rectangle 15">
            <a:extLst>
              <a:ext uri="{FF2B5EF4-FFF2-40B4-BE49-F238E27FC236}">
                <a16:creationId xmlns:a16="http://schemas.microsoft.com/office/drawing/2014/main" id="{699296A2-0B1B-36AE-D557-96452789338A}"/>
              </a:ext>
            </a:extLst>
          </p:cNvPr>
          <p:cNvSpPr/>
          <p:nvPr/>
        </p:nvSpPr>
        <p:spPr>
          <a:xfrm>
            <a:off x="3296286" y="3890043"/>
            <a:ext cx="945930" cy="869334"/>
          </a:xfrm>
          <a:prstGeom prst="roundRect">
            <a:avLst/>
          </a:prstGeom>
          <a:noFill/>
          <a:ln w="28575">
            <a:solidFill>
              <a:schemeClr val="tx1"/>
            </a:solidFill>
            <a:prstDash val="solid"/>
            <a:extLst>
              <a:ext uri="{C807C97D-BFC1-408E-A445-0C87EB9F89A2}">
                <ask:lineSketchStyleProps xmlns:ask="http://schemas.microsoft.com/office/drawing/2018/sketchyshapes" sd="1219033472">
                  <a:custGeom>
                    <a:avLst/>
                    <a:gdLst>
                      <a:gd name="csX0" fmla="*/ 0 w 737560"/>
                      <a:gd name="csY0" fmla="*/ 97768 h 586596"/>
                      <a:gd name="csX1" fmla="*/ 97768 w 737560"/>
                      <a:gd name="csY1" fmla="*/ 0 h 586596"/>
                      <a:gd name="csX2" fmla="*/ 639792 w 737560"/>
                      <a:gd name="csY2" fmla="*/ 0 h 586596"/>
                      <a:gd name="csX3" fmla="*/ 737560 w 737560"/>
                      <a:gd name="csY3" fmla="*/ 97768 h 586596"/>
                      <a:gd name="csX4" fmla="*/ 737560 w 737560"/>
                      <a:gd name="csY4" fmla="*/ 488828 h 586596"/>
                      <a:gd name="csX5" fmla="*/ 639792 w 737560"/>
                      <a:gd name="csY5" fmla="*/ 586596 h 586596"/>
                      <a:gd name="csX6" fmla="*/ 97768 w 737560"/>
                      <a:gd name="csY6" fmla="*/ 586596 h 586596"/>
                      <a:gd name="csX7" fmla="*/ 0 w 737560"/>
                      <a:gd name="csY7" fmla="*/ 488828 h 586596"/>
                      <a:gd name="csX8" fmla="*/ 0 w 737560"/>
                      <a:gd name="csY8" fmla="*/ 97768 h 586596"/>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Lst>
                    <a:rect l="l" t="t" r="r" b="b"/>
                    <a:pathLst>
                      <a:path w="737560" h="586596" extrusionOk="0">
                        <a:moveTo>
                          <a:pt x="0" y="97768"/>
                        </a:moveTo>
                        <a:cubicBezTo>
                          <a:pt x="-6431" y="39805"/>
                          <a:pt x="33697" y="3781"/>
                          <a:pt x="97768" y="0"/>
                        </a:cubicBezTo>
                        <a:cubicBezTo>
                          <a:pt x="255097" y="-20758"/>
                          <a:pt x="457435" y="-34569"/>
                          <a:pt x="639792" y="0"/>
                        </a:cubicBezTo>
                        <a:cubicBezTo>
                          <a:pt x="691126" y="2600"/>
                          <a:pt x="736049" y="52125"/>
                          <a:pt x="737560" y="97768"/>
                        </a:cubicBezTo>
                        <a:cubicBezTo>
                          <a:pt x="711953" y="151225"/>
                          <a:pt x="765743" y="336388"/>
                          <a:pt x="737560" y="488828"/>
                        </a:cubicBezTo>
                        <a:cubicBezTo>
                          <a:pt x="746763" y="543916"/>
                          <a:pt x="697802" y="578334"/>
                          <a:pt x="639792" y="586596"/>
                        </a:cubicBezTo>
                        <a:cubicBezTo>
                          <a:pt x="566716" y="618226"/>
                          <a:pt x="268905" y="572487"/>
                          <a:pt x="97768" y="586596"/>
                        </a:cubicBezTo>
                        <a:cubicBezTo>
                          <a:pt x="43026" y="579481"/>
                          <a:pt x="-5993" y="551153"/>
                          <a:pt x="0" y="488828"/>
                        </a:cubicBezTo>
                        <a:cubicBezTo>
                          <a:pt x="33631" y="396284"/>
                          <a:pt x="-14828" y="179198"/>
                          <a:pt x="0" y="97768"/>
                        </a:cubicBezTo>
                        <a:close/>
                      </a:path>
                    </a:pathLst>
                  </a:custGeom>
                  <ask:type>
                    <ask:lineSketchNone/>
                  </ask:type>
                </ask:lineSketchStyleProps>
              </a:ext>
            </a:extLst>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lang="en-IT" dirty="0"/>
          </a:p>
        </p:txBody>
      </p:sp>
      <p:sp>
        <p:nvSpPr>
          <p:cNvPr id="17" name="Rounded Rectangle 16">
            <a:extLst>
              <a:ext uri="{FF2B5EF4-FFF2-40B4-BE49-F238E27FC236}">
                <a16:creationId xmlns:a16="http://schemas.microsoft.com/office/drawing/2014/main" id="{2C50CCFC-E3B7-94EA-5463-B8687149B81D}"/>
              </a:ext>
            </a:extLst>
          </p:cNvPr>
          <p:cNvSpPr/>
          <p:nvPr/>
        </p:nvSpPr>
        <p:spPr>
          <a:xfrm>
            <a:off x="5019223" y="3890043"/>
            <a:ext cx="1209190" cy="869334"/>
          </a:xfrm>
          <a:prstGeom prst="roundRect">
            <a:avLst/>
          </a:prstGeom>
          <a:noFill/>
          <a:ln w="28575">
            <a:solidFill>
              <a:schemeClr val="tx1"/>
            </a:solidFill>
            <a:prstDash val="solid"/>
            <a:extLst>
              <a:ext uri="{C807C97D-BFC1-408E-A445-0C87EB9F89A2}">
                <ask:lineSketchStyleProps xmlns:ask="http://schemas.microsoft.com/office/drawing/2018/sketchyshapes" sd="1219033472">
                  <a:custGeom>
                    <a:avLst/>
                    <a:gdLst>
                      <a:gd name="csX0" fmla="*/ 0 w 737560"/>
                      <a:gd name="csY0" fmla="*/ 97768 h 586596"/>
                      <a:gd name="csX1" fmla="*/ 97768 w 737560"/>
                      <a:gd name="csY1" fmla="*/ 0 h 586596"/>
                      <a:gd name="csX2" fmla="*/ 639792 w 737560"/>
                      <a:gd name="csY2" fmla="*/ 0 h 586596"/>
                      <a:gd name="csX3" fmla="*/ 737560 w 737560"/>
                      <a:gd name="csY3" fmla="*/ 97768 h 586596"/>
                      <a:gd name="csX4" fmla="*/ 737560 w 737560"/>
                      <a:gd name="csY4" fmla="*/ 488828 h 586596"/>
                      <a:gd name="csX5" fmla="*/ 639792 w 737560"/>
                      <a:gd name="csY5" fmla="*/ 586596 h 586596"/>
                      <a:gd name="csX6" fmla="*/ 97768 w 737560"/>
                      <a:gd name="csY6" fmla="*/ 586596 h 586596"/>
                      <a:gd name="csX7" fmla="*/ 0 w 737560"/>
                      <a:gd name="csY7" fmla="*/ 488828 h 586596"/>
                      <a:gd name="csX8" fmla="*/ 0 w 737560"/>
                      <a:gd name="csY8" fmla="*/ 97768 h 586596"/>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Lst>
                    <a:rect l="l" t="t" r="r" b="b"/>
                    <a:pathLst>
                      <a:path w="737560" h="586596" extrusionOk="0">
                        <a:moveTo>
                          <a:pt x="0" y="97768"/>
                        </a:moveTo>
                        <a:cubicBezTo>
                          <a:pt x="-6431" y="39805"/>
                          <a:pt x="33697" y="3781"/>
                          <a:pt x="97768" y="0"/>
                        </a:cubicBezTo>
                        <a:cubicBezTo>
                          <a:pt x="255097" y="-20758"/>
                          <a:pt x="457435" y="-34569"/>
                          <a:pt x="639792" y="0"/>
                        </a:cubicBezTo>
                        <a:cubicBezTo>
                          <a:pt x="691126" y="2600"/>
                          <a:pt x="736049" y="52125"/>
                          <a:pt x="737560" y="97768"/>
                        </a:cubicBezTo>
                        <a:cubicBezTo>
                          <a:pt x="711953" y="151225"/>
                          <a:pt x="765743" y="336388"/>
                          <a:pt x="737560" y="488828"/>
                        </a:cubicBezTo>
                        <a:cubicBezTo>
                          <a:pt x="746763" y="543916"/>
                          <a:pt x="697802" y="578334"/>
                          <a:pt x="639792" y="586596"/>
                        </a:cubicBezTo>
                        <a:cubicBezTo>
                          <a:pt x="566716" y="618226"/>
                          <a:pt x="268905" y="572487"/>
                          <a:pt x="97768" y="586596"/>
                        </a:cubicBezTo>
                        <a:cubicBezTo>
                          <a:pt x="43026" y="579481"/>
                          <a:pt x="-5993" y="551153"/>
                          <a:pt x="0" y="488828"/>
                        </a:cubicBezTo>
                        <a:cubicBezTo>
                          <a:pt x="33631" y="396284"/>
                          <a:pt x="-14828" y="179198"/>
                          <a:pt x="0" y="97768"/>
                        </a:cubicBezTo>
                        <a:close/>
                      </a:path>
                    </a:pathLst>
                  </a:custGeom>
                  <ask:type>
                    <ask:lineSketchNone/>
                  </ask:type>
                </ask:lineSketchStyleProps>
              </a:ext>
            </a:extLst>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lang="en-IT" dirty="0"/>
          </a:p>
        </p:txBody>
      </p:sp>
      <p:sp>
        <p:nvSpPr>
          <p:cNvPr id="18" name="Rounded Rectangle 17">
            <a:extLst>
              <a:ext uri="{FF2B5EF4-FFF2-40B4-BE49-F238E27FC236}">
                <a16:creationId xmlns:a16="http://schemas.microsoft.com/office/drawing/2014/main" id="{0A7CE653-6F00-9E6F-99DB-CBBED4EFB019}"/>
              </a:ext>
            </a:extLst>
          </p:cNvPr>
          <p:cNvSpPr/>
          <p:nvPr/>
        </p:nvSpPr>
        <p:spPr>
          <a:xfrm>
            <a:off x="2101385" y="3890043"/>
            <a:ext cx="945930" cy="869334"/>
          </a:xfrm>
          <a:prstGeom prst="roundRect">
            <a:avLst/>
          </a:prstGeom>
          <a:noFill/>
          <a:ln w="28575">
            <a:solidFill>
              <a:schemeClr val="tx1"/>
            </a:solidFill>
            <a:prstDash val="solid"/>
            <a:extLst>
              <a:ext uri="{C807C97D-BFC1-408E-A445-0C87EB9F89A2}">
                <ask:lineSketchStyleProps xmlns:ask="http://schemas.microsoft.com/office/drawing/2018/sketchyshapes" sd="1219033472">
                  <a:custGeom>
                    <a:avLst/>
                    <a:gdLst>
                      <a:gd name="csX0" fmla="*/ 0 w 737560"/>
                      <a:gd name="csY0" fmla="*/ 97768 h 586596"/>
                      <a:gd name="csX1" fmla="*/ 97768 w 737560"/>
                      <a:gd name="csY1" fmla="*/ 0 h 586596"/>
                      <a:gd name="csX2" fmla="*/ 639792 w 737560"/>
                      <a:gd name="csY2" fmla="*/ 0 h 586596"/>
                      <a:gd name="csX3" fmla="*/ 737560 w 737560"/>
                      <a:gd name="csY3" fmla="*/ 97768 h 586596"/>
                      <a:gd name="csX4" fmla="*/ 737560 w 737560"/>
                      <a:gd name="csY4" fmla="*/ 488828 h 586596"/>
                      <a:gd name="csX5" fmla="*/ 639792 w 737560"/>
                      <a:gd name="csY5" fmla="*/ 586596 h 586596"/>
                      <a:gd name="csX6" fmla="*/ 97768 w 737560"/>
                      <a:gd name="csY6" fmla="*/ 586596 h 586596"/>
                      <a:gd name="csX7" fmla="*/ 0 w 737560"/>
                      <a:gd name="csY7" fmla="*/ 488828 h 586596"/>
                      <a:gd name="csX8" fmla="*/ 0 w 737560"/>
                      <a:gd name="csY8" fmla="*/ 97768 h 586596"/>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Lst>
                    <a:rect l="l" t="t" r="r" b="b"/>
                    <a:pathLst>
                      <a:path w="737560" h="586596" extrusionOk="0">
                        <a:moveTo>
                          <a:pt x="0" y="97768"/>
                        </a:moveTo>
                        <a:cubicBezTo>
                          <a:pt x="-6431" y="39805"/>
                          <a:pt x="33697" y="3781"/>
                          <a:pt x="97768" y="0"/>
                        </a:cubicBezTo>
                        <a:cubicBezTo>
                          <a:pt x="255097" y="-20758"/>
                          <a:pt x="457435" y="-34569"/>
                          <a:pt x="639792" y="0"/>
                        </a:cubicBezTo>
                        <a:cubicBezTo>
                          <a:pt x="691126" y="2600"/>
                          <a:pt x="736049" y="52125"/>
                          <a:pt x="737560" y="97768"/>
                        </a:cubicBezTo>
                        <a:cubicBezTo>
                          <a:pt x="711953" y="151225"/>
                          <a:pt x="765743" y="336388"/>
                          <a:pt x="737560" y="488828"/>
                        </a:cubicBezTo>
                        <a:cubicBezTo>
                          <a:pt x="746763" y="543916"/>
                          <a:pt x="697802" y="578334"/>
                          <a:pt x="639792" y="586596"/>
                        </a:cubicBezTo>
                        <a:cubicBezTo>
                          <a:pt x="566716" y="618226"/>
                          <a:pt x="268905" y="572487"/>
                          <a:pt x="97768" y="586596"/>
                        </a:cubicBezTo>
                        <a:cubicBezTo>
                          <a:pt x="43026" y="579481"/>
                          <a:pt x="-5993" y="551153"/>
                          <a:pt x="0" y="488828"/>
                        </a:cubicBezTo>
                        <a:cubicBezTo>
                          <a:pt x="33631" y="396284"/>
                          <a:pt x="-14828" y="179198"/>
                          <a:pt x="0" y="97768"/>
                        </a:cubicBezTo>
                        <a:close/>
                      </a:path>
                    </a:pathLst>
                  </a:custGeom>
                  <ask:type>
                    <ask:lineSketchNone/>
                  </ask:type>
                </ask:lineSketchStyleProps>
              </a:ext>
            </a:extLst>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lang="en-IT" dirty="0"/>
          </a:p>
        </p:txBody>
      </p:sp>
    </p:spTree>
    <p:extLst>
      <p:ext uri="{BB962C8B-B14F-4D97-AF65-F5344CB8AC3E}">
        <p14:creationId xmlns:p14="http://schemas.microsoft.com/office/powerpoint/2010/main" val="318227274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6"/>
                                        </p:tgtEl>
                                        <p:attrNameLst>
                                          <p:attrName>style.visibility</p:attrName>
                                        </p:attrNameLst>
                                      </p:cBhvr>
                                      <p:to>
                                        <p:strVal val="visible"/>
                                      </p:to>
                                    </p:set>
                                    <p:animEffect transition="in" filter="fade">
                                      <p:cBhvr>
                                        <p:cTn id="7" dur="500"/>
                                        <p:tgtEl>
                                          <p:spTgt spid="6"/>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7"/>
                                        </p:tgtEl>
                                        <p:attrNameLst>
                                          <p:attrName>style.visibility</p:attrName>
                                        </p:attrNameLst>
                                      </p:cBhvr>
                                      <p:to>
                                        <p:strVal val="visible"/>
                                      </p:to>
                                    </p:set>
                                    <p:animEffect transition="in" filter="fade">
                                      <p:cBhvr>
                                        <p:cTn id="10" dur="500"/>
                                        <p:tgtEl>
                                          <p:spTgt spid="7"/>
                                        </p:tgtEl>
                                      </p:cBhvr>
                                    </p:animEffect>
                                  </p:childTnLst>
                                </p:cTn>
                              </p:par>
                              <p:par>
                                <p:cTn id="11" presetID="10" presetClass="entr" presetSubtype="0" fill="hold" grpId="0" nodeType="withEffect">
                                  <p:stCondLst>
                                    <p:cond delay="0"/>
                                  </p:stCondLst>
                                  <p:childTnLst>
                                    <p:set>
                                      <p:cBhvr>
                                        <p:cTn id="12" dur="1" fill="hold">
                                          <p:stCondLst>
                                            <p:cond delay="0"/>
                                          </p:stCondLst>
                                        </p:cTn>
                                        <p:tgtEl>
                                          <p:spTgt spid="8"/>
                                        </p:tgtEl>
                                        <p:attrNameLst>
                                          <p:attrName>style.visibility</p:attrName>
                                        </p:attrNameLst>
                                      </p:cBhvr>
                                      <p:to>
                                        <p:strVal val="visible"/>
                                      </p:to>
                                    </p:set>
                                    <p:animEffect transition="in" filter="fade">
                                      <p:cBhvr>
                                        <p:cTn id="13" dur="500"/>
                                        <p:tgtEl>
                                          <p:spTgt spid="8"/>
                                        </p:tgtEl>
                                      </p:cBhvr>
                                    </p:animEffect>
                                  </p:childTnLst>
                                </p:cTn>
                              </p:par>
                              <p:par>
                                <p:cTn id="14" presetID="10" presetClass="entr" presetSubtype="0" fill="hold" grpId="0" nodeType="withEffect">
                                  <p:stCondLst>
                                    <p:cond delay="0"/>
                                  </p:stCondLst>
                                  <p:childTnLst>
                                    <p:set>
                                      <p:cBhvr>
                                        <p:cTn id="15" dur="1" fill="hold">
                                          <p:stCondLst>
                                            <p:cond delay="0"/>
                                          </p:stCondLst>
                                        </p:cTn>
                                        <p:tgtEl>
                                          <p:spTgt spid="9"/>
                                        </p:tgtEl>
                                        <p:attrNameLst>
                                          <p:attrName>style.visibility</p:attrName>
                                        </p:attrNameLst>
                                      </p:cBhvr>
                                      <p:to>
                                        <p:strVal val="visible"/>
                                      </p:to>
                                    </p:set>
                                    <p:animEffect transition="in" filter="fade">
                                      <p:cBhvr>
                                        <p:cTn id="16" dur="500"/>
                                        <p:tgtEl>
                                          <p:spTgt spid="9"/>
                                        </p:tgtEl>
                                      </p:cBhvr>
                                    </p:animEffect>
                                  </p:childTnLst>
                                </p:cTn>
                              </p:par>
                              <p:par>
                                <p:cTn id="17" presetID="10" presetClass="entr" presetSubtype="0" fill="hold" grpId="0" nodeType="withEffect">
                                  <p:stCondLst>
                                    <p:cond delay="0"/>
                                  </p:stCondLst>
                                  <p:childTnLst>
                                    <p:set>
                                      <p:cBhvr>
                                        <p:cTn id="18" dur="1" fill="hold">
                                          <p:stCondLst>
                                            <p:cond delay="0"/>
                                          </p:stCondLst>
                                        </p:cTn>
                                        <p:tgtEl>
                                          <p:spTgt spid="14"/>
                                        </p:tgtEl>
                                        <p:attrNameLst>
                                          <p:attrName>style.visibility</p:attrName>
                                        </p:attrNameLst>
                                      </p:cBhvr>
                                      <p:to>
                                        <p:strVal val="visible"/>
                                      </p:to>
                                    </p:set>
                                    <p:animEffect transition="in" filter="fade">
                                      <p:cBhvr>
                                        <p:cTn id="19" dur="500"/>
                                        <p:tgtEl>
                                          <p:spTgt spid="14"/>
                                        </p:tgtEl>
                                      </p:cBhvr>
                                    </p:animEffect>
                                  </p:childTnLst>
                                </p:cTn>
                              </p:par>
                            </p:childTnLst>
                          </p:cTn>
                        </p:par>
                      </p:childTnLst>
                    </p:cTn>
                  </p:par>
                  <p:par>
                    <p:cTn id="20" fill="hold">
                      <p:stCondLst>
                        <p:cond delay="indefinite"/>
                      </p:stCondLst>
                      <p:childTnLst>
                        <p:par>
                          <p:cTn id="21" fill="hold">
                            <p:stCondLst>
                              <p:cond delay="0"/>
                            </p:stCondLst>
                            <p:childTnLst>
                              <p:par>
                                <p:cTn id="22" presetID="10" presetClass="exit" presetSubtype="0" fill="hold" grpId="1" nodeType="clickEffect">
                                  <p:stCondLst>
                                    <p:cond delay="0"/>
                                  </p:stCondLst>
                                  <p:childTnLst>
                                    <p:animEffect transition="out" filter="fade">
                                      <p:cBhvr>
                                        <p:cTn id="23" dur="500"/>
                                        <p:tgtEl>
                                          <p:spTgt spid="6"/>
                                        </p:tgtEl>
                                      </p:cBhvr>
                                    </p:animEffect>
                                    <p:set>
                                      <p:cBhvr>
                                        <p:cTn id="24" dur="1" fill="hold">
                                          <p:stCondLst>
                                            <p:cond delay="499"/>
                                          </p:stCondLst>
                                        </p:cTn>
                                        <p:tgtEl>
                                          <p:spTgt spid="6"/>
                                        </p:tgtEl>
                                        <p:attrNameLst>
                                          <p:attrName>style.visibility</p:attrName>
                                        </p:attrNameLst>
                                      </p:cBhvr>
                                      <p:to>
                                        <p:strVal val="hidden"/>
                                      </p:to>
                                    </p:set>
                                  </p:childTnLst>
                                </p:cTn>
                              </p:par>
                              <p:par>
                                <p:cTn id="25" presetID="10" presetClass="exit" presetSubtype="0" fill="hold" grpId="1" nodeType="withEffect">
                                  <p:stCondLst>
                                    <p:cond delay="0"/>
                                  </p:stCondLst>
                                  <p:childTnLst>
                                    <p:animEffect transition="out" filter="fade">
                                      <p:cBhvr>
                                        <p:cTn id="26" dur="500"/>
                                        <p:tgtEl>
                                          <p:spTgt spid="7"/>
                                        </p:tgtEl>
                                      </p:cBhvr>
                                    </p:animEffect>
                                    <p:set>
                                      <p:cBhvr>
                                        <p:cTn id="27" dur="1" fill="hold">
                                          <p:stCondLst>
                                            <p:cond delay="499"/>
                                          </p:stCondLst>
                                        </p:cTn>
                                        <p:tgtEl>
                                          <p:spTgt spid="7"/>
                                        </p:tgtEl>
                                        <p:attrNameLst>
                                          <p:attrName>style.visibility</p:attrName>
                                        </p:attrNameLst>
                                      </p:cBhvr>
                                      <p:to>
                                        <p:strVal val="hidden"/>
                                      </p:to>
                                    </p:set>
                                  </p:childTnLst>
                                </p:cTn>
                              </p:par>
                              <p:par>
                                <p:cTn id="28" presetID="10" presetClass="exit" presetSubtype="0" fill="hold" grpId="1" nodeType="withEffect">
                                  <p:stCondLst>
                                    <p:cond delay="0"/>
                                  </p:stCondLst>
                                  <p:childTnLst>
                                    <p:animEffect transition="out" filter="fade">
                                      <p:cBhvr>
                                        <p:cTn id="29" dur="500"/>
                                        <p:tgtEl>
                                          <p:spTgt spid="8"/>
                                        </p:tgtEl>
                                      </p:cBhvr>
                                    </p:animEffect>
                                    <p:set>
                                      <p:cBhvr>
                                        <p:cTn id="30" dur="1" fill="hold">
                                          <p:stCondLst>
                                            <p:cond delay="499"/>
                                          </p:stCondLst>
                                        </p:cTn>
                                        <p:tgtEl>
                                          <p:spTgt spid="8"/>
                                        </p:tgtEl>
                                        <p:attrNameLst>
                                          <p:attrName>style.visibility</p:attrName>
                                        </p:attrNameLst>
                                      </p:cBhvr>
                                      <p:to>
                                        <p:strVal val="hidden"/>
                                      </p:to>
                                    </p:set>
                                  </p:childTnLst>
                                </p:cTn>
                              </p:par>
                              <p:par>
                                <p:cTn id="31" presetID="10" presetClass="exit" presetSubtype="0" fill="hold" grpId="1" nodeType="withEffect">
                                  <p:stCondLst>
                                    <p:cond delay="0"/>
                                  </p:stCondLst>
                                  <p:childTnLst>
                                    <p:animEffect transition="out" filter="fade">
                                      <p:cBhvr>
                                        <p:cTn id="32" dur="500"/>
                                        <p:tgtEl>
                                          <p:spTgt spid="9"/>
                                        </p:tgtEl>
                                      </p:cBhvr>
                                    </p:animEffect>
                                    <p:set>
                                      <p:cBhvr>
                                        <p:cTn id="33" dur="1" fill="hold">
                                          <p:stCondLst>
                                            <p:cond delay="499"/>
                                          </p:stCondLst>
                                        </p:cTn>
                                        <p:tgtEl>
                                          <p:spTgt spid="9"/>
                                        </p:tgtEl>
                                        <p:attrNameLst>
                                          <p:attrName>style.visibility</p:attrName>
                                        </p:attrNameLst>
                                      </p:cBhvr>
                                      <p:to>
                                        <p:strVal val="hidden"/>
                                      </p:to>
                                    </p:set>
                                  </p:childTnLst>
                                </p:cTn>
                              </p:par>
                              <p:par>
                                <p:cTn id="34" presetID="10" presetClass="exit" presetSubtype="0" fill="hold" grpId="1" nodeType="withEffect">
                                  <p:stCondLst>
                                    <p:cond delay="0"/>
                                  </p:stCondLst>
                                  <p:childTnLst>
                                    <p:animEffect transition="out" filter="fade">
                                      <p:cBhvr>
                                        <p:cTn id="35" dur="500"/>
                                        <p:tgtEl>
                                          <p:spTgt spid="14"/>
                                        </p:tgtEl>
                                      </p:cBhvr>
                                    </p:animEffect>
                                    <p:set>
                                      <p:cBhvr>
                                        <p:cTn id="36" dur="1" fill="hold">
                                          <p:stCondLst>
                                            <p:cond delay="499"/>
                                          </p:stCondLst>
                                        </p:cTn>
                                        <p:tgtEl>
                                          <p:spTgt spid="14"/>
                                        </p:tgtEl>
                                        <p:attrNameLst>
                                          <p:attrName>style.visibility</p:attrName>
                                        </p:attrNameLst>
                                      </p:cBhvr>
                                      <p:to>
                                        <p:strVal val="hidden"/>
                                      </p:to>
                                    </p:set>
                                  </p:childTnLst>
                                </p:cTn>
                              </p:par>
                            </p:childTnLst>
                          </p:cTn>
                        </p:par>
                        <p:par>
                          <p:cTn id="37" fill="hold">
                            <p:stCondLst>
                              <p:cond delay="500"/>
                            </p:stCondLst>
                            <p:childTnLst>
                              <p:par>
                                <p:cTn id="38" presetID="10" presetClass="entr" presetSubtype="0" fill="hold" grpId="0" nodeType="afterEffect">
                                  <p:stCondLst>
                                    <p:cond delay="0"/>
                                  </p:stCondLst>
                                  <p:childTnLst>
                                    <p:set>
                                      <p:cBhvr>
                                        <p:cTn id="39" dur="1" fill="hold">
                                          <p:stCondLst>
                                            <p:cond delay="0"/>
                                          </p:stCondLst>
                                        </p:cTn>
                                        <p:tgtEl>
                                          <p:spTgt spid="12"/>
                                        </p:tgtEl>
                                        <p:attrNameLst>
                                          <p:attrName>style.visibility</p:attrName>
                                        </p:attrNameLst>
                                      </p:cBhvr>
                                      <p:to>
                                        <p:strVal val="visible"/>
                                      </p:to>
                                    </p:set>
                                    <p:animEffect transition="in" filter="fade">
                                      <p:cBhvr>
                                        <p:cTn id="40" dur="500"/>
                                        <p:tgtEl>
                                          <p:spTgt spid="12"/>
                                        </p:tgtEl>
                                      </p:cBhvr>
                                    </p:animEffect>
                                  </p:childTnLst>
                                </p:cTn>
                              </p:par>
                              <p:par>
                                <p:cTn id="41" presetID="10" presetClass="entr" presetSubtype="0" fill="hold" grpId="0" nodeType="withEffect">
                                  <p:stCondLst>
                                    <p:cond delay="0"/>
                                  </p:stCondLst>
                                  <p:childTnLst>
                                    <p:set>
                                      <p:cBhvr>
                                        <p:cTn id="42" dur="1" fill="hold">
                                          <p:stCondLst>
                                            <p:cond delay="0"/>
                                          </p:stCondLst>
                                        </p:cTn>
                                        <p:tgtEl>
                                          <p:spTgt spid="13"/>
                                        </p:tgtEl>
                                        <p:attrNameLst>
                                          <p:attrName>style.visibility</p:attrName>
                                        </p:attrNameLst>
                                      </p:cBhvr>
                                      <p:to>
                                        <p:strVal val="visible"/>
                                      </p:to>
                                    </p:set>
                                    <p:animEffect transition="in" filter="fade">
                                      <p:cBhvr>
                                        <p:cTn id="43" dur="500"/>
                                        <p:tgtEl>
                                          <p:spTgt spid="13"/>
                                        </p:tgtEl>
                                      </p:cBhvr>
                                    </p:animEffect>
                                  </p:childTnLst>
                                </p:cTn>
                              </p:par>
                            </p:childTnLst>
                          </p:cTn>
                        </p:par>
                      </p:childTnLst>
                    </p:cTn>
                  </p:par>
                  <p:par>
                    <p:cTn id="44" fill="hold">
                      <p:stCondLst>
                        <p:cond delay="indefinite"/>
                      </p:stCondLst>
                      <p:childTnLst>
                        <p:par>
                          <p:cTn id="45" fill="hold">
                            <p:stCondLst>
                              <p:cond delay="0"/>
                            </p:stCondLst>
                            <p:childTnLst>
                              <p:par>
                                <p:cTn id="46" presetID="10" presetClass="exit" presetSubtype="0" fill="hold" grpId="1" nodeType="clickEffect">
                                  <p:stCondLst>
                                    <p:cond delay="0"/>
                                  </p:stCondLst>
                                  <p:childTnLst>
                                    <p:animEffect transition="out" filter="fade">
                                      <p:cBhvr>
                                        <p:cTn id="47" dur="500"/>
                                        <p:tgtEl>
                                          <p:spTgt spid="12"/>
                                        </p:tgtEl>
                                      </p:cBhvr>
                                    </p:animEffect>
                                    <p:set>
                                      <p:cBhvr>
                                        <p:cTn id="48" dur="1" fill="hold">
                                          <p:stCondLst>
                                            <p:cond delay="499"/>
                                          </p:stCondLst>
                                        </p:cTn>
                                        <p:tgtEl>
                                          <p:spTgt spid="12"/>
                                        </p:tgtEl>
                                        <p:attrNameLst>
                                          <p:attrName>style.visibility</p:attrName>
                                        </p:attrNameLst>
                                      </p:cBhvr>
                                      <p:to>
                                        <p:strVal val="hidden"/>
                                      </p:to>
                                    </p:set>
                                  </p:childTnLst>
                                </p:cTn>
                              </p:par>
                              <p:par>
                                <p:cTn id="49" presetID="10" presetClass="exit" presetSubtype="0" fill="hold" grpId="1" nodeType="withEffect">
                                  <p:stCondLst>
                                    <p:cond delay="0"/>
                                  </p:stCondLst>
                                  <p:childTnLst>
                                    <p:animEffect transition="out" filter="fade">
                                      <p:cBhvr>
                                        <p:cTn id="50" dur="500"/>
                                        <p:tgtEl>
                                          <p:spTgt spid="13"/>
                                        </p:tgtEl>
                                      </p:cBhvr>
                                    </p:animEffect>
                                    <p:set>
                                      <p:cBhvr>
                                        <p:cTn id="51" dur="1" fill="hold">
                                          <p:stCondLst>
                                            <p:cond delay="499"/>
                                          </p:stCondLst>
                                        </p:cTn>
                                        <p:tgtEl>
                                          <p:spTgt spid="13"/>
                                        </p:tgtEl>
                                        <p:attrNameLst>
                                          <p:attrName>style.visibility</p:attrName>
                                        </p:attrNameLst>
                                      </p:cBhvr>
                                      <p:to>
                                        <p:strVal val="hidden"/>
                                      </p:to>
                                    </p:set>
                                  </p:childTnLst>
                                </p:cTn>
                              </p:par>
                            </p:childTnLst>
                          </p:cTn>
                        </p:par>
                        <p:par>
                          <p:cTn id="52" fill="hold">
                            <p:stCondLst>
                              <p:cond delay="500"/>
                            </p:stCondLst>
                            <p:childTnLst>
                              <p:par>
                                <p:cTn id="53" presetID="10" presetClass="entr" presetSubtype="0" fill="hold" grpId="0" nodeType="afterEffect">
                                  <p:stCondLst>
                                    <p:cond delay="0"/>
                                  </p:stCondLst>
                                  <p:childTnLst>
                                    <p:set>
                                      <p:cBhvr>
                                        <p:cTn id="54" dur="1" fill="hold">
                                          <p:stCondLst>
                                            <p:cond delay="0"/>
                                          </p:stCondLst>
                                        </p:cTn>
                                        <p:tgtEl>
                                          <p:spTgt spid="18"/>
                                        </p:tgtEl>
                                        <p:attrNameLst>
                                          <p:attrName>style.visibility</p:attrName>
                                        </p:attrNameLst>
                                      </p:cBhvr>
                                      <p:to>
                                        <p:strVal val="visible"/>
                                      </p:to>
                                    </p:set>
                                    <p:animEffect transition="in" filter="fade">
                                      <p:cBhvr>
                                        <p:cTn id="55" dur="500"/>
                                        <p:tgtEl>
                                          <p:spTgt spid="18"/>
                                        </p:tgtEl>
                                      </p:cBhvr>
                                    </p:animEffect>
                                  </p:childTnLst>
                                </p:cTn>
                              </p:par>
                              <p:par>
                                <p:cTn id="56" presetID="10" presetClass="entr" presetSubtype="0" fill="hold" grpId="0" nodeType="withEffect">
                                  <p:stCondLst>
                                    <p:cond delay="0"/>
                                  </p:stCondLst>
                                  <p:childTnLst>
                                    <p:set>
                                      <p:cBhvr>
                                        <p:cTn id="57" dur="1" fill="hold">
                                          <p:stCondLst>
                                            <p:cond delay="0"/>
                                          </p:stCondLst>
                                        </p:cTn>
                                        <p:tgtEl>
                                          <p:spTgt spid="16"/>
                                        </p:tgtEl>
                                        <p:attrNameLst>
                                          <p:attrName>style.visibility</p:attrName>
                                        </p:attrNameLst>
                                      </p:cBhvr>
                                      <p:to>
                                        <p:strVal val="visible"/>
                                      </p:to>
                                    </p:set>
                                    <p:animEffect transition="in" filter="fade">
                                      <p:cBhvr>
                                        <p:cTn id="58" dur="500"/>
                                        <p:tgtEl>
                                          <p:spTgt spid="16"/>
                                        </p:tgtEl>
                                      </p:cBhvr>
                                    </p:animEffect>
                                  </p:childTnLst>
                                </p:cTn>
                              </p:par>
                              <p:par>
                                <p:cTn id="59" presetID="10" presetClass="entr" presetSubtype="0" fill="hold" grpId="0" nodeType="withEffect">
                                  <p:stCondLst>
                                    <p:cond delay="0"/>
                                  </p:stCondLst>
                                  <p:childTnLst>
                                    <p:set>
                                      <p:cBhvr>
                                        <p:cTn id="60" dur="1" fill="hold">
                                          <p:stCondLst>
                                            <p:cond delay="0"/>
                                          </p:stCondLst>
                                        </p:cTn>
                                        <p:tgtEl>
                                          <p:spTgt spid="17"/>
                                        </p:tgtEl>
                                        <p:attrNameLst>
                                          <p:attrName>style.visibility</p:attrName>
                                        </p:attrNameLst>
                                      </p:cBhvr>
                                      <p:to>
                                        <p:strVal val="visible"/>
                                      </p:to>
                                    </p:set>
                                    <p:animEffect transition="in" filter="fade">
                                      <p:cBhvr>
                                        <p:cTn id="61" dur="500"/>
                                        <p:tgtEl>
                                          <p:spTgt spid="17"/>
                                        </p:tgtEl>
                                      </p:cBhvr>
                                    </p:animEffect>
                                  </p:childTnLst>
                                </p:cTn>
                              </p:par>
                              <p:par>
                                <p:cTn id="62" presetID="10" presetClass="entr" presetSubtype="0" fill="hold" grpId="0" nodeType="withEffect">
                                  <p:stCondLst>
                                    <p:cond delay="0"/>
                                  </p:stCondLst>
                                  <p:childTnLst>
                                    <p:set>
                                      <p:cBhvr>
                                        <p:cTn id="63" dur="1" fill="hold">
                                          <p:stCondLst>
                                            <p:cond delay="0"/>
                                          </p:stCondLst>
                                        </p:cTn>
                                        <p:tgtEl>
                                          <p:spTgt spid="15"/>
                                        </p:tgtEl>
                                        <p:attrNameLst>
                                          <p:attrName>style.visibility</p:attrName>
                                        </p:attrNameLst>
                                      </p:cBhvr>
                                      <p:to>
                                        <p:strVal val="visible"/>
                                      </p:to>
                                    </p:set>
                                    <p:animEffect transition="in" filter="fade">
                                      <p:cBhvr>
                                        <p:cTn id="64" dur="500"/>
                                        <p:tgtEl>
                                          <p:spTgt spid="1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P spid="6" grpId="1" animBg="1"/>
      <p:bldP spid="7" grpId="0" animBg="1"/>
      <p:bldP spid="7" grpId="1" animBg="1"/>
      <p:bldP spid="8" grpId="0" animBg="1"/>
      <p:bldP spid="8" grpId="1" animBg="1"/>
      <p:bldP spid="9" grpId="0" animBg="1"/>
      <p:bldP spid="9" grpId="1" animBg="1"/>
      <p:bldP spid="12" grpId="0" animBg="1"/>
      <p:bldP spid="12" grpId="1" animBg="1"/>
      <p:bldP spid="13" grpId="0" animBg="1"/>
      <p:bldP spid="13" grpId="1" animBg="1"/>
      <p:bldP spid="14" grpId="0" animBg="1"/>
      <p:bldP spid="14" grpId="1" animBg="1"/>
      <p:bldP spid="15" grpId="0" animBg="1"/>
      <p:bldP spid="16" grpId="0" animBg="1"/>
      <p:bldP spid="17" grpId="0" animBg="1"/>
      <p:bldP spid="18" grpId="0" animBg="1"/>
    </p:bldLst>
  </p:timing>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C46FB00-0B6D-EE50-0B01-C213962D7188}"/>
            </a:ext>
          </a:extLst>
        </p:cNvPr>
        <p:cNvGrpSpPr/>
        <p:nvPr/>
      </p:nvGrpSpPr>
      <p:grpSpPr>
        <a:xfrm>
          <a:off x="0" y="0"/>
          <a:ext cx="0" cy="0"/>
          <a:chOff x="0" y="0"/>
          <a:chExt cx="0" cy="0"/>
        </a:xfrm>
      </p:grpSpPr>
      <p:sp>
        <p:nvSpPr>
          <p:cNvPr id="407" name="Rectangle 406">
            <a:extLst>
              <a:ext uri="{FF2B5EF4-FFF2-40B4-BE49-F238E27FC236}">
                <a16:creationId xmlns:a16="http://schemas.microsoft.com/office/drawing/2014/main" id="{ADF62761-D428-041F-9672-48D4EE05FB88}"/>
              </a:ext>
            </a:extLst>
          </p:cNvPr>
          <p:cNvSpPr/>
          <p:nvPr/>
        </p:nvSpPr>
        <p:spPr>
          <a:xfrm>
            <a:off x="476280" y="476460"/>
            <a:ext cx="8191080" cy="466473"/>
          </a:xfrm>
          <a:prstGeom prst="rect">
            <a:avLst/>
          </a:prstGeom>
          <a:noFill/>
          <a:ln w="0">
            <a:noFill/>
          </a:ln>
        </p:spPr>
        <p:style>
          <a:lnRef idx="0">
            <a:scrgbClr r="0" g="0" b="0"/>
          </a:lnRef>
          <a:fillRef idx="0">
            <a:scrgbClr r="0" g="0" b="0"/>
          </a:fillRef>
          <a:effectRef idx="0">
            <a:scrgbClr r="0" g="0" b="0"/>
          </a:effectRef>
          <a:fontRef idx="minor"/>
        </p:style>
        <p:txBody>
          <a:bodyPr anchor="t">
            <a:normAutofit/>
          </a:bodyPr>
          <a:lstStyle/>
          <a:p>
            <a:pPr defTabSz="914400">
              <a:lnSpc>
                <a:spcPct val="100000"/>
              </a:lnSpc>
              <a:tabLst>
                <a:tab pos="0" algn="l"/>
              </a:tabLst>
            </a:pPr>
            <a:r>
              <a:rPr lang="en-US" sz="2400" b="1" u="none" strike="noStrike" dirty="0">
                <a:solidFill>
                  <a:schemeClr val="dk1"/>
                </a:solidFill>
                <a:effectLst/>
                <a:uFillTx/>
                <a:latin typeface="Archivo Black"/>
              </a:rPr>
              <a:t>Dual-Write problem and Outbox Pattern </a:t>
            </a:r>
            <a:endParaRPr lang="en-US" sz="2400" b="1" u="none" strike="noStrike" dirty="0">
              <a:solidFill>
                <a:srgbClr val="000000"/>
              </a:solidFill>
              <a:effectLst/>
              <a:uFillTx/>
              <a:latin typeface="OpenSymbol"/>
            </a:endParaRPr>
          </a:p>
        </p:txBody>
      </p:sp>
      <p:sp>
        <p:nvSpPr>
          <p:cNvPr id="3" name="Rectangle 2">
            <a:extLst>
              <a:ext uri="{FF2B5EF4-FFF2-40B4-BE49-F238E27FC236}">
                <a16:creationId xmlns:a16="http://schemas.microsoft.com/office/drawing/2014/main" id="{C6FBB4C5-009A-BDC3-6F08-69A4D930F896}"/>
              </a:ext>
            </a:extLst>
          </p:cNvPr>
          <p:cNvSpPr/>
          <p:nvPr/>
        </p:nvSpPr>
        <p:spPr>
          <a:xfrm>
            <a:off x="118108" y="529696"/>
            <a:ext cx="180000" cy="360000"/>
          </a:xfrm>
          <a:prstGeom prst="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lang="en-IT"/>
          </a:p>
        </p:txBody>
      </p:sp>
      <p:sp>
        <p:nvSpPr>
          <p:cNvPr id="11" name="Rectangle 10">
            <a:extLst>
              <a:ext uri="{FF2B5EF4-FFF2-40B4-BE49-F238E27FC236}">
                <a16:creationId xmlns:a16="http://schemas.microsoft.com/office/drawing/2014/main" id="{D846261E-6A6D-1FE5-65A5-7CF2EA38480B}"/>
              </a:ext>
            </a:extLst>
          </p:cNvPr>
          <p:cNvSpPr/>
          <p:nvPr/>
        </p:nvSpPr>
        <p:spPr>
          <a:xfrm>
            <a:off x="476280" y="1016460"/>
            <a:ext cx="7199648" cy="466473"/>
          </a:xfrm>
          <a:prstGeom prst="rect">
            <a:avLst/>
          </a:prstGeom>
          <a:noFill/>
          <a:ln w="0">
            <a:noFill/>
          </a:ln>
        </p:spPr>
        <p:style>
          <a:lnRef idx="0">
            <a:scrgbClr r="0" g="0" b="0"/>
          </a:lnRef>
          <a:fillRef idx="0">
            <a:scrgbClr r="0" g="0" b="0"/>
          </a:fillRef>
          <a:effectRef idx="0">
            <a:scrgbClr r="0" g="0" b="0"/>
          </a:effectRef>
          <a:fontRef idx="minor"/>
        </p:style>
        <p:txBody>
          <a:bodyPr anchor="t">
            <a:noAutofit/>
          </a:bodyPr>
          <a:lstStyle/>
          <a:p>
            <a:pPr defTabSz="914400">
              <a:lnSpc>
                <a:spcPct val="150000"/>
              </a:lnSpc>
              <a:tabLst>
                <a:tab pos="0" algn="l"/>
              </a:tabLst>
            </a:pPr>
            <a:r>
              <a:rPr lang="en-US" sz="1300" i="1" dirty="0">
                <a:solidFill>
                  <a:schemeClr val="dk1"/>
                </a:solidFill>
                <a:latin typeface="Manrope"/>
              </a:rPr>
              <a:t>“The dual-write problem occurs when two external systems must be updated in an atomic fashion.”</a:t>
            </a:r>
          </a:p>
        </p:txBody>
      </p:sp>
      <p:sp>
        <p:nvSpPr>
          <p:cNvPr id="43" name="Rectangle 42">
            <a:extLst>
              <a:ext uri="{FF2B5EF4-FFF2-40B4-BE49-F238E27FC236}">
                <a16:creationId xmlns:a16="http://schemas.microsoft.com/office/drawing/2014/main" id="{2B678302-6EF9-079A-F1BC-4EB4153169A7}"/>
              </a:ext>
            </a:extLst>
          </p:cNvPr>
          <p:cNvSpPr/>
          <p:nvPr/>
        </p:nvSpPr>
        <p:spPr>
          <a:xfrm>
            <a:off x="468847" y="1564977"/>
            <a:ext cx="7199648" cy="466473"/>
          </a:xfrm>
          <a:prstGeom prst="rect">
            <a:avLst/>
          </a:prstGeom>
          <a:noFill/>
          <a:ln w="0">
            <a:noFill/>
          </a:ln>
        </p:spPr>
        <p:style>
          <a:lnRef idx="0">
            <a:scrgbClr r="0" g="0" b="0"/>
          </a:lnRef>
          <a:fillRef idx="0">
            <a:scrgbClr r="0" g="0" b="0"/>
          </a:fillRef>
          <a:effectRef idx="0">
            <a:scrgbClr r="0" g="0" b="0"/>
          </a:effectRef>
          <a:fontRef idx="minor"/>
        </p:style>
        <p:txBody>
          <a:bodyPr anchor="t">
            <a:noAutofit/>
          </a:bodyPr>
          <a:lstStyle/>
          <a:p>
            <a:pPr defTabSz="914400">
              <a:lnSpc>
                <a:spcPct val="150000"/>
              </a:lnSpc>
              <a:tabLst>
                <a:tab pos="0" algn="l"/>
              </a:tabLst>
            </a:pPr>
            <a:r>
              <a:rPr lang="en-US" sz="1600" b="1" dirty="0">
                <a:solidFill>
                  <a:schemeClr val="dk1"/>
                </a:solidFill>
                <a:latin typeface="Manrope"/>
              </a:rPr>
              <a:t>Without Outbox Pattern</a:t>
            </a:r>
          </a:p>
        </p:txBody>
      </p:sp>
      <p:grpSp>
        <p:nvGrpSpPr>
          <p:cNvPr id="414" name="Group 413">
            <a:extLst>
              <a:ext uri="{FF2B5EF4-FFF2-40B4-BE49-F238E27FC236}">
                <a16:creationId xmlns:a16="http://schemas.microsoft.com/office/drawing/2014/main" id="{695EB88F-58A9-745B-C1B8-6DF85631F0F2}"/>
              </a:ext>
            </a:extLst>
          </p:cNvPr>
          <p:cNvGrpSpPr/>
          <p:nvPr/>
        </p:nvGrpSpPr>
        <p:grpSpPr>
          <a:xfrm>
            <a:off x="468053" y="2104977"/>
            <a:ext cx="3976470" cy="2107569"/>
            <a:chOff x="468053" y="2375913"/>
            <a:chExt cx="3976470" cy="2107569"/>
          </a:xfrm>
        </p:grpSpPr>
        <p:sp>
          <p:nvSpPr>
            <p:cNvPr id="13" name="Rounded Rectangle 12">
              <a:extLst>
                <a:ext uri="{FF2B5EF4-FFF2-40B4-BE49-F238E27FC236}">
                  <a16:creationId xmlns:a16="http://schemas.microsoft.com/office/drawing/2014/main" id="{09C52D3A-3F1C-7B47-90A1-3D633043874B}"/>
                </a:ext>
              </a:extLst>
            </p:cNvPr>
            <p:cNvSpPr/>
            <p:nvPr/>
          </p:nvSpPr>
          <p:spPr>
            <a:xfrm>
              <a:off x="468053" y="2375913"/>
              <a:ext cx="3976470" cy="2107569"/>
            </a:xfrm>
            <a:prstGeom prst="roundRect">
              <a:avLst/>
            </a:prstGeom>
            <a:solidFill>
              <a:schemeClr val="bg2"/>
            </a:solidFill>
            <a:ln>
              <a:solidFill>
                <a:schemeClr val="tx1"/>
              </a:solidFill>
            </a:ln>
          </p:spPr>
          <p:style>
            <a:lnRef idx="2">
              <a:schemeClr val="accent1">
                <a:shade val="15000"/>
              </a:schemeClr>
            </a:lnRef>
            <a:fillRef idx="1001">
              <a:schemeClr val="dk2"/>
            </a:fillRef>
            <a:effectRef idx="0">
              <a:schemeClr val="accent1"/>
            </a:effectRef>
            <a:fontRef idx="minor">
              <a:schemeClr val="lt1"/>
            </a:fontRef>
          </p:style>
          <p:txBody>
            <a:bodyPr rtlCol="0" anchor="t"/>
            <a:lstStyle/>
            <a:p>
              <a:pPr algn="ctr"/>
              <a:endParaRPr lang="en-IT" sz="1600" b="1" dirty="0">
                <a:solidFill>
                  <a:schemeClr val="tx1"/>
                </a:solidFill>
              </a:endParaRPr>
            </a:p>
          </p:txBody>
        </p:sp>
        <p:grpSp>
          <p:nvGrpSpPr>
            <p:cNvPr id="6" name="Group 5">
              <a:extLst>
                <a:ext uri="{FF2B5EF4-FFF2-40B4-BE49-F238E27FC236}">
                  <a16:creationId xmlns:a16="http://schemas.microsoft.com/office/drawing/2014/main" id="{67C01BDB-0222-76EA-8DFC-71654FD19741}"/>
                </a:ext>
              </a:extLst>
            </p:cNvPr>
            <p:cNvGrpSpPr/>
            <p:nvPr/>
          </p:nvGrpSpPr>
          <p:grpSpPr>
            <a:xfrm>
              <a:off x="566349" y="2853055"/>
              <a:ext cx="875771" cy="798945"/>
              <a:chOff x="1177420" y="1910806"/>
              <a:chExt cx="998567" cy="910969"/>
            </a:xfrm>
          </p:grpSpPr>
          <p:pic>
            <p:nvPicPr>
              <p:cNvPr id="4" name="Google Shape;259;p37">
                <a:extLst>
                  <a:ext uri="{FF2B5EF4-FFF2-40B4-BE49-F238E27FC236}">
                    <a16:creationId xmlns:a16="http://schemas.microsoft.com/office/drawing/2014/main" id="{937E46A2-7FC2-1BE2-05A0-3079CDFCD77E}"/>
                  </a:ext>
                </a:extLst>
              </p:cNvPr>
              <p:cNvPicPr preferRelativeResize="0">
                <a:picLocks noChangeAspect="1"/>
              </p:cNvPicPr>
              <p:nvPr/>
            </p:nvPicPr>
            <p:blipFill rotWithShape="1">
              <a:blip r:embed="rId3">
                <a:alphaModFix/>
              </a:blip>
              <a:srcRect/>
              <a:stretch/>
            </p:blipFill>
            <p:spPr>
              <a:xfrm>
                <a:off x="1406704" y="1910806"/>
                <a:ext cx="540000" cy="540000"/>
              </a:xfrm>
              <a:prstGeom prst="rect">
                <a:avLst/>
              </a:prstGeom>
              <a:noFill/>
              <a:ln>
                <a:noFill/>
              </a:ln>
            </p:spPr>
          </p:pic>
          <p:sp>
            <p:nvSpPr>
              <p:cNvPr id="5" name="TextBox 4">
                <a:extLst>
                  <a:ext uri="{FF2B5EF4-FFF2-40B4-BE49-F238E27FC236}">
                    <a16:creationId xmlns:a16="http://schemas.microsoft.com/office/drawing/2014/main" id="{CF1BB6DB-19BB-F280-527D-9EB301380221}"/>
                  </a:ext>
                </a:extLst>
              </p:cNvPr>
              <p:cNvSpPr txBox="1"/>
              <p:nvPr/>
            </p:nvSpPr>
            <p:spPr>
              <a:xfrm>
                <a:off x="1177420" y="2488390"/>
                <a:ext cx="998567" cy="333385"/>
              </a:xfrm>
              <a:prstGeom prst="rect">
                <a:avLst/>
              </a:prstGeom>
              <a:noFill/>
            </p:spPr>
            <p:txBody>
              <a:bodyPr wrap="square">
                <a:spAutoFit/>
              </a:bodyPr>
              <a:lstStyle/>
              <a:p>
                <a:pPr algn="ctr"/>
                <a:r>
                  <a:rPr kumimoji="0" lang="en-GB" sz="1300" b="0" i="0" u="none" strike="noStrike" kern="1200" cap="none" spc="0" normalizeH="0" baseline="0" noProof="0" dirty="0">
                    <a:ln>
                      <a:noFill/>
                    </a:ln>
                    <a:solidFill>
                      <a:srgbClr val="092241"/>
                    </a:solidFill>
                    <a:effectLst/>
                    <a:uLnTx/>
                    <a:uFillTx/>
                    <a:latin typeface="Manrope"/>
                    <a:ea typeface="+mn-ea"/>
                    <a:cs typeface="+mn-cs"/>
                  </a:rPr>
                  <a:t>Order API</a:t>
                </a:r>
                <a:endParaRPr lang="en-IT" sz="1300" dirty="0"/>
              </a:p>
            </p:txBody>
          </p:sp>
        </p:grpSp>
        <p:grpSp>
          <p:nvGrpSpPr>
            <p:cNvPr id="10" name="Group 9">
              <a:extLst>
                <a:ext uri="{FF2B5EF4-FFF2-40B4-BE49-F238E27FC236}">
                  <a16:creationId xmlns:a16="http://schemas.microsoft.com/office/drawing/2014/main" id="{D2405951-201E-3104-2C72-F20B920B60A5}"/>
                </a:ext>
              </a:extLst>
            </p:cNvPr>
            <p:cNvGrpSpPr/>
            <p:nvPr/>
          </p:nvGrpSpPr>
          <p:grpSpPr>
            <a:xfrm>
              <a:off x="3334027" y="2886017"/>
              <a:ext cx="907895" cy="776380"/>
              <a:chOff x="1996228" y="1989388"/>
              <a:chExt cx="1035195" cy="885239"/>
            </a:xfrm>
          </p:grpSpPr>
          <p:pic>
            <p:nvPicPr>
              <p:cNvPr id="7" name="Picture 16" descr="Icons">
                <a:extLst>
                  <a:ext uri="{FF2B5EF4-FFF2-40B4-BE49-F238E27FC236}">
                    <a16:creationId xmlns:a16="http://schemas.microsoft.com/office/drawing/2014/main" id="{5CF73D5D-0D42-F1A1-65AF-E9573C7CBC5B}"/>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2243828" y="1989388"/>
                <a:ext cx="540000" cy="540000"/>
              </a:xfrm>
              <a:prstGeom prst="rect">
                <a:avLst/>
              </a:prstGeom>
              <a:noFill/>
            </p:spPr>
          </p:pic>
          <p:sp>
            <p:nvSpPr>
              <p:cNvPr id="9" name="TextBox 8">
                <a:extLst>
                  <a:ext uri="{FF2B5EF4-FFF2-40B4-BE49-F238E27FC236}">
                    <a16:creationId xmlns:a16="http://schemas.microsoft.com/office/drawing/2014/main" id="{5E8D4304-9FBC-F785-9578-0572549D7A84}"/>
                  </a:ext>
                </a:extLst>
              </p:cNvPr>
              <p:cNvSpPr txBox="1"/>
              <p:nvPr/>
            </p:nvSpPr>
            <p:spPr>
              <a:xfrm>
                <a:off x="1996228" y="2541242"/>
                <a:ext cx="1035195" cy="333385"/>
              </a:xfrm>
              <a:prstGeom prst="rect">
                <a:avLst/>
              </a:prstGeom>
              <a:noFill/>
            </p:spPr>
            <p:txBody>
              <a:bodyPr wrap="square">
                <a:spAutoFit/>
              </a:bodyPr>
              <a:lstStyle/>
              <a:p>
                <a:pPr algn="ctr"/>
                <a:r>
                  <a:rPr kumimoji="0" lang="en-GB" sz="1300" b="0" i="0" u="none" strike="noStrike" kern="1200" cap="none" spc="0" normalizeH="0" baseline="0" noProof="0" dirty="0">
                    <a:ln>
                      <a:noFill/>
                    </a:ln>
                    <a:solidFill>
                      <a:srgbClr val="092241"/>
                    </a:solidFill>
                    <a:effectLst/>
                    <a:uLnTx/>
                    <a:uFillTx/>
                    <a:latin typeface="Manrope"/>
                    <a:ea typeface="+mn-ea"/>
                    <a:cs typeface="+mn-cs"/>
                  </a:rPr>
                  <a:t>MongoDB</a:t>
                </a:r>
                <a:endParaRPr lang="en-IT" sz="1300" dirty="0"/>
              </a:p>
            </p:txBody>
          </p:sp>
        </p:grpSp>
        <p:cxnSp>
          <p:nvCxnSpPr>
            <p:cNvPr id="14" name="Straight Arrow Connector 13">
              <a:extLst>
                <a:ext uri="{FF2B5EF4-FFF2-40B4-BE49-F238E27FC236}">
                  <a16:creationId xmlns:a16="http://schemas.microsoft.com/office/drawing/2014/main" id="{9053B3B1-BD24-3B7D-4332-3638CB69AB0E}"/>
                </a:ext>
              </a:extLst>
            </p:cNvPr>
            <p:cNvCxnSpPr>
              <a:cxnSpLocks/>
            </p:cNvCxnSpPr>
            <p:nvPr/>
          </p:nvCxnSpPr>
          <p:spPr>
            <a:xfrm>
              <a:off x="1481386" y="3139722"/>
              <a:ext cx="1861600" cy="0"/>
            </a:xfrm>
            <a:prstGeom prst="straightConnector1">
              <a:avLst/>
            </a:prstGeom>
            <a:ln w="31750" cap="rnd">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15" name="TextBox 14">
              <a:extLst>
                <a:ext uri="{FF2B5EF4-FFF2-40B4-BE49-F238E27FC236}">
                  <a16:creationId xmlns:a16="http://schemas.microsoft.com/office/drawing/2014/main" id="{8F321F36-76F5-055A-44D4-C9680B2228FC}"/>
                </a:ext>
              </a:extLst>
            </p:cNvPr>
            <p:cNvSpPr txBox="1"/>
            <p:nvPr/>
          </p:nvSpPr>
          <p:spPr>
            <a:xfrm>
              <a:off x="1614875" y="2826141"/>
              <a:ext cx="1562461" cy="261610"/>
            </a:xfrm>
            <a:prstGeom prst="rect">
              <a:avLst/>
            </a:prstGeom>
            <a:noFill/>
          </p:spPr>
          <p:txBody>
            <a:bodyPr wrap="square">
              <a:spAutoFit/>
            </a:bodyPr>
            <a:lstStyle/>
            <a:p>
              <a:pPr algn="ctr"/>
              <a:r>
                <a:rPr kumimoji="0" lang="en-GB" sz="1100" i="0" u="none" strike="noStrike" kern="1200" cap="none" spc="0" normalizeH="0" baseline="0" noProof="0" dirty="0">
                  <a:ln>
                    <a:noFill/>
                  </a:ln>
                  <a:solidFill>
                    <a:srgbClr val="092241"/>
                  </a:solidFill>
                  <a:effectLst/>
                  <a:uLnTx/>
                  <a:uFillTx/>
                  <a:latin typeface="Manrope"/>
                  <a:ea typeface="+mn-ea"/>
                  <a:cs typeface="+mn-cs"/>
                </a:rPr>
                <a:t>Save order event</a:t>
              </a:r>
              <a:endParaRPr lang="en-IT" sz="1100" dirty="0"/>
            </a:p>
          </p:txBody>
        </p:sp>
        <p:sp>
          <p:nvSpPr>
            <p:cNvPr id="57" name="TextBox 56">
              <a:extLst>
                <a:ext uri="{FF2B5EF4-FFF2-40B4-BE49-F238E27FC236}">
                  <a16:creationId xmlns:a16="http://schemas.microsoft.com/office/drawing/2014/main" id="{4CF7DC82-ECB8-4D18-EA11-B566BD0D53BF}"/>
                </a:ext>
              </a:extLst>
            </p:cNvPr>
            <p:cNvSpPr txBox="1"/>
            <p:nvPr/>
          </p:nvSpPr>
          <p:spPr>
            <a:xfrm>
              <a:off x="1551566" y="3737717"/>
              <a:ext cx="1832207" cy="261610"/>
            </a:xfrm>
            <a:prstGeom prst="rect">
              <a:avLst/>
            </a:prstGeom>
            <a:noFill/>
          </p:spPr>
          <p:txBody>
            <a:bodyPr wrap="square">
              <a:spAutoFit/>
            </a:bodyPr>
            <a:lstStyle/>
            <a:p>
              <a:pPr algn="ctr"/>
              <a:r>
                <a:rPr kumimoji="0" lang="en-GB" sz="1100" i="0" u="none" strike="noStrike" kern="1200" cap="none" spc="0" normalizeH="0" baseline="0" noProof="0" dirty="0">
                  <a:ln>
                    <a:noFill/>
                  </a:ln>
                  <a:solidFill>
                    <a:srgbClr val="092241"/>
                  </a:solidFill>
                  <a:effectLst/>
                  <a:uLnTx/>
                  <a:uFillTx/>
                  <a:latin typeface="Manrope"/>
                  <a:ea typeface="+mn-ea"/>
                  <a:cs typeface="+mn-cs"/>
                </a:rPr>
                <a:t>Publish order event</a:t>
              </a:r>
              <a:endParaRPr lang="en-IT" sz="1100" dirty="0"/>
            </a:p>
          </p:txBody>
        </p:sp>
        <p:grpSp>
          <p:nvGrpSpPr>
            <p:cNvPr id="56" name="Group 55">
              <a:extLst>
                <a:ext uri="{FF2B5EF4-FFF2-40B4-BE49-F238E27FC236}">
                  <a16:creationId xmlns:a16="http://schemas.microsoft.com/office/drawing/2014/main" id="{7310AB85-B19C-3D63-5291-974874A40BCF}"/>
                </a:ext>
              </a:extLst>
            </p:cNvPr>
            <p:cNvGrpSpPr/>
            <p:nvPr/>
          </p:nvGrpSpPr>
          <p:grpSpPr>
            <a:xfrm>
              <a:off x="3334029" y="3687377"/>
              <a:ext cx="907894" cy="767003"/>
              <a:chOff x="3203747" y="3500156"/>
              <a:chExt cx="1035194" cy="874548"/>
            </a:xfrm>
          </p:grpSpPr>
          <p:pic>
            <p:nvPicPr>
              <p:cNvPr id="44" name="Picture 16">
                <a:extLst>
                  <a:ext uri="{FF2B5EF4-FFF2-40B4-BE49-F238E27FC236}">
                    <a16:creationId xmlns:a16="http://schemas.microsoft.com/office/drawing/2014/main" id="{DAACE5C2-AC7E-B1B8-158E-176DCAC62BCD}"/>
                  </a:ext>
                </a:extLst>
              </p:cNvPr>
              <p:cNvPicPr>
                <a:picLocks noChangeAspect="1" noChangeArrowheads="1"/>
              </p:cNvPicPr>
              <p:nvPr/>
            </p:nvPicPr>
            <p:blipFill>
              <a:blip>
                <a:extLst>
                  <a:ext uri="{96DAC541-7B7A-43D3-8B79-37D633B846F1}">
                    <asvg:svgBlip xmlns:asvg="http://schemas.microsoft.com/office/drawing/2016/SVG/main" r:embed="rId5"/>
                  </a:ext>
                </a:extLst>
              </a:blip>
              <a:srcRect/>
              <a:stretch/>
            </p:blipFill>
            <p:spPr bwMode="auto">
              <a:xfrm>
                <a:off x="3451344" y="3500156"/>
                <a:ext cx="540000" cy="526153"/>
              </a:xfrm>
              <a:prstGeom prst="rect">
                <a:avLst/>
              </a:prstGeom>
              <a:noFill/>
            </p:spPr>
          </p:pic>
          <p:sp>
            <p:nvSpPr>
              <p:cNvPr id="45" name="TextBox 44">
                <a:extLst>
                  <a:ext uri="{FF2B5EF4-FFF2-40B4-BE49-F238E27FC236}">
                    <a16:creationId xmlns:a16="http://schemas.microsoft.com/office/drawing/2014/main" id="{FB7E55D0-DB6F-FA70-5BB2-76ED5774FF44}"/>
                  </a:ext>
                </a:extLst>
              </p:cNvPr>
              <p:cNvSpPr txBox="1"/>
              <p:nvPr/>
            </p:nvSpPr>
            <p:spPr>
              <a:xfrm>
                <a:off x="3203747" y="4041319"/>
                <a:ext cx="1035194" cy="333385"/>
              </a:xfrm>
              <a:prstGeom prst="rect">
                <a:avLst/>
              </a:prstGeom>
              <a:noFill/>
            </p:spPr>
            <p:txBody>
              <a:bodyPr wrap="square">
                <a:spAutoFit/>
              </a:bodyPr>
              <a:lstStyle/>
              <a:p>
                <a:pPr algn="ctr"/>
                <a:r>
                  <a:rPr kumimoji="0" lang="en-GB" sz="1300" b="0" i="0" u="none" strike="noStrike" kern="1200" cap="none" spc="0" normalizeH="0" baseline="0" noProof="0" dirty="0">
                    <a:ln>
                      <a:noFill/>
                    </a:ln>
                    <a:solidFill>
                      <a:srgbClr val="092241"/>
                    </a:solidFill>
                    <a:effectLst/>
                    <a:uLnTx/>
                    <a:uFillTx/>
                    <a:latin typeface="Manrope"/>
                    <a:ea typeface="+mn-ea"/>
                    <a:cs typeface="+mn-cs"/>
                  </a:rPr>
                  <a:t>RabbitMQ</a:t>
                </a:r>
                <a:endParaRPr lang="en-IT" sz="1300" dirty="0"/>
              </a:p>
            </p:txBody>
          </p:sp>
        </p:grpSp>
        <p:cxnSp>
          <p:nvCxnSpPr>
            <p:cNvPr id="51" name="Elbow Connector 50">
              <a:extLst>
                <a:ext uri="{FF2B5EF4-FFF2-40B4-BE49-F238E27FC236}">
                  <a16:creationId xmlns:a16="http://schemas.microsoft.com/office/drawing/2014/main" id="{5E13883E-1A64-8B76-18ED-627E4D21A311}"/>
                </a:ext>
              </a:extLst>
            </p:cNvPr>
            <p:cNvCxnSpPr>
              <a:cxnSpLocks/>
            </p:cNvCxnSpPr>
            <p:nvPr/>
          </p:nvCxnSpPr>
          <p:spPr>
            <a:xfrm>
              <a:off x="2131447" y="3139722"/>
              <a:ext cx="1211539" cy="885705"/>
            </a:xfrm>
            <a:prstGeom prst="bentConnector3">
              <a:avLst>
                <a:gd name="adj1" fmla="val -28228"/>
              </a:avLst>
            </a:prstGeom>
            <a:ln w="31750">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413" name="TextBox 412">
              <a:extLst>
                <a:ext uri="{FF2B5EF4-FFF2-40B4-BE49-F238E27FC236}">
                  <a16:creationId xmlns:a16="http://schemas.microsoft.com/office/drawing/2014/main" id="{0A93CAA2-5098-5A4F-5392-717F2B0EB139}"/>
                </a:ext>
              </a:extLst>
            </p:cNvPr>
            <p:cNvSpPr txBox="1"/>
            <p:nvPr/>
          </p:nvSpPr>
          <p:spPr>
            <a:xfrm>
              <a:off x="1370305" y="2433099"/>
              <a:ext cx="2089109" cy="307777"/>
            </a:xfrm>
            <a:prstGeom prst="rect">
              <a:avLst/>
            </a:prstGeom>
            <a:noFill/>
          </p:spPr>
          <p:txBody>
            <a:bodyPr wrap="square">
              <a:spAutoFit/>
            </a:bodyPr>
            <a:lstStyle/>
            <a:p>
              <a:pPr algn="ctr"/>
              <a:r>
                <a:rPr kumimoji="0" lang="en-GB" sz="1400" b="1" i="0" u="none" strike="noStrike" kern="1200" cap="none" spc="0" normalizeH="0" baseline="0" noProof="0" dirty="0">
                  <a:ln>
                    <a:noFill/>
                  </a:ln>
                  <a:solidFill>
                    <a:srgbClr val="092241"/>
                  </a:solidFill>
                  <a:effectLst/>
                  <a:uLnTx/>
                  <a:uFillTx/>
                  <a:latin typeface="Manrope"/>
                  <a:ea typeface="+mn-ea"/>
                  <a:cs typeface="+mn-cs"/>
                </a:rPr>
                <a:t>Database failure</a:t>
              </a:r>
              <a:endParaRPr lang="en-IT" sz="1400" b="1" dirty="0"/>
            </a:p>
          </p:txBody>
        </p:sp>
      </p:grpSp>
      <p:sp>
        <p:nvSpPr>
          <p:cNvPr id="415" name="Multiply 414">
            <a:extLst>
              <a:ext uri="{FF2B5EF4-FFF2-40B4-BE49-F238E27FC236}">
                <a16:creationId xmlns:a16="http://schemas.microsoft.com/office/drawing/2014/main" id="{A63E780A-1072-77E7-88A5-789896FB4EEE}"/>
              </a:ext>
            </a:extLst>
          </p:cNvPr>
          <p:cNvSpPr/>
          <p:nvPr/>
        </p:nvSpPr>
        <p:spPr>
          <a:xfrm>
            <a:off x="2899650" y="2720892"/>
            <a:ext cx="342311" cy="295786"/>
          </a:xfrm>
          <a:prstGeom prst="mathMultiply">
            <a:avLst/>
          </a:prstGeom>
          <a:solidFill>
            <a:srgbClr val="FF000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T"/>
          </a:p>
        </p:txBody>
      </p:sp>
      <p:grpSp>
        <p:nvGrpSpPr>
          <p:cNvPr id="416" name="Group 415">
            <a:extLst>
              <a:ext uri="{FF2B5EF4-FFF2-40B4-BE49-F238E27FC236}">
                <a16:creationId xmlns:a16="http://schemas.microsoft.com/office/drawing/2014/main" id="{B07FC894-C6CF-9E66-52A2-AF6AE8E4BFE3}"/>
              </a:ext>
            </a:extLst>
          </p:cNvPr>
          <p:cNvGrpSpPr/>
          <p:nvPr/>
        </p:nvGrpSpPr>
        <p:grpSpPr>
          <a:xfrm>
            <a:off x="4649662" y="2104977"/>
            <a:ext cx="3976470" cy="2107569"/>
            <a:chOff x="468053" y="2375913"/>
            <a:chExt cx="3976470" cy="2107569"/>
          </a:xfrm>
        </p:grpSpPr>
        <p:sp>
          <p:nvSpPr>
            <p:cNvPr id="417" name="Rounded Rectangle 416">
              <a:extLst>
                <a:ext uri="{FF2B5EF4-FFF2-40B4-BE49-F238E27FC236}">
                  <a16:creationId xmlns:a16="http://schemas.microsoft.com/office/drawing/2014/main" id="{C8DF68D6-198C-034D-BFCA-C20FF16955E2}"/>
                </a:ext>
              </a:extLst>
            </p:cNvPr>
            <p:cNvSpPr/>
            <p:nvPr/>
          </p:nvSpPr>
          <p:spPr>
            <a:xfrm>
              <a:off x="468053" y="2375913"/>
              <a:ext cx="3976470" cy="2107569"/>
            </a:xfrm>
            <a:prstGeom prst="roundRect">
              <a:avLst/>
            </a:prstGeom>
            <a:solidFill>
              <a:schemeClr val="bg2"/>
            </a:solidFill>
            <a:ln>
              <a:solidFill>
                <a:schemeClr val="tx1"/>
              </a:solidFill>
            </a:ln>
          </p:spPr>
          <p:style>
            <a:lnRef idx="2">
              <a:schemeClr val="accent1">
                <a:shade val="15000"/>
              </a:schemeClr>
            </a:lnRef>
            <a:fillRef idx="1001">
              <a:schemeClr val="dk2"/>
            </a:fillRef>
            <a:effectRef idx="0">
              <a:schemeClr val="accent1"/>
            </a:effectRef>
            <a:fontRef idx="minor">
              <a:schemeClr val="lt1"/>
            </a:fontRef>
          </p:style>
          <p:txBody>
            <a:bodyPr rtlCol="0" anchor="t"/>
            <a:lstStyle/>
            <a:p>
              <a:pPr algn="ctr"/>
              <a:endParaRPr lang="en-IT" sz="1600" b="1" dirty="0">
                <a:solidFill>
                  <a:schemeClr val="tx1"/>
                </a:solidFill>
              </a:endParaRPr>
            </a:p>
          </p:txBody>
        </p:sp>
        <p:grpSp>
          <p:nvGrpSpPr>
            <p:cNvPr id="418" name="Group 417">
              <a:extLst>
                <a:ext uri="{FF2B5EF4-FFF2-40B4-BE49-F238E27FC236}">
                  <a16:creationId xmlns:a16="http://schemas.microsoft.com/office/drawing/2014/main" id="{BB6F9C92-E925-5D35-BA75-5127A914111F}"/>
                </a:ext>
              </a:extLst>
            </p:cNvPr>
            <p:cNvGrpSpPr/>
            <p:nvPr/>
          </p:nvGrpSpPr>
          <p:grpSpPr>
            <a:xfrm>
              <a:off x="566349" y="2853055"/>
              <a:ext cx="875771" cy="798945"/>
              <a:chOff x="1177420" y="1910806"/>
              <a:chExt cx="998567" cy="910969"/>
            </a:xfrm>
          </p:grpSpPr>
          <p:pic>
            <p:nvPicPr>
              <p:cNvPr id="430" name="Google Shape;259;p37">
                <a:extLst>
                  <a:ext uri="{FF2B5EF4-FFF2-40B4-BE49-F238E27FC236}">
                    <a16:creationId xmlns:a16="http://schemas.microsoft.com/office/drawing/2014/main" id="{4C03E56B-0A96-17E6-C999-5D3CDF4B52DE}"/>
                  </a:ext>
                </a:extLst>
              </p:cNvPr>
              <p:cNvPicPr preferRelativeResize="0">
                <a:picLocks noChangeAspect="1"/>
              </p:cNvPicPr>
              <p:nvPr/>
            </p:nvPicPr>
            <p:blipFill rotWithShape="1">
              <a:blip r:embed="rId3">
                <a:alphaModFix/>
              </a:blip>
              <a:srcRect/>
              <a:stretch/>
            </p:blipFill>
            <p:spPr>
              <a:xfrm>
                <a:off x="1406704" y="1910806"/>
                <a:ext cx="540000" cy="540000"/>
              </a:xfrm>
              <a:prstGeom prst="rect">
                <a:avLst/>
              </a:prstGeom>
              <a:noFill/>
              <a:ln>
                <a:noFill/>
              </a:ln>
            </p:spPr>
          </p:pic>
          <p:sp>
            <p:nvSpPr>
              <p:cNvPr id="431" name="TextBox 430">
                <a:extLst>
                  <a:ext uri="{FF2B5EF4-FFF2-40B4-BE49-F238E27FC236}">
                    <a16:creationId xmlns:a16="http://schemas.microsoft.com/office/drawing/2014/main" id="{C0AD2C58-9F69-85BA-7A8A-264ED6ABD8D5}"/>
                  </a:ext>
                </a:extLst>
              </p:cNvPr>
              <p:cNvSpPr txBox="1"/>
              <p:nvPr/>
            </p:nvSpPr>
            <p:spPr>
              <a:xfrm>
                <a:off x="1177420" y="2488390"/>
                <a:ext cx="998567" cy="333385"/>
              </a:xfrm>
              <a:prstGeom prst="rect">
                <a:avLst/>
              </a:prstGeom>
              <a:noFill/>
            </p:spPr>
            <p:txBody>
              <a:bodyPr wrap="square">
                <a:spAutoFit/>
              </a:bodyPr>
              <a:lstStyle/>
              <a:p>
                <a:pPr algn="ctr"/>
                <a:r>
                  <a:rPr kumimoji="0" lang="en-GB" sz="1300" b="0" i="0" u="none" strike="noStrike" kern="1200" cap="none" spc="0" normalizeH="0" baseline="0" noProof="0" dirty="0">
                    <a:ln>
                      <a:noFill/>
                    </a:ln>
                    <a:solidFill>
                      <a:srgbClr val="092241"/>
                    </a:solidFill>
                    <a:effectLst/>
                    <a:uLnTx/>
                    <a:uFillTx/>
                    <a:latin typeface="Manrope"/>
                    <a:ea typeface="+mn-ea"/>
                    <a:cs typeface="+mn-cs"/>
                  </a:rPr>
                  <a:t>Order API</a:t>
                </a:r>
                <a:endParaRPr lang="en-IT" sz="1300" dirty="0"/>
              </a:p>
            </p:txBody>
          </p:sp>
        </p:grpSp>
        <p:grpSp>
          <p:nvGrpSpPr>
            <p:cNvPr id="419" name="Group 418">
              <a:extLst>
                <a:ext uri="{FF2B5EF4-FFF2-40B4-BE49-F238E27FC236}">
                  <a16:creationId xmlns:a16="http://schemas.microsoft.com/office/drawing/2014/main" id="{2200DC4C-0AB0-ACC3-5FA0-7BAF5A554B82}"/>
                </a:ext>
              </a:extLst>
            </p:cNvPr>
            <p:cNvGrpSpPr/>
            <p:nvPr/>
          </p:nvGrpSpPr>
          <p:grpSpPr>
            <a:xfrm>
              <a:off x="3334027" y="2886017"/>
              <a:ext cx="907895" cy="776380"/>
              <a:chOff x="1996228" y="1989388"/>
              <a:chExt cx="1035195" cy="885239"/>
            </a:xfrm>
          </p:grpSpPr>
          <p:pic>
            <p:nvPicPr>
              <p:cNvPr id="428" name="Picture 16" descr="Icons">
                <a:extLst>
                  <a:ext uri="{FF2B5EF4-FFF2-40B4-BE49-F238E27FC236}">
                    <a16:creationId xmlns:a16="http://schemas.microsoft.com/office/drawing/2014/main" id="{ADD2DC96-0501-7A96-6616-FD815E125ADF}"/>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2243828" y="1989388"/>
                <a:ext cx="540000" cy="540000"/>
              </a:xfrm>
              <a:prstGeom prst="rect">
                <a:avLst/>
              </a:prstGeom>
              <a:noFill/>
            </p:spPr>
          </p:pic>
          <p:sp>
            <p:nvSpPr>
              <p:cNvPr id="429" name="TextBox 428">
                <a:extLst>
                  <a:ext uri="{FF2B5EF4-FFF2-40B4-BE49-F238E27FC236}">
                    <a16:creationId xmlns:a16="http://schemas.microsoft.com/office/drawing/2014/main" id="{E48EB1B8-FD20-8403-5166-D506551E515E}"/>
                  </a:ext>
                </a:extLst>
              </p:cNvPr>
              <p:cNvSpPr txBox="1"/>
              <p:nvPr/>
            </p:nvSpPr>
            <p:spPr>
              <a:xfrm>
                <a:off x="1996228" y="2541242"/>
                <a:ext cx="1035195" cy="333385"/>
              </a:xfrm>
              <a:prstGeom prst="rect">
                <a:avLst/>
              </a:prstGeom>
              <a:noFill/>
            </p:spPr>
            <p:txBody>
              <a:bodyPr wrap="square">
                <a:spAutoFit/>
              </a:bodyPr>
              <a:lstStyle/>
              <a:p>
                <a:pPr algn="ctr"/>
                <a:r>
                  <a:rPr kumimoji="0" lang="en-GB" sz="1300" b="0" i="0" u="none" strike="noStrike" kern="1200" cap="none" spc="0" normalizeH="0" baseline="0" noProof="0" dirty="0">
                    <a:ln>
                      <a:noFill/>
                    </a:ln>
                    <a:solidFill>
                      <a:srgbClr val="092241"/>
                    </a:solidFill>
                    <a:effectLst/>
                    <a:uLnTx/>
                    <a:uFillTx/>
                    <a:latin typeface="Manrope"/>
                    <a:ea typeface="+mn-ea"/>
                    <a:cs typeface="+mn-cs"/>
                  </a:rPr>
                  <a:t>MongoDB</a:t>
                </a:r>
                <a:endParaRPr lang="en-IT" sz="1300" dirty="0"/>
              </a:p>
            </p:txBody>
          </p:sp>
        </p:grpSp>
        <p:cxnSp>
          <p:nvCxnSpPr>
            <p:cNvPr id="420" name="Straight Arrow Connector 419">
              <a:extLst>
                <a:ext uri="{FF2B5EF4-FFF2-40B4-BE49-F238E27FC236}">
                  <a16:creationId xmlns:a16="http://schemas.microsoft.com/office/drawing/2014/main" id="{44F45334-E9ED-3F7D-98B0-82AD39B67E81}"/>
                </a:ext>
              </a:extLst>
            </p:cNvPr>
            <p:cNvCxnSpPr>
              <a:cxnSpLocks/>
            </p:cNvCxnSpPr>
            <p:nvPr/>
          </p:nvCxnSpPr>
          <p:spPr>
            <a:xfrm>
              <a:off x="1481386" y="3139722"/>
              <a:ext cx="1861600" cy="0"/>
            </a:xfrm>
            <a:prstGeom prst="straightConnector1">
              <a:avLst/>
            </a:prstGeom>
            <a:ln w="31750" cap="rnd">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421" name="TextBox 420">
              <a:extLst>
                <a:ext uri="{FF2B5EF4-FFF2-40B4-BE49-F238E27FC236}">
                  <a16:creationId xmlns:a16="http://schemas.microsoft.com/office/drawing/2014/main" id="{25429885-1B53-8830-8068-A3AC03E7298E}"/>
                </a:ext>
              </a:extLst>
            </p:cNvPr>
            <p:cNvSpPr txBox="1"/>
            <p:nvPr/>
          </p:nvSpPr>
          <p:spPr>
            <a:xfrm>
              <a:off x="1614875" y="2826141"/>
              <a:ext cx="1516555" cy="261610"/>
            </a:xfrm>
            <a:prstGeom prst="rect">
              <a:avLst/>
            </a:prstGeom>
            <a:noFill/>
          </p:spPr>
          <p:txBody>
            <a:bodyPr wrap="square">
              <a:spAutoFit/>
            </a:bodyPr>
            <a:lstStyle/>
            <a:p>
              <a:pPr algn="ctr"/>
              <a:r>
                <a:rPr kumimoji="0" lang="en-GB" sz="1100" i="0" u="none" strike="noStrike" kern="1200" cap="none" spc="0" normalizeH="0" baseline="0" noProof="0" dirty="0">
                  <a:ln>
                    <a:noFill/>
                  </a:ln>
                  <a:solidFill>
                    <a:srgbClr val="092241"/>
                  </a:solidFill>
                  <a:effectLst/>
                  <a:uLnTx/>
                  <a:uFillTx/>
                  <a:latin typeface="Manrope"/>
                  <a:ea typeface="+mn-ea"/>
                  <a:cs typeface="+mn-cs"/>
                </a:rPr>
                <a:t>Save order event</a:t>
              </a:r>
              <a:endParaRPr lang="en-IT" sz="1100" dirty="0"/>
            </a:p>
          </p:txBody>
        </p:sp>
        <p:sp>
          <p:nvSpPr>
            <p:cNvPr id="422" name="TextBox 421">
              <a:extLst>
                <a:ext uri="{FF2B5EF4-FFF2-40B4-BE49-F238E27FC236}">
                  <a16:creationId xmlns:a16="http://schemas.microsoft.com/office/drawing/2014/main" id="{4A50FC50-0B8F-A5B2-0B29-06367B7FD16E}"/>
                </a:ext>
              </a:extLst>
            </p:cNvPr>
            <p:cNvSpPr txBox="1"/>
            <p:nvPr/>
          </p:nvSpPr>
          <p:spPr>
            <a:xfrm>
              <a:off x="1551566" y="3737717"/>
              <a:ext cx="1832207" cy="261610"/>
            </a:xfrm>
            <a:prstGeom prst="rect">
              <a:avLst/>
            </a:prstGeom>
            <a:noFill/>
          </p:spPr>
          <p:txBody>
            <a:bodyPr wrap="square">
              <a:spAutoFit/>
            </a:bodyPr>
            <a:lstStyle/>
            <a:p>
              <a:pPr algn="ctr"/>
              <a:r>
                <a:rPr kumimoji="0" lang="en-GB" sz="1100" i="0" u="none" strike="noStrike" kern="1200" cap="none" spc="0" normalizeH="0" baseline="0" noProof="0" dirty="0">
                  <a:ln>
                    <a:noFill/>
                  </a:ln>
                  <a:solidFill>
                    <a:srgbClr val="092241"/>
                  </a:solidFill>
                  <a:effectLst/>
                  <a:uLnTx/>
                  <a:uFillTx/>
                  <a:latin typeface="Manrope"/>
                  <a:ea typeface="+mn-ea"/>
                  <a:cs typeface="+mn-cs"/>
                </a:rPr>
                <a:t>Publish </a:t>
              </a:r>
              <a:r>
                <a:rPr lang="en-GB" sz="1100" dirty="0">
                  <a:solidFill>
                    <a:srgbClr val="092241"/>
                  </a:solidFill>
                  <a:latin typeface="Manrope"/>
                </a:rPr>
                <a:t>order </a:t>
              </a:r>
              <a:r>
                <a:rPr kumimoji="0" lang="en-GB" sz="1100" i="0" u="none" strike="noStrike" kern="1200" cap="none" spc="0" normalizeH="0" baseline="0" noProof="0" dirty="0">
                  <a:ln>
                    <a:noFill/>
                  </a:ln>
                  <a:solidFill>
                    <a:srgbClr val="092241"/>
                  </a:solidFill>
                  <a:effectLst/>
                  <a:uLnTx/>
                  <a:uFillTx/>
                  <a:latin typeface="Manrope"/>
                  <a:ea typeface="+mn-ea"/>
                  <a:cs typeface="+mn-cs"/>
                </a:rPr>
                <a:t>event</a:t>
              </a:r>
              <a:endParaRPr lang="en-IT" sz="1100" dirty="0"/>
            </a:p>
          </p:txBody>
        </p:sp>
        <p:grpSp>
          <p:nvGrpSpPr>
            <p:cNvPr id="423" name="Group 422">
              <a:extLst>
                <a:ext uri="{FF2B5EF4-FFF2-40B4-BE49-F238E27FC236}">
                  <a16:creationId xmlns:a16="http://schemas.microsoft.com/office/drawing/2014/main" id="{53286039-5844-4C3F-BB39-47C7B4DEE9B4}"/>
                </a:ext>
              </a:extLst>
            </p:cNvPr>
            <p:cNvGrpSpPr/>
            <p:nvPr/>
          </p:nvGrpSpPr>
          <p:grpSpPr>
            <a:xfrm>
              <a:off x="3334029" y="3687377"/>
              <a:ext cx="907894" cy="767003"/>
              <a:chOff x="3203747" y="3500156"/>
              <a:chExt cx="1035194" cy="874548"/>
            </a:xfrm>
          </p:grpSpPr>
          <p:pic>
            <p:nvPicPr>
              <p:cNvPr id="426" name="Picture 16">
                <a:extLst>
                  <a:ext uri="{FF2B5EF4-FFF2-40B4-BE49-F238E27FC236}">
                    <a16:creationId xmlns:a16="http://schemas.microsoft.com/office/drawing/2014/main" id="{08F1FAC2-B3EC-3017-DB92-BF3FD8B5A29D}"/>
                  </a:ext>
                </a:extLst>
              </p:cNvPr>
              <p:cNvPicPr>
                <a:picLocks noChangeAspect="1" noChangeArrowheads="1"/>
              </p:cNvPicPr>
              <p:nvPr/>
            </p:nvPicPr>
            <p:blipFill>
              <a:blip>
                <a:extLst>
                  <a:ext uri="{96DAC541-7B7A-43D3-8B79-37D633B846F1}">
                    <asvg:svgBlip xmlns:asvg="http://schemas.microsoft.com/office/drawing/2016/SVG/main" r:embed="rId5"/>
                  </a:ext>
                </a:extLst>
              </a:blip>
              <a:srcRect/>
              <a:stretch/>
            </p:blipFill>
            <p:spPr bwMode="auto">
              <a:xfrm>
                <a:off x="3451344" y="3500156"/>
                <a:ext cx="540000" cy="526153"/>
              </a:xfrm>
              <a:prstGeom prst="rect">
                <a:avLst/>
              </a:prstGeom>
              <a:noFill/>
            </p:spPr>
          </p:pic>
          <p:sp>
            <p:nvSpPr>
              <p:cNvPr id="427" name="TextBox 426">
                <a:extLst>
                  <a:ext uri="{FF2B5EF4-FFF2-40B4-BE49-F238E27FC236}">
                    <a16:creationId xmlns:a16="http://schemas.microsoft.com/office/drawing/2014/main" id="{768CBEB1-9234-256B-7258-5D3A257AB45B}"/>
                  </a:ext>
                </a:extLst>
              </p:cNvPr>
              <p:cNvSpPr txBox="1"/>
              <p:nvPr/>
            </p:nvSpPr>
            <p:spPr>
              <a:xfrm>
                <a:off x="3203747" y="4041319"/>
                <a:ext cx="1035194" cy="333385"/>
              </a:xfrm>
              <a:prstGeom prst="rect">
                <a:avLst/>
              </a:prstGeom>
              <a:noFill/>
            </p:spPr>
            <p:txBody>
              <a:bodyPr wrap="square">
                <a:spAutoFit/>
              </a:bodyPr>
              <a:lstStyle/>
              <a:p>
                <a:pPr algn="ctr"/>
                <a:r>
                  <a:rPr kumimoji="0" lang="en-GB" sz="1300" b="0" i="0" u="none" strike="noStrike" kern="1200" cap="none" spc="0" normalizeH="0" baseline="0" noProof="0" dirty="0">
                    <a:ln>
                      <a:noFill/>
                    </a:ln>
                    <a:solidFill>
                      <a:srgbClr val="092241"/>
                    </a:solidFill>
                    <a:effectLst/>
                    <a:uLnTx/>
                    <a:uFillTx/>
                    <a:latin typeface="Manrope"/>
                    <a:ea typeface="+mn-ea"/>
                    <a:cs typeface="+mn-cs"/>
                  </a:rPr>
                  <a:t>RabbitMQ</a:t>
                </a:r>
                <a:endParaRPr lang="en-IT" sz="1300" dirty="0"/>
              </a:p>
            </p:txBody>
          </p:sp>
        </p:grpSp>
        <p:cxnSp>
          <p:nvCxnSpPr>
            <p:cNvPr id="424" name="Elbow Connector 423">
              <a:extLst>
                <a:ext uri="{FF2B5EF4-FFF2-40B4-BE49-F238E27FC236}">
                  <a16:creationId xmlns:a16="http://schemas.microsoft.com/office/drawing/2014/main" id="{C50FD9FD-F6ED-C7CC-5610-33113B95F185}"/>
                </a:ext>
              </a:extLst>
            </p:cNvPr>
            <p:cNvCxnSpPr>
              <a:cxnSpLocks/>
            </p:cNvCxnSpPr>
            <p:nvPr/>
          </p:nvCxnSpPr>
          <p:spPr>
            <a:xfrm>
              <a:off x="2131447" y="3139722"/>
              <a:ext cx="1211539" cy="885705"/>
            </a:xfrm>
            <a:prstGeom prst="bentConnector3">
              <a:avLst>
                <a:gd name="adj1" fmla="val -28228"/>
              </a:avLst>
            </a:prstGeom>
            <a:ln w="31750">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425" name="TextBox 424">
              <a:extLst>
                <a:ext uri="{FF2B5EF4-FFF2-40B4-BE49-F238E27FC236}">
                  <a16:creationId xmlns:a16="http://schemas.microsoft.com/office/drawing/2014/main" id="{C105B27B-91DA-77F1-5E5E-867FD99644A8}"/>
                </a:ext>
              </a:extLst>
            </p:cNvPr>
            <p:cNvSpPr txBox="1"/>
            <p:nvPr/>
          </p:nvSpPr>
          <p:spPr>
            <a:xfrm>
              <a:off x="1370305" y="2433099"/>
              <a:ext cx="2089109" cy="307777"/>
            </a:xfrm>
            <a:prstGeom prst="rect">
              <a:avLst/>
            </a:prstGeom>
            <a:noFill/>
          </p:spPr>
          <p:txBody>
            <a:bodyPr wrap="square">
              <a:spAutoFit/>
            </a:bodyPr>
            <a:lstStyle/>
            <a:p>
              <a:pPr algn="ctr"/>
              <a:r>
                <a:rPr kumimoji="0" lang="en-GB" sz="1400" b="1" i="0" u="none" strike="noStrike" kern="1200" cap="none" spc="0" normalizeH="0" baseline="0" noProof="0" dirty="0">
                  <a:ln>
                    <a:noFill/>
                  </a:ln>
                  <a:solidFill>
                    <a:srgbClr val="092241"/>
                  </a:solidFill>
                  <a:effectLst/>
                  <a:uLnTx/>
                  <a:uFillTx/>
                  <a:latin typeface="Manrope"/>
                  <a:ea typeface="+mn-ea"/>
                  <a:cs typeface="+mn-cs"/>
                </a:rPr>
                <a:t>Broker failure</a:t>
              </a:r>
              <a:endParaRPr lang="en-IT" sz="1400" b="1" dirty="0"/>
            </a:p>
          </p:txBody>
        </p:sp>
      </p:grpSp>
      <p:sp>
        <p:nvSpPr>
          <p:cNvPr id="432" name="Multiply 431">
            <a:extLst>
              <a:ext uri="{FF2B5EF4-FFF2-40B4-BE49-F238E27FC236}">
                <a16:creationId xmlns:a16="http://schemas.microsoft.com/office/drawing/2014/main" id="{EC8F0C9E-6D91-9F35-1901-A4F5BB66FE3A}"/>
              </a:ext>
            </a:extLst>
          </p:cNvPr>
          <p:cNvSpPr/>
          <p:nvPr/>
        </p:nvSpPr>
        <p:spPr>
          <a:xfrm>
            <a:off x="7072309" y="3627650"/>
            <a:ext cx="342311" cy="295786"/>
          </a:xfrm>
          <a:prstGeom prst="mathMultiply">
            <a:avLst/>
          </a:prstGeom>
          <a:solidFill>
            <a:srgbClr val="FF000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T"/>
          </a:p>
        </p:txBody>
      </p:sp>
      <p:sp>
        <p:nvSpPr>
          <p:cNvPr id="433" name="Oval 432">
            <a:extLst>
              <a:ext uri="{FF2B5EF4-FFF2-40B4-BE49-F238E27FC236}">
                <a16:creationId xmlns:a16="http://schemas.microsoft.com/office/drawing/2014/main" id="{CB75BA5A-0F8B-66E5-830C-5688E5D1AFAB}"/>
              </a:ext>
            </a:extLst>
          </p:cNvPr>
          <p:cNvSpPr>
            <a:spLocks noChangeAspect="1"/>
          </p:cNvSpPr>
          <p:nvPr/>
        </p:nvSpPr>
        <p:spPr>
          <a:xfrm>
            <a:off x="1442120" y="2187232"/>
            <a:ext cx="270000" cy="270000"/>
          </a:xfrm>
          <a:prstGeom prst="ellipse">
            <a:avLst/>
          </a:prstGeom>
          <a:solidFill>
            <a:schemeClr val="tx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IT" dirty="0"/>
              <a:t>1</a:t>
            </a:r>
          </a:p>
        </p:txBody>
      </p:sp>
      <p:sp>
        <p:nvSpPr>
          <p:cNvPr id="434" name="Oval 433">
            <a:extLst>
              <a:ext uri="{FF2B5EF4-FFF2-40B4-BE49-F238E27FC236}">
                <a16:creationId xmlns:a16="http://schemas.microsoft.com/office/drawing/2014/main" id="{E37C9E70-F636-AF74-9B50-87C4E6046B71}"/>
              </a:ext>
            </a:extLst>
          </p:cNvPr>
          <p:cNvSpPr>
            <a:spLocks noChangeAspect="1"/>
          </p:cNvSpPr>
          <p:nvPr/>
        </p:nvSpPr>
        <p:spPr>
          <a:xfrm>
            <a:off x="5733175" y="2187232"/>
            <a:ext cx="271627" cy="271627"/>
          </a:xfrm>
          <a:prstGeom prst="ellipse">
            <a:avLst/>
          </a:prstGeom>
          <a:solidFill>
            <a:schemeClr val="tx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IT" dirty="0"/>
              <a:t>2</a:t>
            </a:r>
          </a:p>
        </p:txBody>
      </p:sp>
    </p:spTree>
    <p:extLst>
      <p:ext uri="{BB962C8B-B14F-4D97-AF65-F5344CB8AC3E}">
        <p14:creationId xmlns:p14="http://schemas.microsoft.com/office/powerpoint/2010/main" val="1233222236"/>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5677E6D-266F-D76F-E670-EECAFC5D154D}"/>
            </a:ext>
          </a:extLst>
        </p:cNvPr>
        <p:cNvGrpSpPr/>
        <p:nvPr/>
      </p:nvGrpSpPr>
      <p:grpSpPr>
        <a:xfrm>
          <a:off x="0" y="0"/>
          <a:ext cx="0" cy="0"/>
          <a:chOff x="0" y="0"/>
          <a:chExt cx="0" cy="0"/>
        </a:xfrm>
      </p:grpSpPr>
      <p:sp>
        <p:nvSpPr>
          <p:cNvPr id="407" name="Rectangle 406">
            <a:extLst>
              <a:ext uri="{FF2B5EF4-FFF2-40B4-BE49-F238E27FC236}">
                <a16:creationId xmlns:a16="http://schemas.microsoft.com/office/drawing/2014/main" id="{E0D87615-9C5B-898D-E365-7F9C3E60E403}"/>
              </a:ext>
            </a:extLst>
          </p:cNvPr>
          <p:cNvSpPr/>
          <p:nvPr/>
        </p:nvSpPr>
        <p:spPr>
          <a:xfrm>
            <a:off x="476280" y="476460"/>
            <a:ext cx="8191080" cy="466473"/>
          </a:xfrm>
          <a:prstGeom prst="rect">
            <a:avLst/>
          </a:prstGeom>
          <a:noFill/>
          <a:ln w="0">
            <a:noFill/>
          </a:ln>
        </p:spPr>
        <p:style>
          <a:lnRef idx="0">
            <a:scrgbClr r="0" g="0" b="0"/>
          </a:lnRef>
          <a:fillRef idx="0">
            <a:scrgbClr r="0" g="0" b="0"/>
          </a:fillRef>
          <a:effectRef idx="0">
            <a:scrgbClr r="0" g="0" b="0"/>
          </a:effectRef>
          <a:fontRef idx="minor"/>
        </p:style>
        <p:txBody>
          <a:bodyPr anchor="t">
            <a:normAutofit/>
          </a:bodyPr>
          <a:lstStyle/>
          <a:p>
            <a:pPr defTabSz="914400">
              <a:lnSpc>
                <a:spcPct val="100000"/>
              </a:lnSpc>
              <a:tabLst>
                <a:tab pos="0" algn="l"/>
              </a:tabLst>
            </a:pPr>
            <a:r>
              <a:rPr lang="en-US" sz="2400" b="1" u="none" strike="noStrike" dirty="0">
                <a:solidFill>
                  <a:schemeClr val="dk1"/>
                </a:solidFill>
                <a:effectLst/>
                <a:uFillTx/>
                <a:latin typeface="Archivo Black"/>
              </a:rPr>
              <a:t>Dual-Write problem and Outbox Pattern </a:t>
            </a:r>
            <a:endParaRPr lang="en-US" sz="2400" b="1" u="none" strike="noStrike" dirty="0">
              <a:solidFill>
                <a:srgbClr val="000000"/>
              </a:solidFill>
              <a:effectLst/>
              <a:uFillTx/>
              <a:latin typeface="OpenSymbol"/>
            </a:endParaRPr>
          </a:p>
        </p:txBody>
      </p:sp>
      <p:sp>
        <p:nvSpPr>
          <p:cNvPr id="3" name="Rectangle 2">
            <a:extLst>
              <a:ext uri="{FF2B5EF4-FFF2-40B4-BE49-F238E27FC236}">
                <a16:creationId xmlns:a16="http://schemas.microsoft.com/office/drawing/2014/main" id="{8F377A58-125F-07A5-8451-773E277EE1F1}"/>
              </a:ext>
            </a:extLst>
          </p:cNvPr>
          <p:cNvSpPr/>
          <p:nvPr/>
        </p:nvSpPr>
        <p:spPr>
          <a:xfrm>
            <a:off x="118108" y="529696"/>
            <a:ext cx="180000" cy="360000"/>
          </a:xfrm>
          <a:prstGeom prst="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lang="en-IT"/>
          </a:p>
        </p:txBody>
      </p:sp>
      <p:sp>
        <p:nvSpPr>
          <p:cNvPr id="11" name="Rectangle 10">
            <a:extLst>
              <a:ext uri="{FF2B5EF4-FFF2-40B4-BE49-F238E27FC236}">
                <a16:creationId xmlns:a16="http://schemas.microsoft.com/office/drawing/2014/main" id="{B8CD2B2C-0669-12F9-8714-AC8E7AADFBF2}"/>
              </a:ext>
            </a:extLst>
          </p:cNvPr>
          <p:cNvSpPr/>
          <p:nvPr/>
        </p:nvSpPr>
        <p:spPr>
          <a:xfrm>
            <a:off x="476280" y="1016460"/>
            <a:ext cx="7199648" cy="466473"/>
          </a:xfrm>
          <a:prstGeom prst="rect">
            <a:avLst/>
          </a:prstGeom>
          <a:noFill/>
          <a:ln w="0">
            <a:noFill/>
          </a:ln>
        </p:spPr>
        <p:style>
          <a:lnRef idx="0">
            <a:scrgbClr r="0" g="0" b="0"/>
          </a:lnRef>
          <a:fillRef idx="0">
            <a:scrgbClr r="0" g="0" b="0"/>
          </a:fillRef>
          <a:effectRef idx="0">
            <a:scrgbClr r="0" g="0" b="0"/>
          </a:effectRef>
          <a:fontRef idx="minor"/>
        </p:style>
        <p:txBody>
          <a:bodyPr anchor="t">
            <a:noAutofit/>
          </a:bodyPr>
          <a:lstStyle/>
          <a:p>
            <a:pPr defTabSz="914400">
              <a:lnSpc>
                <a:spcPct val="150000"/>
              </a:lnSpc>
              <a:tabLst>
                <a:tab pos="0" algn="l"/>
              </a:tabLst>
            </a:pPr>
            <a:r>
              <a:rPr lang="en-US" sz="1300" i="1" dirty="0">
                <a:solidFill>
                  <a:schemeClr val="dk1"/>
                </a:solidFill>
                <a:latin typeface="Manrope"/>
              </a:rPr>
              <a:t>“The dual-write problem occurs when two external systems must be updated in an atomic fashion.”</a:t>
            </a:r>
          </a:p>
        </p:txBody>
      </p:sp>
      <p:grpSp>
        <p:nvGrpSpPr>
          <p:cNvPr id="18" name="Group 17">
            <a:extLst>
              <a:ext uri="{FF2B5EF4-FFF2-40B4-BE49-F238E27FC236}">
                <a16:creationId xmlns:a16="http://schemas.microsoft.com/office/drawing/2014/main" id="{22534648-EFF8-99D7-6D65-02F25D1D5DC7}"/>
              </a:ext>
            </a:extLst>
          </p:cNvPr>
          <p:cNvGrpSpPr/>
          <p:nvPr/>
        </p:nvGrpSpPr>
        <p:grpSpPr>
          <a:xfrm>
            <a:off x="468847" y="2113494"/>
            <a:ext cx="3901128" cy="1122562"/>
            <a:chOff x="1013125" y="3004478"/>
            <a:chExt cx="3901128" cy="1122562"/>
          </a:xfrm>
        </p:grpSpPr>
        <p:sp>
          <p:nvSpPr>
            <p:cNvPr id="13" name="Rounded Rectangle 12">
              <a:extLst>
                <a:ext uri="{FF2B5EF4-FFF2-40B4-BE49-F238E27FC236}">
                  <a16:creationId xmlns:a16="http://schemas.microsoft.com/office/drawing/2014/main" id="{11BFD1E5-1E80-4ECA-5894-95B5E5046333}"/>
                </a:ext>
              </a:extLst>
            </p:cNvPr>
            <p:cNvSpPr/>
            <p:nvPr/>
          </p:nvSpPr>
          <p:spPr>
            <a:xfrm>
              <a:off x="1013125" y="3004478"/>
              <a:ext cx="3901128" cy="1122562"/>
            </a:xfrm>
            <a:prstGeom prst="roundRect">
              <a:avLst/>
            </a:prstGeom>
            <a:solidFill>
              <a:schemeClr val="bg2"/>
            </a:solidFill>
            <a:ln>
              <a:solidFill>
                <a:schemeClr val="tx1"/>
              </a:solidFill>
            </a:ln>
          </p:spPr>
          <p:style>
            <a:lnRef idx="2">
              <a:schemeClr val="accent1">
                <a:shade val="15000"/>
              </a:schemeClr>
            </a:lnRef>
            <a:fillRef idx="1001">
              <a:schemeClr val="dk2"/>
            </a:fillRef>
            <a:effectRef idx="0">
              <a:schemeClr val="accent1"/>
            </a:effectRef>
            <a:fontRef idx="minor">
              <a:schemeClr val="lt1"/>
            </a:fontRef>
          </p:style>
          <p:txBody>
            <a:bodyPr rtlCol="0" anchor="ctr"/>
            <a:lstStyle/>
            <a:p>
              <a:pPr algn="ctr"/>
              <a:endParaRPr lang="en-IT"/>
            </a:p>
          </p:txBody>
        </p:sp>
        <p:grpSp>
          <p:nvGrpSpPr>
            <p:cNvPr id="6" name="Group 5">
              <a:extLst>
                <a:ext uri="{FF2B5EF4-FFF2-40B4-BE49-F238E27FC236}">
                  <a16:creationId xmlns:a16="http://schemas.microsoft.com/office/drawing/2014/main" id="{D063170F-CBC7-6D4F-7391-CBB174B32929}"/>
                </a:ext>
              </a:extLst>
            </p:cNvPr>
            <p:cNvGrpSpPr/>
            <p:nvPr/>
          </p:nvGrpSpPr>
          <p:grpSpPr>
            <a:xfrm>
              <a:off x="1157842" y="3213905"/>
              <a:ext cx="933293" cy="833501"/>
              <a:chOff x="1210058" y="1910806"/>
              <a:chExt cx="933293" cy="833501"/>
            </a:xfrm>
          </p:grpSpPr>
          <p:pic>
            <p:nvPicPr>
              <p:cNvPr id="4" name="Google Shape;259;p37">
                <a:extLst>
                  <a:ext uri="{FF2B5EF4-FFF2-40B4-BE49-F238E27FC236}">
                    <a16:creationId xmlns:a16="http://schemas.microsoft.com/office/drawing/2014/main" id="{F2E1B010-4D4C-AADD-B4BD-781B2C892A68}"/>
                  </a:ext>
                </a:extLst>
              </p:cNvPr>
              <p:cNvPicPr preferRelativeResize="0">
                <a:picLocks noChangeAspect="1"/>
              </p:cNvPicPr>
              <p:nvPr/>
            </p:nvPicPr>
            <p:blipFill rotWithShape="1">
              <a:blip r:embed="rId3">
                <a:alphaModFix/>
              </a:blip>
              <a:srcRect/>
              <a:stretch/>
            </p:blipFill>
            <p:spPr>
              <a:xfrm>
                <a:off x="1406704" y="1910806"/>
                <a:ext cx="540000" cy="540000"/>
              </a:xfrm>
              <a:prstGeom prst="rect">
                <a:avLst/>
              </a:prstGeom>
              <a:noFill/>
              <a:ln>
                <a:noFill/>
              </a:ln>
            </p:spPr>
          </p:pic>
          <p:sp>
            <p:nvSpPr>
              <p:cNvPr id="5" name="TextBox 4">
                <a:extLst>
                  <a:ext uri="{FF2B5EF4-FFF2-40B4-BE49-F238E27FC236}">
                    <a16:creationId xmlns:a16="http://schemas.microsoft.com/office/drawing/2014/main" id="{B7B3CE58-EBE1-53AC-CA6B-8919F8729CE7}"/>
                  </a:ext>
                </a:extLst>
              </p:cNvPr>
              <p:cNvSpPr txBox="1"/>
              <p:nvPr/>
            </p:nvSpPr>
            <p:spPr>
              <a:xfrm>
                <a:off x="1210058" y="2450806"/>
                <a:ext cx="933293" cy="293501"/>
              </a:xfrm>
              <a:prstGeom prst="rect">
                <a:avLst/>
              </a:prstGeom>
              <a:noFill/>
            </p:spPr>
            <p:txBody>
              <a:bodyPr wrap="square">
                <a:spAutoFit/>
              </a:bodyPr>
              <a:lstStyle/>
              <a:p>
                <a:pPr algn="ctr"/>
                <a:r>
                  <a:rPr kumimoji="0" lang="en-GB" sz="1300" b="0" i="0" u="none" strike="noStrike" kern="1200" cap="none" spc="0" normalizeH="0" baseline="0" noProof="0" dirty="0">
                    <a:ln>
                      <a:noFill/>
                    </a:ln>
                    <a:solidFill>
                      <a:srgbClr val="092241"/>
                    </a:solidFill>
                    <a:effectLst/>
                    <a:uLnTx/>
                    <a:uFillTx/>
                    <a:latin typeface="Manrope"/>
                    <a:ea typeface="+mn-ea"/>
                    <a:cs typeface="+mn-cs"/>
                  </a:rPr>
                  <a:t>Order API</a:t>
                </a:r>
                <a:endParaRPr lang="en-IT" sz="1300" dirty="0"/>
              </a:p>
            </p:txBody>
          </p:sp>
        </p:grpSp>
        <p:grpSp>
          <p:nvGrpSpPr>
            <p:cNvPr id="10" name="Group 9">
              <a:extLst>
                <a:ext uri="{FF2B5EF4-FFF2-40B4-BE49-F238E27FC236}">
                  <a16:creationId xmlns:a16="http://schemas.microsoft.com/office/drawing/2014/main" id="{1FB7E4BE-FDD5-A497-B045-C92BA8F09831}"/>
                </a:ext>
              </a:extLst>
            </p:cNvPr>
            <p:cNvGrpSpPr/>
            <p:nvPr/>
          </p:nvGrpSpPr>
          <p:grpSpPr>
            <a:xfrm>
              <a:off x="3783286" y="3213905"/>
              <a:ext cx="933293" cy="833500"/>
              <a:chOff x="2047181" y="1989388"/>
              <a:chExt cx="933293" cy="833500"/>
            </a:xfrm>
          </p:grpSpPr>
          <p:pic>
            <p:nvPicPr>
              <p:cNvPr id="7" name="Picture 16" descr="Icons">
                <a:extLst>
                  <a:ext uri="{FF2B5EF4-FFF2-40B4-BE49-F238E27FC236}">
                    <a16:creationId xmlns:a16="http://schemas.microsoft.com/office/drawing/2014/main" id="{B565431E-53F5-247D-8260-2EF3DC2E32ED}"/>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2243828" y="1989388"/>
                <a:ext cx="540000" cy="540000"/>
              </a:xfrm>
              <a:prstGeom prst="rect">
                <a:avLst/>
              </a:prstGeom>
              <a:noFill/>
            </p:spPr>
          </p:pic>
          <p:sp>
            <p:nvSpPr>
              <p:cNvPr id="9" name="TextBox 8">
                <a:extLst>
                  <a:ext uri="{FF2B5EF4-FFF2-40B4-BE49-F238E27FC236}">
                    <a16:creationId xmlns:a16="http://schemas.microsoft.com/office/drawing/2014/main" id="{F3AE35F2-99FC-956D-B224-DBF0311A1ED4}"/>
                  </a:ext>
                </a:extLst>
              </p:cNvPr>
              <p:cNvSpPr txBox="1"/>
              <p:nvPr/>
            </p:nvSpPr>
            <p:spPr>
              <a:xfrm>
                <a:off x="2047181" y="2529387"/>
                <a:ext cx="933293" cy="293501"/>
              </a:xfrm>
              <a:prstGeom prst="rect">
                <a:avLst/>
              </a:prstGeom>
              <a:noFill/>
            </p:spPr>
            <p:txBody>
              <a:bodyPr wrap="square">
                <a:spAutoFit/>
              </a:bodyPr>
              <a:lstStyle/>
              <a:p>
                <a:pPr algn="ctr"/>
                <a:r>
                  <a:rPr kumimoji="0" lang="en-GB" sz="1300" b="0" i="0" u="none" strike="noStrike" kern="1200" cap="none" spc="0" normalizeH="0" baseline="0" noProof="0" dirty="0">
                    <a:ln>
                      <a:noFill/>
                    </a:ln>
                    <a:solidFill>
                      <a:srgbClr val="092241"/>
                    </a:solidFill>
                    <a:effectLst/>
                    <a:uLnTx/>
                    <a:uFillTx/>
                    <a:latin typeface="Manrope"/>
                    <a:ea typeface="+mn-ea"/>
                    <a:cs typeface="+mn-cs"/>
                  </a:rPr>
                  <a:t>MongoDB</a:t>
                </a:r>
                <a:endParaRPr lang="en-IT" sz="1300" dirty="0"/>
              </a:p>
            </p:txBody>
          </p:sp>
        </p:grpSp>
        <p:cxnSp>
          <p:nvCxnSpPr>
            <p:cNvPr id="14" name="Straight Arrow Connector 13">
              <a:extLst>
                <a:ext uri="{FF2B5EF4-FFF2-40B4-BE49-F238E27FC236}">
                  <a16:creationId xmlns:a16="http://schemas.microsoft.com/office/drawing/2014/main" id="{5D03B827-DEE8-2F4C-C0D3-024E78BBFD8E}"/>
                </a:ext>
              </a:extLst>
            </p:cNvPr>
            <p:cNvCxnSpPr>
              <a:cxnSpLocks/>
            </p:cNvCxnSpPr>
            <p:nvPr/>
          </p:nvCxnSpPr>
          <p:spPr>
            <a:xfrm>
              <a:off x="2168542" y="3540767"/>
              <a:ext cx="1590294" cy="0"/>
            </a:xfrm>
            <a:prstGeom prst="straightConnector1">
              <a:avLst/>
            </a:prstGeom>
            <a:ln w="31750" cap="rnd">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15" name="TextBox 14">
              <a:extLst>
                <a:ext uri="{FF2B5EF4-FFF2-40B4-BE49-F238E27FC236}">
                  <a16:creationId xmlns:a16="http://schemas.microsoft.com/office/drawing/2014/main" id="{28E7751F-E619-B2C6-7ED1-2B9F94764AA6}"/>
                </a:ext>
              </a:extLst>
            </p:cNvPr>
            <p:cNvSpPr txBox="1"/>
            <p:nvPr/>
          </p:nvSpPr>
          <p:spPr>
            <a:xfrm>
              <a:off x="1890824" y="3240691"/>
              <a:ext cx="2089109" cy="276999"/>
            </a:xfrm>
            <a:prstGeom prst="rect">
              <a:avLst/>
            </a:prstGeom>
            <a:noFill/>
          </p:spPr>
          <p:txBody>
            <a:bodyPr wrap="square">
              <a:spAutoFit/>
            </a:bodyPr>
            <a:lstStyle/>
            <a:p>
              <a:pPr algn="ctr"/>
              <a:r>
                <a:rPr kumimoji="0" lang="en-GB" sz="1200" i="0" u="none" strike="noStrike" kern="1200" cap="none" spc="0" normalizeH="0" baseline="0" noProof="0" dirty="0">
                  <a:ln>
                    <a:noFill/>
                  </a:ln>
                  <a:solidFill>
                    <a:srgbClr val="092241"/>
                  </a:solidFill>
                  <a:effectLst/>
                  <a:uLnTx/>
                  <a:uFillTx/>
                  <a:latin typeface="Manrope"/>
                  <a:ea typeface="+mn-ea"/>
                  <a:cs typeface="+mn-cs"/>
                </a:rPr>
                <a:t>Save order outbox event</a:t>
              </a:r>
              <a:endParaRPr lang="en-IT" sz="1200" dirty="0"/>
            </a:p>
          </p:txBody>
        </p:sp>
      </p:grpSp>
      <p:grpSp>
        <p:nvGrpSpPr>
          <p:cNvPr id="38" name="Group 37">
            <a:extLst>
              <a:ext uri="{FF2B5EF4-FFF2-40B4-BE49-F238E27FC236}">
                <a16:creationId xmlns:a16="http://schemas.microsoft.com/office/drawing/2014/main" id="{B7019C14-7C3E-72E9-CC12-531F82A4AAF1}"/>
              </a:ext>
            </a:extLst>
          </p:cNvPr>
          <p:cNvGrpSpPr/>
          <p:nvPr/>
        </p:nvGrpSpPr>
        <p:grpSpPr>
          <a:xfrm>
            <a:off x="4737231" y="2113494"/>
            <a:ext cx="3901128" cy="1122562"/>
            <a:chOff x="4512289" y="2263889"/>
            <a:chExt cx="3901128" cy="1122562"/>
          </a:xfrm>
        </p:grpSpPr>
        <p:sp>
          <p:nvSpPr>
            <p:cNvPr id="20" name="Rounded Rectangle 19">
              <a:extLst>
                <a:ext uri="{FF2B5EF4-FFF2-40B4-BE49-F238E27FC236}">
                  <a16:creationId xmlns:a16="http://schemas.microsoft.com/office/drawing/2014/main" id="{CD233C8F-3EDB-0049-A5BE-74812A716742}"/>
                </a:ext>
              </a:extLst>
            </p:cNvPr>
            <p:cNvSpPr/>
            <p:nvPr/>
          </p:nvSpPr>
          <p:spPr>
            <a:xfrm>
              <a:off x="4512289" y="2263889"/>
              <a:ext cx="3901128" cy="1122562"/>
            </a:xfrm>
            <a:prstGeom prst="roundRect">
              <a:avLst/>
            </a:prstGeom>
            <a:solidFill>
              <a:schemeClr val="bg2"/>
            </a:solidFill>
            <a:ln>
              <a:solidFill>
                <a:schemeClr val="tx1"/>
              </a:solidFill>
            </a:ln>
          </p:spPr>
          <p:style>
            <a:lnRef idx="2">
              <a:schemeClr val="accent1">
                <a:shade val="15000"/>
              </a:schemeClr>
            </a:lnRef>
            <a:fillRef idx="1001">
              <a:schemeClr val="dk2"/>
            </a:fillRef>
            <a:effectRef idx="0">
              <a:schemeClr val="accent1"/>
            </a:effectRef>
            <a:fontRef idx="minor">
              <a:schemeClr val="lt1"/>
            </a:fontRef>
          </p:style>
          <p:txBody>
            <a:bodyPr rtlCol="0" anchor="ctr"/>
            <a:lstStyle/>
            <a:p>
              <a:pPr algn="ctr"/>
              <a:endParaRPr lang="en-IT"/>
            </a:p>
          </p:txBody>
        </p:sp>
        <p:grpSp>
          <p:nvGrpSpPr>
            <p:cNvPr id="21" name="Group 20">
              <a:extLst>
                <a:ext uri="{FF2B5EF4-FFF2-40B4-BE49-F238E27FC236}">
                  <a16:creationId xmlns:a16="http://schemas.microsoft.com/office/drawing/2014/main" id="{95EED90B-0074-E11F-18FC-AFD6E4046A28}"/>
                </a:ext>
              </a:extLst>
            </p:cNvPr>
            <p:cNvGrpSpPr/>
            <p:nvPr/>
          </p:nvGrpSpPr>
          <p:grpSpPr>
            <a:xfrm>
              <a:off x="4657006" y="2482959"/>
              <a:ext cx="933293" cy="823858"/>
              <a:chOff x="1210058" y="1920449"/>
              <a:chExt cx="933293" cy="823858"/>
            </a:xfrm>
          </p:grpSpPr>
          <p:pic>
            <p:nvPicPr>
              <p:cNvPr id="28" name="Google Shape;259;p37">
                <a:extLst>
                  <a:ext uri="{FF2B5EF4-FFF2-40B4-BE49-F238E27FC236}">
                    <a16:creationId xmlns:a16="http://schemas.microsoft.com/office/drawing/2014/main" id="{9D9DB2D8-6EEB-0205-B20D-2EEFB82C46F3}"/>
                  </a:ext>
                </a:extLst>
              </p:cNvPr>
              <p:cNvPicPr preferRelativeResize="0">
                <a:picLocks noChangeAspect="1"/>
              </p:cNvPicPr>
              <p:nvPr/>
            </p:nvPicPr>
            <p:blipFill rotWithShape="1">
              <a:blip>
                <a:extLst>
                  <a:ext uri="{96DAC541-7B7A-43D3-8B79-37D633B846F1}">
                    <asvg:svgBlip xmlns:asvg="http://schemas.microsoft.com/office/drawing/2016/SVG/main" r:embed="rId5"/>
                  </a:ext>
                </a:extLst>
              </a:blip>
              <a:srcRect/>
              <a:stretch/>
            </p:blipFill>
            <p:spPr>
              <a:xfrm>
                <a:off x="1406704" y="1920449"/>
                <a:ext cx="540000" cy="520714"/>
              </a:xfrm>
              <a:prstGeom prst="rect">
                <a:avLst/>
              </a:prstGeom>
              <a:noFill/>
              <a:ln>
                <a:noFill/>
              </a:ln>
            </p:spPr>
          </p:pic>
          <p:sp>
            <p:nvSpPr>
              <p:cNvPr id="29" name="TextBox 28">
                <a:extLst>
                  <a:ext uri="{FF2B5EF4-FFF2-40B4-BE49-F238E27FC236}">
                    <a16:creationId xmlns:a16="http://schemas.microsoft.com/office/drawing/2014/main" id="{CE1B3CCE-F4DC-851F-D221-F65BBEACA18D}"/>
                  </a:ext>
                </a:extLst>
              </p:cNvPr>
              <p:cNvSpPr txBox="1"/>
              <p:nvPr/>
            </p:nvSpPr>
            <p:spPr>
              <a:xfrm>
                <a:off x="1210058" y="2450806"/>
                <a:ext cx="933293" cy="293501"/>
              </a:xfrm>
              <a:prstGeom prst="rect">
                <a:avLst/>
              </a:prstGeom>
              <a:noFill/>
            </p:spPr>
            <p:txBody>
              <a:bodyPr wrap="square">
                <a:spAutoFit/>
              </a:bodyPr>
              <a:lstStyle/>
              <a:p>
                <a:pPr algn="ctr"/>
                <a:r>
                  <a:rPr kumimoji="0" lang="en-GB" sz="1300" b="0" i="0" u="none" strike="noStrike" kern="1200" cap="none" spc="0" normalizeH="0" baseline="0" noProof="0" dirty="0" err="1">
                    <a:ln>
                      <a:noFill/>
                    </a:ln>
                    <a:solidFill>
                      <a:srgbClr val="092241"/>
                    </a:solidFill>
                    <a:effectLst/>
                    <a:uLnTx/>
                    <a:uFillTx/>
                    <a:latin typeface="Manrope"/>
                    <a:ea typeface="+mn-ea"/>
                    <a:cs typeface="+mn-cs"/>
                  </a:rPr>
                  <a:t>Debezium</a:t>
                </a:r>
                <a:endParaRPr lang="en-IT" sz="1300" dirty="0"/>
              </a:p>
            </p:txBody>
          </p:sp>
        </p:grpSp>
        <p:grpSp>
          <p:nvGrpSpPr>
            <p:cNvPr id="22" name="Group 21">
              <a:extLst>
                <a:ext uri="{FF2B5EF4-FFF2-40B4-BE49-F238E27FC236}">
                  <a16:creationId xmlns:a16="http://schemas.microsoft.com/office/drawing/2014/main" id="{D252F376-6A7F-7C71-FF50-96BF3F1B8221}"/>
                </a:ext>
              </a:extLst>
            </p:cNvPr>
            <p:cNvGrpSpPr/>
            <p:nvPr/>
          </p:nvGrpSpPr>
          <p:grpSpPr>
            <a:xfrm>
              <a:off x="7282450" y="2480239"/>
              <a:ext cx="933293" cy="826577"/>
              <a:chOff x="2047181" y="1996311"/>
              <a:chExt cx="933293" cy="826577"/>
            </a:xfrm>
          </p:grpSpPr>
          <p:pic>
            <p:nvPicPr>
              <p:cNvPr id="26" name="Picture 16">
                <a:extLst>
                  <a:ext uri="{FF2B5EF4-FFF2-40B4-BE49-F238E27FC236}">
                    <a16:creationId xmlns:a16="http://schemas.microsoft.com/office/drawing/2014/main" id="{25D67AF3-34D4-3BE8-31F3-D9084BDCDDEF}"/>
                  </a:ext>
                </a:extLst>
              </p:cNvPr>
              <p:cNvPicPr>
                <a:picLocks noChangeAspect="1" noChangeArrowheads="1"/>
              </p:cNvPicPr>
              <p:nvPr/>
            </p:nvPicPr>
            <p:blipFill>
              <a:blip>
                <a:extLst>
                  <a:ext uri="{96DAC541-7B7A-43D3-8B79-37D633B846F1}">
                    <asvg:svgBlip xmlns:asvg="http://schemas.microsoft.com/office/drawing/2016/SVG/main" r:embed="rId6"/>
                  </a:ext>
                </a:extLst>
              </a:blip>
              <a:srcRect/>
              <a:stretch/>
            </p:blipFill>
            <p:spPr bwMode="auto">
              <a:xfrm>
                <a:off x="2243828" y="1996311"/>
                <a:ext cx="540000" cy="526153"/>
              </a:xfrm>
              <a:prstGeom prst="rect">
                <a:avLst/>
              </a:prstGeom>
              <a:noFill/>
            </p:spPr>
          </p:pic>
          <p:sp>
            <p:nvSpPr>
              <p:cNvPr id="27" name="TextBox 26">
                <a:extLst>
                  <a:ext uri="{FF2B5EF4-FFF2-40B4-BE49-F238E27FC236}">
                    <a16:creationId xmlns:a16="http://schemas.microsoft.com/office/drawing/2014/main" id="{D8280F73-F4AC-5EA7-4ECC-1F9607842C2A}"/>
                  </a:ext>
                </a:extLst>
              </p:cNvPr>
              <p:cNvSpPr txBox="1"/>
              <p:nvPr/>
            </p:nvSpPr>
            <p:spPr>
              <a:xfrm>
                <a:off x="2047181" y="2529387"/>
                <a:ext cx="933293" cy="293501"/>
              </a:xfrm>
              <a:prstGeom prst="rect">
                <a:avLst/>
              </a:prstGeom>
              <a:noFill/>
            </p:spPr>
            <p:txBody>
              <a:bodyPr wrap="square">
                <a:spAutoFit/>
              </a:bodyPr>
              <a:lstStyle/>
              <a:p>
                <a:pPr algn="ctr"/>
                <a:r>
                  <a:rPr kumimoji="0" lang="en-GB" sz="1300" b="0" i="0" u="none" strike="noStrike" kern="1200" cap="none" spc="0" normalizeH="0" baseline="0" noProof="0" dirty="0">
                    <a:ln>
                      <a:noFill/>
                    </a:ln>
                    <a:solidFill>
                      <a:srgbClr val="092241"/>
                    </a:solidFill>
                    <a:effectLst/>
                    <a:uLnTx/>
                    <a:uFillTx/>
                    <a:latin typeface="Manrope"/>
                    <a:ea typeface="+mn-ea"/>
                    <a:cs typeface="+mn-cs"/>
                  </a:rPr>
                  <a:t>RabbitMQ</a:t>
                </a:r>
                <a:endParaRPr lang="en-IT" sz="1300" dirty="0"/>
              </a:p>
            </p:txBody>
          </p:sp>
        </p:grpSp>
        <p:cxnSp>
          <p:nvCxnSpPr>
            <p:cNvPr id="23" name="Straight Arrow Connector 22">
              <a:extLst>
                <a:ext uri="{FF2B5EF4-FFF2-40B4-BE49-F238E27FC236}">
                  <a16:creationId xmlns:a16="http://schemas.microsoft.com/office/drawing/2014/main" id="{19F1279F-BA52-FD47-73F9-AC119F53A310}"/>
                </a:ext>
              </a:extLst>
            </p:cNvPr>
            <p:cNvCxnSpPr>
              <a:cxnSpLocks/>
            </p:cNvCxnSpPr>
            <p:nvPr/>
          </p:nvCxnSpPr>
          <p:spPr>
            <a:xfrm>
              <a:off x="5667706" y="2800178"/>
              <a:ext cx="1590294" cy="0"/>
            </a:xfrm>
            <a:prstGeom prst="straightConnector1">
              <a:avLst/>
            </a:prstGeom>
            <a:ln w="31750" cap="rnd">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24" name="TextBox 23">
              <a:extLst>
                <a:ext uri="{FF2B5EF4-FFF2-40B4-BE49-F238E27FC236}">
                  <a16:creationId xmlns:a16="http://schemas.microsoft.com/office/drawing/2014/main" id="{C9DA1023-E857-F9F7-EF36-859984502558}"/>
                </a:ext>
              </a:extLst>
            </p:cNvPr>
            <p:cNvSpPr txBox="1"/>
            <p:nvPr/>
          </p:nvSpPr>
          <p:spPr>
            <a:xfrm>
              <a:off x="5389988" y="2500102"/>
              <a:ext cx="2089109" cy="276999"/>
            </a:xfrm>
            <a:prstGeom prst="rect">
              <a:avLst/>
            </a:prstGeom>
            <a:noFill/>
          </p:spPr>
          <p:txBody>
            <a:bodyPr wrap="square">
              <a:spAutoFit/>
            </a:bodyPr>
            <a:lstStyle/>
            <a:p>
              <a:pPr algn="ctr"/>
              <a:r>
                <a:rPr kumimoji="0" lang="en-GB" sz="1200" i="0" u="none" strike="noStrike" kern="1200" cap="none" spc="0" normalizeH="0" baseline="0" noProof="0" dirty="0">
                  <a:ln>
                    <a:noFill/>
                  </a:ln>
                  <a:solidFill>
                    <a:srgbClr val="092241"/>
                  </a:solidFill>
                  <a:effectLst/>
                  <a:uLnTx/>
                  <a:uFillTx/>
                  <a:latin typeface="Manrope"/>
                  <a:ea typeface="+mn-ea"/>
                  <a:cs typeface="+mn-cs"/>
                </a:rPr>
                <a:t>Publish </a:t>
              </a:r>
              <a:r>
                <a:rPr lang="en-GB" sz="1200" dirty="0">
                  <a:solidFill>
                    <a:srgbClr val="092241"/>
                  </a:solidFill>
                  <a:latin typeface="Manrope"/>
                </a:rPr>
                <a:t>outbox </a:t>
              </a:r>
              <a:r>
                <a:rPr kumimoji="0" lang="en-GB" sz="1200" i="0" u="none" strike="noStrike" kern="1200" cap="none" spc="0" normalizeH="0" baseline="0" noProof="0" dirty="0">
                  <a:ln>
                    <a:noFill/>
                  </a:ln>
                  <a:solidFill>
                    <a:srgbClr val="092241"/>
                  </a:solidFill>
                  <a:effectLst/>
                  <a:uLnTx/>
                  <a:uFillTx/>
                  <a:latin typeface="Manrope"/>
                  <a:ea typeface="+mn-ea"/>
                  <a:cs typeface="+mn-cs"/>
                </a:rPr>
                <a:t>event</a:t>
              </a:r>
              <a:endParaRPr lang="en-IT" sz="1200" dirty="0"/>
            </a:p>
          </p:txBody>
        </p:sp>
      </p:grpSp>
      <p:cxnSp>
        <p:nvCxnSpPr>
          <p:cNvPr id="39" name="Straight Arrow Connector 38">
            <a:extLst>
              <a:ext uri="{FF2B5EF4-FFF2-40B4-BE49-F238E27FC236}">
                <a16:creationId xmlns:a16="http://schemas.microsoft.com/office/drawing/2014/main" id="{A221AA89-DE84-E229-0108-48B5FA2E774F}"/>
              </a:ext>
            </a:extLst>
          </p:cNvPr>
          <p:cNvCxnSpPr>
            <a:cxnSpLocks/>
          </p:cNvCxnSpPr>
          <p:nvPr/>
        </p:nvCxnSpPr>
        <p:spPr>
          <a:xfrm>
            <a:off x="4061238" y="2648567"/>
            <a:ext cx="929514" cy="0"/>
          </a:xfrm>
          <a:prstGeom prst="straightConnector1">
            <a:avLst/>
          </a:prstGeom>
          <a:ln w="31750" cap="rnd">
            <a:solidFill>
              <a:schemeClr val="tx1"/>
            </a:solidFill>
            <a:prstDash val="sysDash"/>
            <a:headEnd type="triangle"/>
            <a:tailEnd type="triangle"/>
          </a:ln>
        </p:spPr>
        <p:style>
          <a:lnRef idx="1">
            <a:schemeClr val="accent1"/>
          </a:lnRef>
          <a:fillRef idx="0">
            <a:schemeClr val="accent1"/>
          </a:fillRef>
          <a:effectRef idx="0">
            <a:schemeClr val="accent1"/>
          </a:effectRef>
          <a:fontRef idx="minor">
            <a:schemeClr val="tx1"/>
          </a:fontRef>
        </p:style>
      </p:cxnSp>
      <p:sp>
        <p:nvSpPr>
          <p:cNvPr id="2" name="Rectangle 1">
            <a:extLst>
              <a:ext uri="{FF2B5EF4-FFF2-40B4-BE49-F238E27FC236}">
                <a16:creationId xmlns:a16="http://schemas.microsoft.com/office/drawing/2014/main" id="{A66C30BA-89AC-D16A-FBF8-B15627103EE4}"/>
              </a:ext>
            </a:extLst>
          </p:cNvPr>
          <p:cNvSpPr/>
          <p:nvPr/>
        </p:nvSpPr>
        <p:spPr>
          <a:xfrm>
            <a:off x="468847" y="1564977"/>
            <a:ext cx="7199648" cy="466473"/>
          </a:xfrm>
          <a:prstGeom prst="rect">
            <a:avLst/>
          </a:prstGeom>
          <a:noFill/>
          <a:ln w="0">
            <a:noFill/>
          </a:ln>
        </p:spPr>
        <p:style>
          <a:lnRef idx="0">
            <a:scrgbClr r="0" g="0" b="0"/>
          </a:lnRef>
          <a:fillRef idx="0">
            <a:scrgbClr r="0" g="0" b="0"/>
          </a:fillRef>
          <a:effectRef idx="0">
            <a:scrgbClr r="0" g="0" b="0"/>
          </a:effectRef>
          <a:fontRef idx="minor"/>
        </p:style>
        <p:txBody>
          <a:bodyPr anchor="t">
            <a:noAutofit/>
          </a:bodyPr>
          <a:lstStyle/>
          <a:p>
            <a:pPr defTabSz="914400">
              <a:lnSpc>
                <a:spcPct val="150000"/>
              </a:lnSpc>
              <a:tabLst>
                <a:tab pos="0" algn="l"/>
              </a:tabLst>
            </a:pPr>
            <a:r>
              <a:rPr lang="en-US" sz="1600" b="1" dirty="0">
                <a:solidFill>
                  <a:schemeClr val="dk1"/>
                </a:solidFill>
                <a:latin typeface="Manrope"/>
              </a:rPr>
              <a:t>With Outbox Pattern</a:t>
            </a:r>
          </a:p>
        </p:txBody>
      </p:sp>
    </p:spTree>
    <p:extLst>
      <p:ext uri="{BB962C8B-B14F-4D97-AF65-F5344CB8AC3E}">
        <p14:creationId xmlns:p14="http://schemas.microsoft.com/office/powerpoint/2010/main" val="2562191857"/>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A28780F-7958-A51E-408A-63F59CA748BF}"/>
            </a:ext>
          </a:extLst>
        </p:cNvPr>
        <p:cNvGrpSpPr/>
        <p:nvPr/>
      </p:nvGrpSpPr>
      <p:grpSpPr>
        <a:xfrm>
          <a:off x="0" y="0"/>
          <a:ext cx="0" cy="0"/>
          <a:chOff x="0" y="0"/>
          <a:chExt cx="0" cy="0"/>
        </a:xfrm>
      </p:grpSpPr>
      <p:sp>
        <p:nvSpPr>
          <p:cNvPr id="28" name="Rounded Rectangle 27">
            <a:extLst>
              <a:ext uri="{FF2B5EF4-FFF2-40B4-BE49-F238E27FC236}">
                <a16:creationId xmlns:a16="http://schemas.microsoft.com/office/drawing/2014/main" id="{3C36552F-E2C4-0CFD-F658-C4DF191FF668}"/>
              </a:ext>
            </a:extLst>
          </p:cNvPr>
          <p:cNvSpPr/>
          <p:nvPr/>
        </p:nvSpPr>
        <p:spPr>
          <a:xfrm>
            <a:off x="1483692" y="2544620"/>
            <a:ext cx="5577506" cy="1122562"/>
          </a:xfrm>
          <a:prstGeom prst="roundRect">
            <a:avLst/>
          </a:prstGeom>
          <a:solidFill>
            <a:schemeClr val="bg2"/>
          </a:solidFill>
          <a:ln>
            <a:solidFill>
              <a:schemeClr val="tx1"/>
            </a:solidFill>
          </a:ln>
        </p:spPr>
        <p:style>
          <a:lnRef idx="2">
            <a:schemeClr val="accent1">
              <a:shade val="15000"/>
            </a:schemeClr>
          </a:lnRef>
          <a:fillRef idx="1001">
            <a:schemeClr val="dk2"/>
          </a:fillRef>
          <a:effectRef idx="0">
            <a:schemeClr val="accent1"/>
          </a:effectRef>
          <a:fontRef idx="minor">
            <a:schemeClr val="lt1"/>
          </a:fontRef>
        </p:style>
        <p:txBody>
          <a:bodyPr rtlCol="0" anchor="ctr"/>
          <a:lstStyle/>
          <a:p>
            <a:pPr algn="ctr"/>
            <a:endParaRPr lang="en-IT"/>
          </a:p>
        </p:txBody>
      </p:sp>
      <p:sp>
        <p:nvSpPr>
          <p:cNvPr id="29" name="Rounded Rectangle 28">
            <a:extLst>
              <a:ext uri="{FF2B5EF4-FFF2-40B4-BE49-F238E27FC236}">
                <a16:creationId xmlns:a16="http://schemas.microsoft.com/office/drawing/2014/main" id="{F4FBA616-CE40-3E56-347D-66BB39CBC839}"/>
              </a:ext>
            </a:extLst>
          </p:cNvPr>
          <p:cNvSpPr/>
          <p:nvPr/>
        </p:nvSpPr>
        <p:spPr>
          <a:xfrm>
            <a:off x="1483692" y="3930583"/>
            <a:ext cx="5577505" cy="1122562"/>
          </a:xfrm>
          <a:prstGeom prst="roundRect">
            <a:avLst/>
          </a:prstGeom>
          <a:solidFill>
            <a:schemeClr val="tx2"/>
          </a:solidFill>
          <a:ln>
            <a:solidFill>
              <a:schemeClr val="tx1"/>
            </a:solidFill>
          </a:ln>
        </p:spPr>
        <p:style>
          <a:lnRef idx="2">
            <a:schemeClr val="accent1">
              <a:shade val="15000"/>
            </a:schemeClr>
          </a:lnRef>
          <a:fillRef idx="1001">
            <a:schemeClr val="dk2"/>
          </a:fillRef>
          <a:effectRef idx="0">
            <a:schemeClr val="accent1"/>
          </a:effectRef>
          <a:fontRef idx="minor">
            <a:schemeClr val="lt1"/>
          </a:fontRef>
        </p:style>
        <p:txBody>
          <a:bodyPr rtlCol="0" anchor="ctr"/>
          <a:lstStyle/>
          <a:p>
            <a:pPr algn="ctr"/>
            <a:endParaRPr lang="en-IT"/>
          </a:p>
        </p:txBody>
      </p:sp>
      <p:sp>
        <p:nvSpPr>
          <p:cNvPr id="23" name="Rounded Rectangle 22">
            <a:extLst>
              <a:ext uri="{FF2B5EF4-FFF2-40B4-BE49-F238E27FC236}">
                <a16:creationId xmlns:a16="http://schemas.microsoft.com/office/drawing/2014/main" id="{9442C99F-91AB-96BD-C2D9-27E239C2E796}"/>
              </a:ext>
            </a:extLst>
          </p:cNvPr>
          <p:cNvSpPr/>
          <p:nvPr/>
        </p:nvSpPr>
        <p:spPr>
          <a:xfrm>
            <a:off x="1483692" y="1154220"/>
            <a:ext cx="5577507" cy="1122562"/>
          </a:xfrm>
          <a:prstGeom prst="roundRect">
            <a:avLst/>
          </a:prstGeom>
          <a:solidFill>
            <a:schemeClr val="tx2"/>
          </a:solidFill>
          <a:ln>
            <a:solidFill>
              <a:schemeClr val="tx1"/>
            </a:solidFill>
          </a:ln>
        </p:spPr>
        <p:style>
          <a:lnRef idx="2">
            <a:schemeClr val="accent1">
              <a:shade val="15000"/>
            </a:schemeClr>
          </a:lnRef>
          <a:fillRef idx="1001">
            <a:schemeClr val="dk2"/>
          </a:fillRef>
          <a:effectRef idx="0">
            <a:schemeClr val="accent1"/>
          </a:effectRef>
          <a:fontRef idx="minor">
            <a:schemeClr val="lt1"/>
          </a:fontRef>
        </p:style>
        <p:txBody>
          <a:bodyPr rtlCol="0" anchor="t"/>
          <a:lstStyle/>
          <a:p>
            <a:pPr algn="ctr"/>
            <a:endParaRPr lang="en-IT" dirty="0"/>
          </a:p>
        </p:txBody>
      </p:sp>
      <p:sp>
        <p:nvSpPr>
          <p:cNvPr id="407" name="Rectangle 406">
            <a:extLst>
              <a:ext uri="{FF2B5EF4-FFF2-40B4-BE49-F238E27FC236}">
                <a16:creationId xmlns:a16="http://schemas.microsoft.com/office/drawing/2014/main" id="{84564ABA-47C3-8047-F146-6023E339A6B6}"/>
              </a:ext>
            </a:extLst>
          </p:cNvPr>
          <p:cNvSpPr/>
          <p:nvPr/>
        </p:nvSpPr>
        <p:spPr>
          <a:xfrm>
            <a:off x="476280" y="476460"/>
            <a:ext cx="8191080" cy="466473"/>
          </a:xfrm>
          <a:prstGeom prst="rect">
            <a:avLst/>
          </a:prstGeom>
          <a:noFill/>
          <a:ln w="0">
            <a:noFill/>
          </a:ln>
        </p:spPr>
        <p:style>
          <a:lnRef idx="0">
            <a:scrgbClr r="0" g="0" b="0"/>
          </a:lnRef>
          <a:fillRef idx="0">
            <a:scrgbClr r="0" g="0" b="0"/>
          </a:fillRef>
          <a:effectRef idx="0">
            <a:scrgbClr r="0" g="0" b="0"/>
          </a:effectRef>
          <a:fontRef idx="minor"/>
        </p:style>
        <p:txBody>
          <a:bodyPr anchor="t">
            <a:normAutofit/>
          </a:bodyPr>
          <a:lstStyle/>
          <a:p>
            <a:pPr defTabSz="914400">
              <a:lnSpc>
                <a:spcPct val="100000"/>
              </a:lnSpc>
              <a:tabLst>
                <a:tab pos="0" algn="l"/>
              </a:tabLst>
            </a:pPr>
            <a:r>
              <a:rPr lang="en-US" sz="2400" b="1" u="none" strike="noStrike" dirty="0">
                <a:solidFill>
                  <a:schemeClr val="dk1"/>
                </a:solidFill>
                <a:effectLst/>
                <a:uFillTx/>
                <a:latin typeface="Archivo Black"/>
              </a:rPr>
              <a:t>Continuous Integration / Continuous Delivery</a:t>
            </a:r>
            <a:endParaRPr lang="en-US" sz="2400" b="1" u="none" strike="noStrike" dirty="0">
              <a:solidFill>
                <a:srgbClr val="000000"/>
              </a:solidFill>
              <a:effectLst/>
              <a:uFillTx/>
              <a:latin typeface="OpenSymbol"/>
            </a:endParaRPr>
          </a:p>
        </p:txBody>
      </p:sp>
      <p:sp>
        <p:nvSpPr>
          <p:cNvPr id="3" name="Rectangle 2">
            <a:extLst>
              <a:ext uri="{FF2B5EF4-FFF2-40B4-BE49-F238E27FC236}">
                <a16:creationId xmlns:a16="http://schemas.microsoft.com/office/drawing/2014/main" id="{59685281-52D2-CDBD-FFEB-787E8ECEA033}"/>
              </a:ext>
            </a:extLst>
          </p:cNvPr>
          <p:cNvSpPr/>
          <p:nvPr/>
        </p:nvSpPr>
        <p:spPr>
          <a:xfrm>
            <a:off x="118108" y="529696"/>
            <a:ext cx="180000" cy="360000"/>
          </a:xfrm>
          <a:prstGeom prst="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lang="en-IT"/>
          </a:p>
        </p:txBody>
      </p:sp>
      <p:grpSp>
        <p:nvGrpSpPr>
          <p:cNvPr id="11" name="Group 10">
            <a:extLst>
              <a:ext uri="{FF2B5EF4-FFF2-40B4-BE49-F238E27FC236}">
                <a16:creationId xmlns:a16="http://schemas.microsoft.com/office/drawing/2014/main" id="{6D76DE80-3B08-8AC6-3EE9-FE887BADDE22}"/>
              </a:ext>
            </a:extLst>
          </p:cNvPr>
          <p:cNvGrpSpPr>
            <a:grpSpLocks noChangeAspect="1"/>
          </p:cNvGrpSpPr>
          <p:nvPr/>
        </p:nvGrpSpPr>
        <p:grpSpPr>
          <a:xfrm>
            <a:off x="1660857" y="2870872"/>
            <a:ext cx="843886" cy="677059"/>
            <a:chOff x="1643321" y="2641304"/>
            <a:chExt cx="1377506" cy="1105188"/>
          </a:xfrm>
        </p:grpSpPr>
        <p:pic>
          <p:nvPicPr>
            <p:cNvPr id="7" name="Picture 6">
              <a:extLst>
                <a:ext uri="{FF2B5EF4-FFF2-40B4-BE49-F238E27FC236}">
                  <a16:creationId xmlns:a16="http://schemas.microsoft.com/office/drawing/2014/main" id="{AB93AB56-AE8B-37AD-2467-31283F7398BF}"/>
                </a:ext>
              </a:extLst>
            </p:cNvPr>
            <p:cNvPicPr>
              <a:picLocks noChangeAspect="1"/>
            </p:cNvPicPr>
            <p:nvPr/>
          </p:nvPicPr>
          <p:blipFill>
            <a:blip r:embed="rId3"/>
            <a:stretch>
              <a:fillRect/>
            </a:stretch>
          </p:blipFill>
          <p:spPr>
            <a:xfrm>
              <a:off x="1925674" y="2641304"/>
              <a:ext cx="812800" cy="812800"/>
            </a:xfrm>
            <a:prstGeom prst="rect">
              <a:avLst/>
            </a:prstGeom>
          </p:spPr>
        </p:pic>
        <p:sp>
          <p:nvSpPr>
            <p:cNvPr id="10" name="TextBox 9">
              <a:extLst>
                <a:ext uri="{FF2B5EF4-FFF2-40B4-BE49-F238E27FC236}">
                  <a16:creationId xmlns:a16="http://schemas.microsoft.com/office/drawing/2014/main" id="{B29D5F27-2C55-80E6-F33F-C2AC5C7EBE63}"/>
                </a:ext>
              </a:extLst>
            </p:cNvPr>
            <p:cNvSpPr txBox="1"/>
            <p:nvPr/>
          </p:nvSpPr>
          <p:spPr>
            <a:xfrm>
              <a:off x="1643321" y="3454104"/>
              <a:ext cx="1377506" cy="292388"/>
            </a:xfrm>
            <a:prstGeom prst="rect">
              <a:avLst/>
            </a:prstGeom>
            <a:noFill/>
          </p:spPr>
          <p:txBody>
            <a:bodyPr wrap="square">
              <a:spAutoFit/>
            </a:bodyPr>
            <a:lstStyle/>
            <a:p>
              <a:pPr algn="ctr"/>
              <a:r>
                <a:rPr kumimoji="0" lang="en-GB" sz="1300" b="0" i="0" u="none" strike="noStrike" kern="1200" cap="none" spc="0" normalizeH="0" baseline="0" noProof="0" dirty="0">
                  <a:ln>
                    <a:noFill/>
                  </a:ln>
                  <a:solidFill>
                    <a:srgbClr val="092241"/>
                  </a:solidFill>
                  <a:effectLst/>
                  <a:uLnTx/>
                  <a:uFillTx/>
                  <a:latin typeface="Manrope"/>
                  <a:ea typeface="+mn-ea"/>
                  <a:cs typeface="+mn-cs"/>
                </a:rPr>
                <a:t>Jenkins</a:t>
              </a:r>
              <a:endParaRPr lang="en-IT" sz="1300" dirty="0"/>
            </a:p>
          </p:txBody>
        </p:sp>
      </p:grpSp>
      <p:grpSp>
        <p:nvGrpSpPr>
          <p:cNvPr id="36" name="Group 35">
            <a:extLst>
              <a:ext uri="{FF2B5EF4-FFF2-40B4-BE49-F238E27FC236}">
                <a16:creationId xmlns:a16="http://schemas.microsoft.com/office/drawing/2014/main" id="{EAEF0D86-44F1-505C-F0BD-CB9CDE6CCD14}"/>
              </a:ext>
            </a:extLst>
          </p:cNvPr>
          <p:cNvGrpSpPr/>
          <p:nvPr/>
        </p:nvGrpSpPr>
        <p:grpSpPr>
          <a:xfrm>
            <a:off x="3843118" y="2818287"/>
            <a:ext cx="811058" cy="772274"/>
            <a:chOff x="3800779" y="2755600"/>
            <a:chExt cx="811058" cy="772274"/>
          </a:xfrm>
        </p:grpSpPr>
        <p:pic>
          <p:nvPicPr>
            <p:cNvPr id="12" name="Picture 11">
              <a:extLst>
                <a:ext uri="{FF2B5EF4-FFF2-40B4-BE49-F238E27FC236}">
                  <a16:creationId xmlns:a16="http://schemas.microsoft.com/office/drawing/2014/main" id="{F3A3BB92-21E5-F255-E509-3CBD8AA02DF1}"/>
                </a:ext>
              </a:extLst>
            </p:cNvPr>
            <p:cNvPicPr>
              <a:picLocks noChangeAspect="1"/>
            </p:cNvPicPr>
            <p:nvPr/>
          </p:nvPicPr>
          <p:blipFill>
            <a:blip r:embed="rId4"/>
            <a:stretch>
              <a:fillRect/>
            </a:stretch>
          </p:blipFill>
          <p:spPr>
            <a:xfrm>
              <a:off x="3984438" y="2755600"/>
              <a:ext cx="567961" cy="567962"/>
            </a:xfrm>
            <a:prstGeom prst="rect">
              <a:avLst/>
            </a:prstGeom>
          </p:spPr>
        </p:pic>
        <p:sp>
          <p:nvSpPr>
            <p:cNvPr id="14" name="TextBox 13">
              <a:extLst>
                <a:ext uri="{FF2B5EF4-FFF2-40B4-BE49-F238E27FC236}">
                  <a16:creationId xmlns:a16="http://schemas.microsoft.com/office/drawing/2014/main" id="{6160A3A1-F9FA-979F-0F33-FF2468750673}"/>
                </a:ext>
              </a:extLst>
            </p:cNvPr>
            <p:cNvSpPr txBox="1"/>
            <p:nvPr/>
          </p:nvSpPr>
          <p:spPr>
            <a:xfrm>
              <a:off x="3800779" y="3323562"/>
              <a:ext cx="811058" cy="204312"/>
            </a:xfrm>
            <a:prstGeom prst="rect">
              <a:avLst/>
            </a:prstGeom>
            <a:noFill/>
          </p:spPr>
          <p:txBody>
            <a:bodyPr wrap="square">
              <a:spAutoFit/>
            </a:bodyPr>
            <a:lstStyle/>
            <a:p>
              <a:pPr algn="ctr"/>
              <a:r>
                <a:rPr kumimoji="0" lang="en-GB" sz="1300" b="0" i="0" u="none" strike="noStrike" kern="1200" cap="none" spc="0" normalizeH="0" baseline="0" noProof="0" dirty="0">
                  <a:ln>
                    <a:noFill/>
                  </a:ln>
                  <a:solidFill>
                    <a:srgbClr val="092241"/>
                  </a:solidFill>
                  <a:effectLst/>
                  <a:uLnTx/>
                  <a:uFillTx/>
                  <a:latin typeface="Manrope"/>
                  <a:ea typeface="+mn-ea"/>
                  <a:cs typeface="+mn-cs"/>
                </a:rPr>
                <a:t>Maven</a:t>
              </a:r>
              <a:endParaRPr lang="en-IT" sz="1300" dirty="0"/>
            </a:p>
          </p:txBody>
        </p:sp>
      </p:grpSp>
      <p:grpSp>
        <p:nvGrpSpPr>
          <p:cNvPr id="19" name="Group 18">
            <a:extLst>
              <a:ext uri="{FF2B5EF4-FFF2-40B4-BE49-F238E27FC236}">
                <a16:creationId xmlns:a16="http://schemas.microsoft.com/office/drawing/2014/main" id="{57D50F4A-CFFB-D5BF-0DA9-7904747D6818}"/>
              </a:ext>
            </a:extLst>
          </p:cNvPr>
          <p:cNvGrpSpPr>
            <a:grpSpLocks noChangeAspect="1"/>
          </p:cNvGrpSpPr>
          <p:nvPr/>
        </p:nvGrpSpPr>
        <p:grpSpPr>
          <a:xfrm>
            <a:off x="5683044" y="1393321"/>
            <a:ext cx="807002" cy="780183"/>
            <a:chOff x="5330896" y="1712038"/>
            <a:chExt cx="1160692" cy="1122119"/>
          </a:xfrm>
        </p:grpSpPr>
        <p:sp>
          <p:nvSpPr>
            <p:cNvPr id="17" name="TextBox 16">
              <a:extLst>
                <a:ext uri="{FF2B5EF4-FFF2-40B4-BE49-F238E27FC236}">
                  <a16:creationId xmlns:a16="http://schemas.microsoft.com/office/drawing/2014/main" id="{F0815AE0-65C4-2F9F-9DE9-8C554E95EE03}"/>
                </a:ext>
              </a:extLst>
            </p:cNvPr>
            <p:cNvSpPr txBox="1"/>
            <p:nvPr/>
          </p:nvSpPr>
          <p:spPr>
            <a:xfrm>
              <a:off x="5330896" y="2541769"/>
              <a:ext cx="1160692" cy="292388"/>
            </a:xfrm>
            <a:prstGeom prst="rect">
              <a:avLst/>
            </a:prstGeom>
            <a:noFill/>
          </p:spPr>
          <p:txBody>
            <a:bodyPr wrap="square">
              <a:spAutoFit/>
            </a:bodyPr>
            <a:lstStyle/>
            <a:p>
              <a:pPr algn="ctr"/>
              <a:r>
                <a:rPr kumimoji="0" lang="en-GB" sz="1300" b="0" i="0" u="none" strike="noStrike" kern="1200" cap="none" spc="0" normalizeH="0" baseline="0" noProof="0" dirty="0">
                  <a:ln>
                    <a:noFill/>
                  </a:ln>
                  <a:solidFill>
                    <a:srgbClr val="092241"/>
                  </a:solidFill>
                  <a:effectLst/>
                  <a:uLnTx/>
                  <a:uFillTx/>
                  <a:latin typeface="Manrope"/>
                  <a:ea typeface="+mn-ea"/>
                  <a:cs typeface="+mn-cs"/>
                </a:rPr>
                <a:t>Gitlab</a:t>
              </a:r>
              <a:endParaRPr lang="en-IT" sz="1300" dirty="0"/>
            </a:p>
          </p:txBody>
        </p:sp>
        <p:pic>
          <p:nvPicPr>
            <p:cNvPr id="18" name="Picture 17">
              <a:extLst>
                <a:ext uri="{FF2B5EF4-FFF2-40B4-BE49-F238E27FC236}">
                  <a16:creationId xmlns:a16="http://schemas.microsoft.com/office/drawing/2014/main" id="{58504592-13D3-4589-B39B-1ADD53123EE6}"/>
                </a:ext>
              </a:extLst>
            </p:cNvPr>
            <p:cNvPicPr>
              <a:picLocks noChangeAspect="1"/>
            </p:cNvPicPr>
            <p:nvPr/>
          </p:nvPicPr>
          <p:blipFill>
            <a:blip r:embed="rId5"/>
            <a:stretch>
              <a:fillRect/>
            </a:stretch>
          </p:blipFill>
          <p:spPr>
            <a:xfrm>
              <a:off x="5468696" y="1712038"/>
              <a:ext cx="885091" cy="885091"/>
            </a:xfrm>
            <a:prstGeom prst="rect">
              <a:avLst/>
            </a:prstGeom>
          </p:spPr>
        </p:pic>
      </p:grpSp>
      <p:grpSp>
        <p:nvGrpSpPr>
          <p:cNvPr id="22" name="Group 21">
            <a:extLst>
              <a:ext uri="{FF2B5EF4-FFF2-40B4-BE49-F238E27FC236}">
                <a16:creationId xmlns:a16="http://schemas.microsoft.com/office/drawing/2014/main" id="{AC10081E-6D09-71B0-2E39-DB2E46F902A0}"/>
              </a:ext>
            </a:extLst>
          </p:cNvPr>
          <p:cNvGrpSpPr>
            <a:grpSpLocks noChangeAspect="1"/>
          </p:cNvGrpSpPr>
          <p:nvPr/>
        </p:nvGrpSpPr>
        <p:grpSpPr>
          <a:xfrm>
            <a:off x="5971879" y="2821619"/>
            <a:ext cx="974279" cy="804975"/>
            <a:chOff x="989728" y="1625940"/>
            <a:chExt cx="1160692" cy="958994"/>
          </a:xfrm>
        </p:grpSpPr>
        <p:pic>
          <p:nvPicPr>
            <p:cNvPr id="20" name="Picture 19">
              <a:extLst>
                <a:ext uri="{FF2B5EF4-FFF2-40B4-BE49-F238E27FC236}">
                  <a16:creationId xmlns:a16="http://schemas.microsoft.com/office/drawing/2014/main" id="{44B8FC92-C677-9FDC-151F-1938E7C8484B}"/>
                </a:ext>
              </a:extLst>
            </p:cNvPr>
            <p:cNvPicPr>
              <a:picLocks noChangeAspect="1"/>
            </p:cNvPicPr>
            <p:nvPr/>
          </p:nvPicPr>
          <p:blipFill>
            <a:blip r:embed="rId6"/>
            <a:stretch>
              <a:fillRect/>
            </a:stretch>
          </p:blipFill>
          <p:spPr>
            <a:xfrm>
              <a:off x="1163674" y="1625940"/>
              <a:ext cx="812800" cy="812800"/>
            </a:xfrm>
            <a:prstGeom prst="rect">
              <a:avLst/>
            </a:prstGeom>
          </p:spPr>
        </p:pic>
        <p:sp>
          <p:nvSpPr>
            <p:cNvPr id="21" name="TextBox 20">
              <a:extLst>
                <a:ext uri="{FF2B5EF4-FFF2-40B4-BE49-F238E27FC236}">
                  <a16:creationId xmlns:a16="http://schemas.microsoft.com/office/drawing/2014/main" id="{4716DB00-01ED-0CCB-63B8-1E25D077E488}"/>
                </a:ext>
              </a:extLst>
            </p:cNvPr>
            <p:cNvSpPr txBox="1"/>
            <p:nvPr/>
          </p:nvSpPr>
          <p:spPr>
            <a:xfrm>
              <a:off x="989728" y="2292546"/>
              <a:ext cx="1160692" cy="292388"/>
            </a:xfrm>
            <a:prstGeom prst="rect">
              <a:avLst/>
            </a:prstGeom>
            <a:noFill/>
          </p:spPr>
          <p:txBody>
            <a:bodyPr wrap="square">
              <a:spAutoFit/>
            </a:bodyPr>
            <a:lstStyle/>
            <a:p>
              <a:pPr algn="ctr"/>
              <a:r>
                <a:rPr kumimoji="0" lang="en-GB" sz="1300" b="0" i="0" u="none" strike="noStrike" kern="1200" cap="none" spc="0" normalizeH="0" baseline="0" noProof="0" dirty="0">
                  <a:ln>
                    <a:noFill/>
                  </a:ln>
                  <a:solidFill>
                    <a:srgbClr val="092241"/>
                  </a:solidFill>
                  <a:effectLst/>
                  <a:uLnTx/>
                  <a:uFillTx/>
                  <a:latin typeface="Manrope"/>
                  <a:ea typeface="+mn-ea"/>
                  <a:cs typeface="+mn-cs"/>
                </a:rPr>
                <a:t>Docker</a:t>
              </a:r>
              <a:endParaRPr lang="en-IT" sz="1300" dirty="0"/>
            </a:p>
          </p:txBody>
        </p:sp>
      </p:grpSp>
      <p:grpSp>
        <p:nvGrpSpPr>
          <p:cNvPr id="25" name="Group 24">
            <a:extLst>
              <a:ext uri="{FF2B5EF4-FFF2-40B4-BE49-F238E27FC236}">
                <a16:creationId xmlns:a16="http://schemas.microsoft.com/office/drawing/2014/main" id="{C21C9F7B-70F9-DF14-AD7F-C6650229B42D}"/>
              </a:ext>
            </a:extLst>
          </p:cNvPr>
          <p:cNvGrpSpPr>
            <a:grpSpLocks noChangeAspect="1"/>
          </p:cNvGrpSpPr>
          <p:nvPr/>
        </p:nvGrpSpPr>
        <p:grpSpPr>
          <a:xfrm>
            <a:off x="1917117" y="1340869"/>
            <a:ext cx="933293" cy="944733"/>
            <a:chOff x="5543181" y="2348165"/>
            <a:chExt cx="929755" cy="941152"/>
          </a:xfrm>
        </p:grpSpPr>
        <p:pic>
          <p:nvPicPr>
            <p:cNvPr id="17410" name="Picture 2" descr="Programming Vector Programmer Icon - Software Developer Icon Png -  (512x512) Png Clipart Download">
              <a:extLst>
                <a:ext uri="{FF2B5EF4-FFF2-40B4-BE49-F238E27FC236}">
                  <a16:creationId xmlns:a16="http://schemas.microsoft.com/office/drawing/2014/main" id="{01A3B7F6-BB93-0BCC-F819-D4C19F7968BB}"/>
                </a:ext>
              </a:extLst>
            </p:cNvPr>
            <p:cNvPicPr>
              <a:picLocks noChangeAspect="1" noChangeArrowheads="1"/>
            </p:cNvPicPr>
            <p:nvPr/>
          </p:nvPicPr>
          <p:blipFill>
            <a:blip r:embed="rId7">
              <a:extLst>
                <a:ext uri="{BEBA8EAE-BF5A-486C-A8C5-ECC9F3942E4B}">
                  <a14:imgProps xmlns:a14="http://schemas.microsoft.com/office/drawing/2010/main">
                    <a14:imgLayer r:embed="rId8">
                      <a14:imgEffect>
                        <a14:backgroundRemoval t="10000" b="90000" l="10000" r="90000">
                          <a14:foregroundMark x1="26172" y1="87109" x2="74805" y2="87891"/>
                          <a14:backgroundMark x1="23633" y1="53906" x2="25781" y2="51563"/>
                          <a14:backgroundMark x1="25781" y1="53906" x2="28125" y2="46680"/>
                          <a14:backgroundMark x1="34961" y1="42773" x2="37891" y2="41797"/>
                          <a14:backgroundMark x1="58398" y1="39453" x2="61523" y2="37109"/>
                          <a14:backgroundMark x1="28516" y1="46289" x2="34180" y2="41797"/>
                          <a14:backgroundMark x1="28125" y1="46289" x2="32617" y2="40625"/>
                          <a14:backgroundMark x1="30859" y1="43555" x2="34180" y2="42773"/>
                          <a14:backgroundMark x1="28125" y1="47070" x2="35352" y2="40234"/>
                          <a14:backgroundMark x1="26172" y1="83398" x2="26172" y2="83398"/>
                          <a14:backgroundMark x1="26563" y1="84180" x2="26563" y2="84180"/>
                          <a14:backgroundMark x1="27734" y1="84180" x2="27734" y2="84180"/>
                          <a14:backgroundMark x1="28516" y1="84180" x2="28516" y2="84180"/>
                          <a14:backgroundMark x1="28516" y1="84180" x2="28516" y2="84180"/>
                          <a14:backgroundMark x1="30078" y1="84180" x2="30078" y2="84180"/>
                          <a14:backgroundMark x1="31250" y1="83789" x2="31250" y2="83789"/>
                          <a14:backgroundMark x1="31836" y1="83789" x2="31836" y2="83789"/>
                          <a14:backgroundMark x1="33398" y1="84180" x2="33398" y2="84180"/>
                          <a14:backgroundMark x1="33789" y1="84180" x2="33789" y2="84180"/>
                          <a14:backgroundMark x1="34961" y1="84180" x2="34961" y2="84180"/>
                          <a14:backgroundMark x1="36133" y1="84180" x2="36133" y2="84180"/>
                          <a14:backgroundMark x1="37695" y1="84180" x2="37695" y2="84180"/>
                          <a14:backgroundMark x1="38281" y1="84180" x2="38281" y2="84180"/>
                          <a14:backgroundMark x1="39453" y1="84180" x2="39453" y2="84180"/>
                          <a14:backgroundMark x1="40234" y1="84180" x2="40234" y2="84180"/>
                          <a14:backgroundMark x1="41406" y1="84180" x2="41406" y2="84180"/>
                          <a14:backgroundMark x1="38281" y1="83398" x2="38281" y2="83398"/>
                          <a14:backgroundMark x1="37305" y1="83398" x2="37305" y2="83398"/>
                          <a14:backgroundMark x1="62305" y1="84180" x2="62305" y2="84180"/>
                          <a14:backgroundMark x1="66016" y1="84570" x2="66016" y2="84570"/>
                          <a14:backgroundMark x1="67188" y1="84180" x2="67188" y2="84180"/>
                          <a14:backgroundMark x1="67969" y1="84180" x2="67969" y2="84180"/>
                          <a14:backgroundMark x1="69531" y1="84180" x2="69531" y2="84180"/>
                          <a14:backgroundMark x1="70508" y1="84180" x2="70508" y2="84180"/>
                          <a14:backgroundMark x1="71289" y1="84180" x2="71289" y2="84180"/>
                          <a14:backgroundMark x1="72070" y1="84180" x2="72070" y2="84180"/>
                          <a14:backgroundMark x1="73242" y1="84180" x2="73242" y2="84180"/>
                          <a14:backgroundMark x1="73633" y1="84180" x2="73633" y2="84180"/>
                          <a14:backgroundMark x1="74414" y1="84180" x2="74414" y2="84180"/>
                          <a14:backgroundMark x1="76172" y1="84180" x2="76172" y2="84180"/>
                          <a14:backgroundMark x1="76563" y1="84180" x2="76563" y2="84180"/>
                          <a14:backgroundMark x1="83398" y1="67188" x2="83398" y2="67188"/>
                          <a14:backgroundMark x1="49414" y1="84180" x2="49414" y2="84180"/>
                          <a14:backgroundMark x1="51563" y1="84180" x2="51563" y2="84180"/>
                          <a14:backgroundMark x1="53125" y1="84570" x2="53125" y2="84570"/>
                          <a14:backgroundMark x1="53516" y1="83789" x2="53516" y2="83789"/>
                          <a14:backgroundMark x1="55469" y1="84180" x2="55469" y2="84180"/>
                          <a14:backgroundMark x1="44141" y1="82617" x2="44141" y2="82617"/>
                          <a14:backgroundMark x1="44336" y1="84570" x2="44336" y2="84570"/>
                          <a14:backgroundMark x1="45898" y1="84180" x2="45898" y2="84180"/>
                          <a14:backgroundMark x1="46289" y1="84180" x2="46289" y2="84180"/>
                          <a14:backgroundMark x1="47070" y1="84180" x2="47070" y2="84180"/>
                          <a14:backgroundMark x1="47852" y1="83789" x2="47852" y2="83789"/>
                          <a14:backgroundMark x1="44336" y1="84180" x2="44336" y2="84180"/>
                          <a14:backgroundMark x1="43750" y1="84180" x2="43750" y2="84180"/>
                          <a14:backgroundMark x1="42578" y1="84180" x2="42578" y2="84180"/>
                          <a14:backgroundMark x1="58008" y1="84180" x2="58008" y2="84180"/>
                          <a14:backgroundMark x1="57227" y1="84180" x2="57227" y2="84180"/>
                          <a14:backgroundMark x1="56836" y1="84180" x2="56836" y2="84180"/>
                          <a14:backgroundMark x1="56836" y1="84180" x2="56836" y2="84180"/>
                          <a14:backgroundMark x1="58008" y1="84570" x2="58008" y2="84570"/>
                          <a14:backgroundMark x1="59180" y1="84570" x2="59180" y2="84570"/>
                          <a14:backgroundMark x1="59961" y1="84180" x2="59961" y2="84180"/>
                          <a14:backgroundMark x1="60742" y1="84180" x2="60742" y2="84180"/>
                          <a14:backgroundMark x1="61523" y1="84180" x2="61523" y2="84180"/>
                          <a14:backgroundMark x1="61523" y1="84180" x2="61523" y2="84180"/>
                          <a14:backgroundMark x1="62305" y1="84180" x2="62305" y2="84180"/>
                          <a14:backgroundMark x1="63086" y1="84180" x2="63086" y2="84180"/>
                          <a14:backgroundMark x1="63281" y1="84180" x2="63281" y2="84180"/>
                          <a14:backgroundMark x1="63281" y1="84180" x2="63281" y2="84180"/>
                          <a14:backgroundMark x1="63672" y1="84180" x2="63672" y2="84180"/>
                          <a14:backgroundMark x1="64453" y1="84180" x2="64453" y2="84180"/>
                          <a14:backgroundMark x1="64453" y1="84180" x2="64453" y2="84180"/>
                          <a14:backgroundMark x1="61133" y1="90234" x2="61133" y2="90234"/>
                          <a14:backgroundMark x1="65625" y1="90234" x2="65625" y2="90234"/>
                          <a14:backgroundMark x1="66406" y1="90234" x2="66406" y2="90234"/>
                          <a14:backgroundMark x1="68359" y1="89844" x2="68359" y2="89844"/>
                          <a14:backgroundMark x1="70508" y1="89844" x2="70508" y2="89844"/>
                          <a14:backgroundMark x1="72070" y1="90234" x2="72070" y2="90234"/>
                          <a14:backgroundMark x1="40625" y1="40625" x2="40625" y2="40625"/>
                          <a14:backgroundMark x1="41406" y1="40625" x2="41406" y2="40625"/>
                          <a14:backgroundMark x1="49023" y1="84180" x2="49023" y2="84180"/>
                          <a14:backgroundMark x1="41406" y1="41016" x2="41406" y2="41016"/>
                          <a14:backgroundMark x1="41016" y1="40625" x2="41016" y2="40625"/>
                        </a14:backgroundRemoval>
                      </a14:imgEffect>
                    </a14:imgLayer>
                  </a14:imgProps>
                </a:ext>
                <a:ext uri="{28A0092B-C50C-407E-A947-70E740481C1C}">
                  <a14:useLocalDpi xmlns:a14="http://schemas.microsoft.com/office/drawing/2010/main" val="0"/>
                </a:ext>
              </a:extLst>
            </a:blip>
            <a:srcRect/>
            <a:stretch>
              <a:fillRect/>
            </a:stretch>
          </p:blipFill>
          <p:spPr bwMode="auto">
            <a:xfrm>
              <a:off x="5662121" y="2348165"/>
              <a:ext cx="710575" cy="710574"/>
            </a:xfrm>
            <a:prstGeom prst="rect">
              <a:avLst/>
            </a:prstGeom>
            <a:noFill/>
          </p:spPr>
        </p:pic>
        <p:sp>
          <p:nvSpPr>
            <p:cNvPr id="24" name="TextBox 23">
              <a:extLst>
                <a:ext uri="{FF2B5EF4-FFF2-40B4-BE49-F238E27FC236}">
                  <a16:creationId xmlns:a16="http://schemas.microsoft.com/office/drawing/2014/main" id="{CDE5B07F-C300-0EDE-DC54-A8ADA01EE5CF}"/>
                </a:ext>
              </a:extLst>
            </p:cNvPr>
            <p:cNvSpPr txBox="1"/>
            <p:nvPr/>
          </p:nvSpPr>
          <p:spPr>
            <a:xfrm>
              <a:off x="5543181" y="2996929"/>
              <a:ext cx="929755" cy="292388"/>
            </a:xfrm>
            <a:prstGeom prst="rect">
              <a:avLst/>
            </a:prstGeom>
            <a:noFill/>
          </p:spPr>
          <p:txBody>
            <a:bodyPr wrap="square">
              <a:spAutoFit/>
            </a:bodyPr>
            <a:lstStyle/>
            <a:p>
              <a:pPr algn="ctr"/>
              <a:r>
                <a:rPr kumimoji="0" lang="en-GB" sz="1300" b="0" i="0" u="none" strike="noStrike" kern="1200" cap="none" spc="0" normalizeH="0" baseline="0" noProof="0" dirty="0">
                  <a:ln>
                    <a:noFill/>
                  </a:ln>
                  <a:solidFill>
                    <a:srgbClr val="092241"/>
                  </a:solidFill>
                  <a:effectLst/>
                  <a:uLnTx/>
                  <a:uFillTx/>
                  <a:latin typeface="Manrope"/>
                  <a:ea typeface="+mn-ea"/>
                  <a:cs typeface="+mn-cs"/>
                </a:rPr>
                <a:t>Developer</a:t>
              </a:r>
              <a:endParaRPr lang="en-IT" sz="1300" dirty="0"/>
            </a:p>
          </p:txBody>
        </p:sp>
      </p:grpSp>
      <p:sp>
        <p:nvSpPr>
          <p:cNvPr id="26" name="TextBox 25">
            <a:extLst>
              <a:ext uri="{FF2B5EF4-FFF2-40B4-BE49-F238E27FC236}">
                <a16:creationId xmlns:a16="http://schemas.microsoft.com/office/drawing/2014/main" id="{31489D6B-5128-EF01-C320-91E1E5FF6E65}"/>
              </a:ext>
            </a:extLst>
          </p:cNvPr>
          <p:cNvSpPr txBox="1"/>
          <p:nvPr/>
        </p:nvSpPr>
        <p:spPr>
          <a:xfrm>
            <a:off x="3150601" y="1179302"/>
            <a:ext cx="2089109" cy="307777"/>
          </a:xfrm>
          <a:prstGeom prst="rect">
            <a:avLst/>
          </a:prstGeom>
          <a:noFill/>
        </p:spPr>
        <p:txBody>
          <a:bodyPr wrap="square">
            <a:spAutoFit/>
          </a:bodyPr>
          <a:lstStyle/>
          <a:p>
            <a:pPr algn="ctr"/>
            <a:r>
              <a:rPr kumimoji="0" lang="en-GB" sz="1400" b="1" i="0" u="none" strike="noStrike" kern="1200" cap="none" spc="0" normalizeH="0" baseline="0" noProof="0" dirty="0">
                <a:ln>
                  <a:noFill/>
                </a:ln>
                <a:solidFill>
                  <a:srgbClr val="092241"/>
                </a:solidFill>
                <a:effectLst/>
                <a:uLnTx/>
                <a:uFillTx/>
                <a:latin typeface="Manrope"/>
                <a:ea typeface="+mn-ea"/>
                <a:cs typeface="+mn-cs"/>
              </a:rPr>
              <a:t>Code Development</a:t>
            </a:r>
            <a:endParaRPr lang="en-IT" sz="1400" b="1" dirty="0"/>
          </a:p>
        </p:txBody>
      </p:sp>
      <p:sp>
        <p:nvSpPr>
          <p:cNvPr id="27" name="Oval 26">
            <a:extLst>
              <a:ext uri="{FF2B5EF4-FFF2-40B4-BE49-F238E27FC236}">
                <a16:creationId xmlns:a16="http://schemas.microsoft.com/office/drawing/2014/main" id="{0ED61B11-8CAD-0EC0-ACE6-D4E706CCF604}"/>
              </a:ext>
            </a:extLst>
          </p:cNvPr>
          <p:cNvSpPr/>
          <p:nvPr/>
        </p:nvSpPr>
        <p:spPr>
          <a:xfrm>
            <a:off x="642350" y="1494308"/>
            <a:ext cx="406400" cy="406400"/>
          </a:xfrm>
          <a:prstGeom prst="ellipse">
            <a:avLst/>
          </a:prstGeom>
          <a:solidFill>
            <a:schemeClr val="tx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IT" dirty="0"/>
              <a:t>1</a:t>
            </a:r>
          </a:p>
        </p:txBody>
      </p:sp>
      <p:sp>
        <p:nvSpPr>
          <p:cNvPr id="30" name="TextBox 29">
            <a:extLst>
              <a:ext uri="{FF2B5EF4-FFF2-40B4-BE49-F238E27FC236}">
                <a16:creationId xmlns:a16="http://schemas.microsoft.com/office/drawing/2014/main" id="{DDA5828B-7699-FB24-277B-449E50F01E7C}"/>
              </a:ext>
            </a:extLst>
          </p:cNvPr>
          <p:cNvSpPr txBox="1"/>
          <p:nvPr/>
        </p:nvSpPr>
        <p:spPr>
          <a:xfrm>
            <a:off x="3223863" y="2544520"/>
            <a:ext cx="2089109" cy="307777"/>
          </a:xfrm>
          <a:prstGeom prst="rect">
            <a:avLst/>
          </a:prstGeom>
          <a:noFill/>
        </p:spPr>
        <p:txBody>
          <a:bodyPr wrap="square">
            <a:spAutoFit/>
          </a:bodyPr>
          <a:lstStyle/>
          <a:p>
            <a:pPr algn="ctr"/>
            <a:r>
              <a:rPr kumimoji="0" lang="en-GB" sz="1400" b="1" i="0" u="none" strike="noStrike" kern="1200" cap="none" spc="0" normalizeH="0" baseline="0" noProof="0" dirty="0">
                <a:ln>
                  <a:noFill/>
                </a:ln>
                <a:solidFill>
                  <a:srgbClr val="092241"/>
                </a:solidFill>
                <a:effectLst/>
                <a:uLnTx/>
                <a:uFillTx/>
                <a:latin typeface="Manrope"/>
                <a:ea typeface="+mn-ea"/>
                <a:cs typeface="+mn-cs"/>
              </a:rPr>
              <a:t>Continuous Integration</a:t>
            </a:r>
            <a:endParaRPr lang="en-IT" sz="1400" b="1" dirty="0"/>
          </a:p>
        </p:txBody>
      </p:sp>
      <p:sp>
        <p:nvSpPr>
          <p:cNvPr id="31" name="TextBox 30">
            <a:extLst>
              <a:ext uri="{FF2B5EF4-FFF2-40B4-BE49-F238E27FC236}">
                <a16:creationId xmlns:a16="http://schemas.microsoft.com/office/drawing/2014/main" id="{9D16E630-4026-BA99-E3DA-849FBB50B2E8}"/>
              </a:ext>
            </a:extLst>
          </p:cNvPr>
          <p:cNvSpPr txBox="1"/>
          <p:nvPr/>
        </p:nvSpPr>
        <p:spPr>
          <a:xfrm>
            <a:off x="3150600" y="3934370"/>
            <a:ext cx="2089109" cy="307777"/>
          </a:xfrm>
          <a:prstGeom prst="rect">
            <a:avLst/>
          </a:prstGeom>
          <a:noFill/>
        </p:spPr>
        <p:txBody>
          <a:bodyPr wrap="square">
            <a:spAutoFit/>
          </a:bodyPr>
          <a:lstStyle/>
          <a:p>
            <a:pPr algn="ctr"/>
            <a:r>
              <a:rPr kumimoji="0" lang="en-GB" sz="1400" b="1" i="0" u="none" strike="noStrike" kern="1200" cap="none" spc="0" normalizeH="0" baseline="0" noProof="0" dirty="0">
                <a:ln>
                  <a:noFill/>
                </a:ln>
                <a:solidFill>
                  <a:srgbClr val="092241"/>
                </a:solidFill>
                <a:effectLst/>
                <a:uLnTx/>
                <a:uFillTx/>
                <a:latin typeface="Manrope"/>
                <a:ea typeface="+mn-ea"/>
                <a:cs typeface="+mn-cs"/>
              </a:rPr>
              <a:t>Continuous Delivery</a:t>
            </a:r>
            <a:endParaRPr lang="en-IT" sz="1400" b="1" dirty="0"/>
          </a:p>
        </p:txBody>
      </p:sp>
      <p:grpSp>
        <p:nvGrpSpPr>
          <p:cNvPr id="35" name="Group 34">
            <a:extLst>
              <a:ext uri="{FF2B5EF4-FFF2-40B4-BE49-F238E27FC236}">
                <a16:creationId xmlns:a16="http://schemas.microsoft.com/office/drawing/2014/main" id="{EA2D9010-42C4-EACE-0242-D6EA64101AF5}"/>
              </a:ext>
            </a:extLst>
          </p:cNvPr>
          <p:cNvGrpSpPr/>
          <p:nvPr/>
        </p:nvGrpSpPr>
        <p:grpSpPr>
          <a:xfrm>
            <a:off x="3475062" y="4332002"/>
            <a:ext cx="1586709" cy="670076"/>
            <a:chOff x="3475063" y="4171816"/>
            <a:chExt cx="1586709" cy="670076"/>
          </a:xfrm>
        </p:grpSpPr>
        <p:sp>
          <p:nvSpPr>
            <p:cNvPr id="34" name="TextBox 33">
              <a:extLst>
                <a:ext uri="{FF2B5EF4-FFF2-40B4-BE49-F238E27FC236}">
                  <a16:creationId xmlns:a16="http://schemas.microsoft.com/office/drawing/2014/main" id="{5CD6BF7B-5F4D-80D2-F071-0393C54EB040}"/>
                </a:ext>
              </a:extLst>
            </p:cNvPr>
            <p:cNvSpPr txBox="1"/>
            <p:nvPr/>
          </p:nvSpPr>
          <p:spPr>
            <a:xfrm>
              <a:off x="3475063" y="4549504"/>
              <a:ext cx="1586709" cy="292388"/>
            </a:xfrm>
            <a:prstGeom prst="rect">
              <a:avLst/>
            </a:prstGeom>
            <a:noFill/>
          </p:spPr>
          <p:txBody>
            <a:bodyPr wrap="square">
              <a:spAutoFit/>
            </a:bodyPr>
            <a:lstStyle/>
            <a:p>
              <a:pPr algn="ctr"/>
              <a:r>
                <a:rPr kumimoji="0" lang="en-GB" sz="1300" b="0" i="0" u="none" strike="noStrike" kern="1200" cap="none" spc="0" normalizeH="0" baseline="0" noProof="0" dirty="0">
                  <a:ln>
                    <a:noFill/>
                  </a:ln>
                  <a:solidFill>
                    <a:srgbClr val="092241"/>
                  </a:solidFill>
                  <a:effectLst/>
                  <a:uLnTx/>
                  <a:uFillTx/>
                  <a:latin typeface="Manrope"/>
                  <a:ea typeface="+mn-ea"/>
                  <a:cs typeface="+mn-cs"/>
                </a:rPr>
                <a:t>OKD </a:t>
              </a:r>
              <a:r>
                <a:rPr kumimoji="0" lang="en-GB" sz="1300" b="0" i="0" u="none" strike="noStrike" kern="1200" cap="none" spc="0" normalizeH="0" baseline="0" noProof="0" dirty="0" err="1">
                  <a:ln>
                    <a:noFill/>
                  </a:ln>
                  <a:solidFill>
                    <a:srgbClr val="092241"/>
                  </a:solidFill>
                  <a:effectLst/>
                  <a:uLnTx/>
                  <a:uFillTx/>
                  <a:latin typeface="Manrope"/>
                  <a:ea typeface="+mn-ea"/>
                  <a:cs typeface="+mn-cs"/>
                </a:rPr>
                <a:t>ImageStreams</a:t>
              </a:r>
              <a:endParaRPr lang="en-IT" sz="1300" dirty="0"/>
            </a:p>
          </p:txBody>
        </p:sp>
        <p:pic>
          <p:nvPicPr>
            <p:cNvPr id="17412" name="Picture 4" descr="openshift | Fedora.md">
              <a:extLst>
                <a:ext uri="{FF2B5EF4-FFF2-40B4-BE49-F238E27FC236}">
                  <a16:creationId xmlns:a16="http://schemas.microsoft.com/office/drawing/2014/main" id="{D4E536A5-E502-5093-D50D-885845960FBF}"/>
                </a:ext>
              </a:extLst>
            </p:cNvPr>
            <p:cNvPicPr>
              <a:picLocks noChangeAspect="1" noChangeArrowheads="1"/>
            </p:cNvPicPr>
            <p:nvPr/>
          </p:nvPicPr>
          <p:blipFill>
            <a:blip r:embed="rId9">
              <a:extLst>
                <a:ext uri="{28A0092B-C50C-407E-A947-70E740481C1C}">
                  <a14:useLocalDpi xmlns:a14="http://schemas.microsoft.com/office/drawing/2010/main" val="0"/>
                </a:ext>
              </a:extLst>
            </a:blip>
            <a:srcRect/>
            <a:stretch>
              <a:fillRect/>
            </a:stretch>
          </p:blipFill>
          <p:spPr bwMode="auto">
            <a:xfrm>
              <a:off x="3827500" y="4171816"/>
              <a:ext cx="784338" cy="392169"/>
            </a:xfrm>
            <a:prstGeom prst="rect">
              <a:avLst/>
            </a:prstGeom>
            <a:noFill/>
            <a:extLst>
              <a:ext uri="{909E8E84-426E-40DD-AFC4-6F175D3DCCD1}">
                <a14:hiddenFill xmlns:a14="http://schemas.microsoft.com/office/drawing/2010/main">
                  <a:solidFill>
                    <a:srgbClr val="FFFFFF"/>
                  </a:solidFill>
                </a14:hiddenFill>
              </a:ext>
            </a:extLst>
          </p:spPr>
        </p:pic>
      </p:grpSp>
      <p:sp>
        <p:nvSpPr>
          <p:cNvPr id="32" name="Oval 31">
            <a:extLst>
              <a:ext uri="{FF2B5EF4-FFF2-40B4-BE49-F238E27FC236}">
                <a16:creationId xmlns:a16="http://schemas.microsoft.com/office/drawing/2014/main" id="{0E79EA1C-4691-B659-C2A6-3174CC80099B}"/>
              </a:ext>
            </a:extLst>
          </p:cNvPr>
          <p:cNvSpPr/>
          <p:nvPr/>
        </p:nvSpPr>
        <p:spPr>
          <a:xfrm>
            <a:off x="642350" y="2919257"/>
            <a:ext cx="406400" cy="406400"/>
          </a:xfrm>
          <a:prstGeom prst="ellipse">
            <a:avLst/>
          </a:prstGeom>
          <a:solidFill>
            <a:schemeClr val="tx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IT" dirty="0"/>
              <a:t>2</a:t>
            </a:r>
          </a:p>
        </p:txBody>
      </p:sp>
      <p:sp>
        <p:nvSpPr>
          <p:cNvPr id="33" name="Oval 32">
            <a:extLst>
              <a:ext uri="{FF2B5EF4-FFF2-40B4-BE49-F238E27FC236}">
                <a16:creationId xmlns:a16="http://schemas.microsoft.com/office/drawing/2014/main" id="{254D607E-DADF-9DB8-F393-FD31C50BE962}"/>
              </a:ext>
            </a:extLst>
          </p:cNvPr>
          <p:cNvSpPr/>
          <p:nvPr/>
        </p:nvSpPr>
        <p:spPr>
          <a:xfrm>
            <a:off x="642351" y="4242147"/>
            <a:ext cx="406400" cy="406400"/>
          </a:xfrm>
          <a:prstGeom prst="ellipse">
            <a:avLst/>
          </a:prstGeom>
          <a:solidFill>
            <a:schemeClr val="tx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IT" dirty="0"/>
              <a:t>3</a:t>
            </a:r>
          </a:p>
        </p:txBody>
      </p:sp>
      <p:cxnSp>
        <p:nvCxnSpPr>
          <p:cNvPr id="38" name="Straight Arrow Connector 37">
            <a:extLst>
              <a:ext uri="{FF2B5EF4-FFF2-40B4-BE49-F238E27FC236}">
                <a16:creationId xmlns:a16="http://schemas.microsoft.com/office/drawing/2014/main" id="{98F7B04A-83EB-D001-3A87-792B34638F32}"/>
              </a:ext>
            </a:extLst>
          </p:cNvPr>
          <p:cNvCxnSpPr>
            <a:cxnSpLocks/>
          </p:cNvCxnSpPr>
          <p:nvPr/>
        </p:nvCxnSpPr>
        <p:spPr>
          <a:xfrm flipV="1">
            <a:off x="3084520" y="1811645"/>
            <a:ext cx="2270298" cy="5737"/>
          </a:xfrm>
          <a:prstGeom prst="straightConnector1">
            <a:avLst/>
          </a:prstGeom>
          <a:ln w="31750" cap="rnd">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41" name="TextBox 40">
            <a:extLst>
              <a:ext uri="{FF2B5EF4-FFF2-40B4-BE49-F238E27FC236}">
                <a16:creationId xmlns:a16="http://schemas.microsoft.com/office/drawing/2014/main" id="{B42CB8CF-8A63-7B82-9906-89B6678B223C}"/>
              </a:ext>
            </a:extLst>
          </p:cNvPr>
          <p:cNvSpPr txBox="1"/>
          <p:nvPr/>
        </p:nvSpPr>
        <p:spPr>
          <a:xfrm>
            <a:off x="3098091" y="1516282"/>
            <a:ext cx="2089109" cy="276999"/>
          </a:xfrm>
          <a:prstGeom prst="rect">
            <a:avLst/>
          </a:prstGeom>
          <a:noFill/>
        </p:spPr>
        <p:txBody>
          <a:bodyPr wrap="square">
            <a:spAutoFit/>
          </a:bodyPr>
          <a:lstStyle/>
          <a:p>
            <a:pPr algn="ctr"/>
            <a:r>
              <a:rPr kumimoji="0" lang="en-GB" sz="1200" i="0" u="none" strike="noStrike" kern="1200" cap="none" spc="0" normalizeH="0" baseline="0" noProof="0" dirty="0">
                <a:ln>
                  <a:noFill/>
                </a:ln>
                <a:solidFill>
                  <a:srgbClr val="092241"/>
                </a:solidFill>
                <a:effectLst/>
                <a:uLnTx/>
                <a:uFillTx/>
                <a:latin typeface="Manrope"/>
                <a:ea typeface="+mn-ea"/>
                <a:cs typeface="+mn-cs"/>
              </a:rPr>
              <a:t>Push code (branch ”deploy”)</a:t>
            </a:r>
            <a:endParaRPr lang="en-IT" sz="1200" dirty="0"/>
          </a:p>
        </p:txBody>
      </p:sp>
      <p:cxnSp>
        <p:nvCxnSpPr>
          <p:cNvPr id="43" name="Elbow Connector 42">
            <a:extLst>
              <a:ext uri="{FF2B5EF4-FFF2-40B4-BE49-F238E27FC236}">
                <a16:creationId xmlns:a16="http://schemas.microsoft.com/office/drawing/2014/main" id="{F0A02557-AD50-19F6-9194-CFF036144A9E}"/>
              </a:ext>
            </a:extLst>
          </p:cNvPr>
          <p:cNvCxnSpPr>
            <a:cxnSpLocks/>
            <a:stCxn id="23" idx="3"/>
          </p:cNvCxnSpPr>
          <p:nvPr/>
        </p:nvCxnSpPr>
        <p:spPr>
          <a:xfrm flipH="1">
            <a:off x="7053143" y="1715501"/>
            <a:ext cx="8056" cy="1187200"/>
          </a:xfrm>
          <a:prstGeom prst="bentConnector4">
            <a:avLst>
              <a:gd name="adj1" fmla="val -2837637"/>
              <a:gd name="adj2" fmla="val 100026"/>
            </a:avLst>
          </a:prstGeom>
          <a:ln w="31750">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44" name="TextBox 43">
            <a:extLst>
              <a:ext uri="{FF2B5EF4-FFF2-40B4-BE49-F238E27FC236}">
                <a16:creationId xmlns:a16="http://schemas.microsoft.com/office/drawing/2014/main" id="{D6CF9792-F16C-E1F9-5FD1-226AA5C901E6}"/>
              </a:ext>
            </a:extLst>
          </p:cNvPr>
          <p:cNvSpPr txBox="1"/>
          <p:nvPr/>
        </p:nvSpPr>
        <p:spPr>
          <a:xfrm>
            <a:off x="6890757" y="2276782"/>
            <a:ext cx="2089109" cy="276999"/>
          </a:xfrm>
          <a:prstGeom prst="rect">
            <a:avLst/>
          </a:prstGeom>
          <a:noFill/>
        </p:spPr>
        <p:txBody>
          <a:bodyPr wrap="square">
            <a:spAutoFit/>
          </a:bodyPr>
          <a:lstStyle/>
          <a:p>
            <a:pPr algn="ctr"/>
            <a:r>
              <a:rPr lang="en-GB" sz="1200" dirty="0">
                <a:solidFill>
                  <a:srgbClr val="092241"/>
                </a:solidFill>
                <a:latin typeface="Manrope"/>
              </a:rPr>
              <a:t>Trigger Webhook</a:t>
            </a:r>
            <a:endParaRPr lang="en-IT" sz="1200" dirty="0"/>
          </a:p>
        </p:txBody>
      </p:sp>
      <p:cxnSp>
        <p:nvCxnSpPr>
          <p:cNvPr id="48" name="Elbow Connector 47">
            <a:extLst>
              <a:ext uri="{FF2B5EF4-FFF2-40B4-BE49-F238E27FC236}">
                <a16:creationId xmlns:a16="http://schemas.microsoft.com/office/drawing/2014/main" id="{78C04836-0635-1ABC-88DA-11714DCEAEFA}"/>
              </a:ext>
            </a:extLst>
          </p:cNvPr>
          <p:cNvCxnSpPr>
            <a:cxnSpLocks/>
          </p:cNvCxnSpPr>
          <p:nvPr/>
        </p:nvCxnSpPr>
        <p:spPr>
          <a:xfrm flipH="1">
            <a:off x="7053143" y="3294030"/>
            <a:ext cx="8056" cy="1187200"/>
          </a:xfrm>
          <a:prstGeom prst="bentConnector4">
            <a:avLst>
              <a:gd name="adj1" fmla="val -2837637"/>
              <a:gd name="adj2" fmla="val 100026"/>
            </a:avLst>
          </a:prstGeom>
          <a:ln w="31750">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49" name="TextBox 48">
            <a:extLst>
              <a:ext uri="{FF2B5EF4-FFF2-40B4-BE49-F238E27FC236}">
                <a16:creationId xmlns:a16="http://schemas.microsoft.com/office/drawing/2014/main" id="{94704606-330B-98B4-5A45-66FE53E309E5}"/>
              </a:ext>
            </a:extLst>
          </p:cNvPr>
          <p:cNvSpPr txBox="1"/>
          <p:nvPr/>
        </p:nvSpPr>
        <p:spPr>
          <a:xfrm>
            <a:off x="6814575" y="3676343"/>
            <a:ext cx="2089109" cy="461665"/>
          </a:xfrm>
          <a:prstGeom prst="rect">
            <a:avLst/>
          </a:prstGeom>
          <a:noFill/>
        </p:spPr>
        <p:txBody>
          <a:bodyPr wrap="square">
            <a:spAutoFit/>
          </a:bodyPr>
          <a:lstStyle/>
          <a:p>
            <a:pPr algn="ctr"/>
            <a:r>
              <a:rPr lang="en-GB" sz="1200" dirty="0">
                <a:solidFill>
                  <a:srgbClr val="092241"/>
                </a:solidFill>
                <a:latin typeface="Manrope"/>
              </a:rPr>
              <a:t>Build &amp; Push </a:t>
            </a:r>
          </a:p>
          <a:p>
            <a:pPr algn="ctr"/>
            <a:r>
              <a:rPr lang="en-GB" sz="1200" dirty="0">
                <a:solidFill>
                  <a:srgbClr val="092241"/>
                </a:solidFill>
                <a:latin typeface="Manrope"/>
              </a:rPr>
              <a:t>Docker Image</a:t>
            </a:r>
            <a:endParaRPr lang="en-IT" sz="1200" dirty="0"/>
          </a:p>
        </p:txBody>
      </p:sp>
      <p:cxnSp>
        <p:nvCxnSpPr>
          <p:cNvPr id="50" name="Straight Arrow Connector 49">
            <a:extLst>
              <a:ext uri="{FF2B5EF4-FFF2-40B4-BE49-F238E27FC236}">
                <a16:creationId xmlns:a16="http://schemas.microsoft.com/office/drawing/2014/main" id="{011500AC-D68B-65EE-9B43-DAC376889E90}"/>
              </a:ext>
            </a:extLst>
          </p:cNvPr>
          <p:cNvCxnSpPr>
            <a:cxnSpLocks/>
          </p:cNvCxnSpPr>
          <p:nvPr/>
        </p:nvCxnSpPr>
        <p:spPr>
          <a:xfrm>
            <a:off x="2383763" y="3204424"/>
            <a:ext cx="1590294" cy="0"/>
          </a:xfrm>
          <a:prstGeom prst="straightConnector1">
            <a:avLst/>
          </a:prstGeom>
          <a:ln w="31750" cap="rnd">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52" name="TextBox 51">
            <a:extLst>
              <a:ext uri="{FF2B5EF4-FFF2-40B4-BE49-F238E27FC236}">
                <a16:creationId xmlns:a16="http://schemas.microsoft.com/office/drawing/2014/main" id="{5B15C0CA-88D0-17F6-52BC-4D11162DC111}"/>
              </a:ext>
            </a:extLst>
          </p:cNvPr>
          <p:cNvSpPr txBox="1"/>
          <p:nvPr/>
        </p:nvSpPr>
        <p:spPr>
          <a:xfrm>
            <a:off x="2106045" y="2904348"/>
            <a:ext cx="2089109" cy="276999"/>
          </a:xfrm>
          <a:prstGeom prst="rect">
            <a:avLst/>
          </a:prstGeom>
          <a:noFill/>
        </p:spPr>
        <p:txBody>
          <a:bodyPr wrap="square">
            <a:spAutoFit/>
          </a:bodyPr>
          <a:lstStyle/>
          <a:p>
            <a:pPr algn="ctr"/>
            <a:r>
              <a:rPr kumimoji="0" lang="en-GB" sz="1200" i="0" u="none" strike="noStrike" kern="1200" cap="none" spc="0" normalizeH="0" baseline="0" noProof="0" dirty="0">
                <a:ln>
                  <a:noFill/>
                </a:ln>
                <a:solidFill>
                  <a:srgbClr val="092241"/>
                </a:solidFill>
                <a:effectLst/>
                <a:uLnTx/>
                <a:uFillTx/>
                <a:latin typeface="Manrope"/>
                <a:ea typeface="+mn-ea"/>
                <a:cs typeface="+mn-cs"/>
              </a:rPr>
              <a:t>Start pipeline</a:t>
            </a:r>
            <a:endParaRPr lang="en-IT" sz="1200" dirty="0"/>
          </a:p>
        </p:txBody>
      </p:sp>
      <p:cxnSp>
        <p:nvCxnSpPr>
          <p:cNvPr id="53" name="Straight Arrow Connector 52">
            <a:extLst>
              <a:ext uri="{FF2B5EF4-FFF2-40B4-BE49-F238E27FC236}">
                <a16:creationId xmlns:a16="http://schemas.microsoft.com/office/drawing/2014/main" id="{F50FD7D2-E619-086B-D9BB-31B5736ABC29}"/>
              </a:ext>
            </a:extLst>
          </p:cNvPr>
          <p:cNvCxnSpPr>
            <a:cxnSpLocks/>
          </p:cNvCxnSpPr>
          <p:nvPr/>
        </p:nvCxnSpPr>
        <p:spPr>
          <a:xfrm>
            <a:off x="4546135" y="3219333"/>
            <a:ext cx="1540409" cy="0"/>
          </a:xfrm>
          <a:prstGeom prst="straightConnector1">
            <a:avLst/>
          </a:prstGeom>
          <a:ln w="31750" cap="rnd">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54" name="TextBox 53">
            <a:extLst>
              <a:ext uri="{FF2B5EF4-FFF2-40B4-BE49-F238E27FC236}">
                <a16:creationId xmlns:a16="http://schemas.microsoft.com/office/drawing/2014/main" id="{83F288BD-B409-D206-C67E-2DE32E78C59E}"/>
              </a:ext>
            </a:extLst>
          </p:cNvPr>
          <p:cNvSpPr txBox="1"/>
          <p:nvPr/>
        </p:nvSpPr>
        <p:spPr>
          <a:xfrm>
            <a:off x="4268417" y="2919257"/>
            <a:ext cx="2089109" cy="276999"/>
          </a:xfrm>
          <a:prstGeom prst="rect">
            <a:avLst/>
          </a:prstGeom>
          <a:noFill/>
        </p:spPr>
        <p:txBody>
          <a:bodyPr wrap="square">
            <a:spAutoFit/>
          </a:bodyPr>
          <a:lstStyle/>
          <a:p>
            <a:pPr algn="ctr"/>
            <a:r>
              <a:rPr lang="en-GB" sz="1200" dirty="0">
                <a:solidFill>
                  <a:srgbClr val="092241"/>
                </a:solidFill>
                <a:latin typeface="Manrope"/>
              </a:rPr>
              <a:t>Compile &amp; Package JAR</a:t>
            </a:r>
            <a:endParaRPr lang="en-IT" sz="1200" dirty="0"/>
          </a:p>
        </p:txBody>
      </p:sp>
    </p:spTree>
    <p:extLst>
      <p:ext uri="{BB962C8B-B14F-4D97-AF65-F5344CB8AC3E}">
        <p14:creationId xmlns:p14="http://schemas.microsoft.com/office/powerpoint/2010/main" val="1056497703"/>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07D35CE-3753-BA62-7C5C-66F64305C0F0}"/>
            </a:ext>
          </a:extLst>
        </p:cNvPr>
        <p:cNvGrpSpPr/>
        <p:nvPr/>
      </p:nvGrpSpPr>
      <p:grpSpPr>
        <a:xfrm>
          <a:off x="0" y="0"/>
          <a:ext cx="0" cy="0"/>
          <a:chOff x="0" y="0"/>
          <a:chExt cx="0" cy="0"/>
        </a:xfrm>
      </p:grpSpPr>
      <p:sp>
        <p:nvSpPr>
          <p:cNvPr id="407" name="Rectangle 406">
            <a:extLst>
              <a:ext uri="{FF2B5EF4-FFF2-40B4-BE49-F238E27FC236}">
                <a16:creationId xmlns:a16="http://schemas.microsoft.com/office/drawing/2014/main" id="{53143672-D58A-D8B3-8D4A-CB7B285250B6}"/>
              </a:ext>
            </a:extLst>
          </p:cNvPr>
          <p:cNvSpPr/>
          <p:nvPr/>
        </p:nvSpPr>
        <p:spPr>
          <a:xfrm>
            <a:off x="476280" y="476460"/>
            <a:ext cx="8191080" cy="466473"/>
          </a:xfrm>
          <a:prstGeom prst="rect">
            <a:avLst/>
          </a:prstGeom>
          <a:noFill/>
          <a:ln w="0">
            <a:noFill/>
          </a:ln>
        </p:spPr>
        <p:style>
          <a:lnRef idx="0">
            <a:scrgbClr r="0" g="0" b="0"/>
          </a:lnRef>
          <a:fillRef idx="0">
            <a:scrgbClr r="0" g="0" b="0"/>
          </a:fillRef>
          <a:effectRef idx="0">
            <a:scrgbClr r="0" g="0" b="0"/>
          </a:effectRef>
          <a:fontRef idx="minor"/>
        </p:style>
        <p:txBody>
          <a:bodyPr anchor="t">
            <a:normAutofit/>
          </a:bodyPr>
          <a:lstStyle/>
          <a:p>
            <a:pPr defTabSz="914400">
              <a:lnSpc>
                <a:spcPct val="100000"/>
              </a:lnSpc>
              <a:tabLst>
                <a:tab pos="0" algn="l"/>
              </a:tabLst>
            </a:pPr>
            <a:r>
              <a:rPr lang="en-US" sz="2400" b="1" u="none" strike="noStrike" dirty="0">
                <a:solidFill>
                  <a:schemeClr val="dk1"/>
                </a:solidFill>
                <a:effectLst/>
                <a:uFillTx/>
                <a:latin typeface="Archivo Black"/>
              </a:rPr>
              <a:t>OKD – </a:t>
            </a:r>
            <a:r>
              <a:rPr lang="en-US" sz="2400" b="1" u="none" strike="noStrike" dirty="0" err="1">
                <a:solidFill>
                  <a:schemeClr val="dk1"/>
                </a:solidFill>
                <a:effectLst/>
                <a:uFillTx/>
                <a:latin typeface="Archivo Black"/>
              </a:rPr>
              <a:t>ImageStreams</a:t>
            </a:r>
            <a:r>
              <a:rPr lang="en-US" sz="2400" b="1" u="none" strike="noStrike" dirty="0">
                <a:solidFill>
                  <a:schemeClr val="dk1"/>
                </a:solidFill>
                <a:effectLst/>
                <a:uFillTx/>
                <a:latin typeface="Archivo Black"/>
              </a:rPr>
              <a:t> View</a:t>
            </a:r>
            <a:endParaRPr lang="en-US" sz="2400" b="1" u="none" strike="noStrike" dirty="0">
              <a:solidFill>
                <a:srgbClr val="000000"/>
              </a:solidFill>
              <a:effectLst/>
              <a:uFillTx/>
              <a:latin typeface="OpenSymbol"/>
            </a:endParaRPr>
          </a:p>
        </p:txBody>
      </p:sp>
      <p:sp>
        <p:nvSpPr>
          <p:cNvPr id="3" name="Rectangle 2">
            <a:extLst>
              <a:ext uri="{FF2B5EF4-FFF2-40B4-BE49-F238E27FC236}">
                <a16:creationId xmlns:a16="http://schemas.microsoft.com/office/drawing/2014/main" id="{954B2030-76B3-7B10-C1B8-6F6083748CBC}"/>
              </a:ext>
            </a:extLst>
          </p:cNvPr>
          <p:cNvSpPr/>
          <p:nvPr/>
        </p:nvSpPr>
        <p:spPr>
          <a:xfrm>
            <a:off x="118108" y="529696"/>
            <a:ext cx="180000" cy="360000"/>
          </a:xfrm>
          <a:prstGeom prst="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lang="en-IT"/>
          </a:p>
        </p:txBody>
      </p:sp>
      <p:pic>
        <p:nvPicPr>
          <p:cNvPr id="7" name="Picture 6">
            <a:extLst>
              <a:ext uri="{FF2B5EF4-FFF2-40B4-BE49-F238E27FC236}">
                <a16:creationId xmlns:a16="http://schemas.microsoft.com/office/drawing/2014/main" id="{5359564F-95A1-EFC5-7EC0-04262D650823}"/>
              </a:ext>
            </a:extLst>
          </p:cNvPr>
          <p:cNvPicPr>
            <a:picLocks noChangeAspect="1"/>
          </p:cNvPicPr>
          <p:nvPr/>
        </p:nvPicPr>
        <p:blipFill>
          <a:blip r:embed="rId3">
            <a:extLst>
              <a:ext uri="{28A0092B-C50C-407E-A947-70E740481C1C}">
                <a14:useLocalDpi xmlns:a14="http://schemas.microsoft.com/office/drawing/2010/main" val="0"/>
              </a:ext>
            </a:extLst>
          </a:blip>
          <a:srcRect b="4390"/>
          <a:stretch>
            <a:fillRect/>
          </a:stretch>
        </p:blipFill>
        <p:spPr>
          <a:xfrm>
            <a:off x="476280" y="999640"/>
            <a:ext cx="7772400" cy="3529799"/>
          </a:xfrm>
          <a:prstGeom prst="rect">
            <a:avLst/>
          </a:prstGeom>
        </p:spPr>
      </p:pic>
    </p:spTree>
    <p:extLst>
      <p:ext uri="{BB962C8B-B14F-4D97-AF65-F5344CB8AC3E}">
        <p14:creationId xmlns:p14="http://schemas.microsoft.com/office/powerpoint/2010/main" val="2193136187"/>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1120AB3-FC41-7DF3-A6B2-F758290B0171}"/>
            </a:ext>
          </a:extLst>
        </p:cNvPr>
        <p:cNvGrpSpPr/>
        <p:nvPr/>
      </p:nvGrpSpPr>
      <p:grpSpPr>
        <a:xfrm>
          <a:off x="0" y="0"/>
          <a:ext cx="0" cy="0"/>
          <a:chOff x="0" y="0"/>
          <a:chExt cx="0" cy="0"/>
        </a:xfrm>
      </p:grpSpPr>
      <p:sp>
        <p:nvSpPr>
          <p:cNvPr id="407" name="Rectangle 406">
            <a:extLst>
              <a:ext uri="{FF2B5EF4-FFF2-40B4-BE49-F238E27FC236}">
                <a16:creationId xmlns:a16="http://schemas.microsoft.com/office/drawing/2014/main" id="{B638F547-A936-D0ED-3DFF-B46685174F80}"/>
              </a:ext>
            </a:extLst>
          </p:cNvPr>
          <p:cNvSpPr/>
          <p:nvPr/>
        </p:nvSpPr>
        <p:spPr>
          <a:xfrm>
            <a:off x="476280" y="476460"/>
            <a:ext cx="8191080" cy="466473"/>
          </a:xfrm>
          <a:prstGeom prst="rect">
            <a:avLst/>
          </a:prstGeom>
          <a:noFill/>
          <a:ln w="0">
            <a:noFill/>
          </a:ln>
        </p:spPr>
        <p:style>
          <a:lnRef idx="0">
            <a:scrgbClr r="0" g="0" b="0"/>
          </a:lnRef>
          <a:fillRef idx="0">
            <a:scrgbClr r="0" g="0" b="0"/>
          </a:fillRef>
          <a:effectRef idx="0">
            <a:scrgbClr r="0" g="0" b="0"/>
          </a:effectRef>
          <a:fontRef idx="minor"/>
        </p:style>
        <p:txBody>
          <a:bodyPr anchor="t">
            <a:normAutofit/>
          </a:bodyPr>
          <a:lstStyle/>
          <a:p>
            <a:pPr defTabSz="914400">
              <a:lnSpc>
                <a:spcPct val="100000"/>
              </a:lnSpc>
              <a:tabLst>
                <a:tab pos="0" algn="l"/>
              </a:tabLst>
            </a:pPr>
            <a:r>
              <a:rPr lang="en-US" sz="2400" b="1" u="none" strike="noStrike" dirty="0">
                <a:solidFill>
                  <a:schemeClr val="dk1"/>
                </a:solidFill>
                <a:effectLst/>
                <a:uFillTx/>
                <a:latin typeface="Archivo Black"/>
              </a:rPr>
              <a:t>OKD – Topology View</a:t>
            </a:r>
            <a:endParaRPr lang="en-US" sz="2400" b="1" u="none" strike="noStrike" dirty="0">
              <a:solidFill>
                <a:srgbClr val="000000"/>
              </a:solidFill>
              <a:effectLst/>
              <a:uFillTx/>
              <a:latin typeface="OpenSymbol"/>
            </a:endParaRPr>
          </a:p>
        </p:txBody>
      </p:sp>
      <p:sp>
        <p:nvSpPr>
          <p:cNvPr id="3" name="Rectangle 2">
            <a:extLst>
              <a:ext uri="{FF2B5EF4-FFF2-40B4-BE49-F238E27FC236}">
                <a16:creationId xmlns:a16="http://schemas.microsoft.com/office/drawing/2014/main" id="{E7733C45-B311-2794-7FDF-E49A05E7D0E8}"/>
              </a:ext>
            </a:extLst>
          </p:cNvPr>
          <p:cNvSpPr/>
          <p:nvPr/>
        </p:nvSpPr>
        <p:spPr>
          <a:xfrm>
            <a:off x="118108" y="529696"/>
            <a:ext cx="180000" cy="360000"/>
          </a:xfrm>
          <a:prstGeom prst="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lang="en-IT"/>
          </a:p>
        </p:txBody>
      </p:sp>
      <p:pic>
        <p:nvPicPr>
          <p:cNvPr id="5" name="Picture 4">
            <a:extLst>
              <a:ext uri="{FF2B5EF4-FFF2-40B4-BE49-F238E27FC236}">
                <a16:creationId xmlns:a16="http://schemas.microsoft.com/office/drawing/2014/main" id="{64BAB79D-0CCB-AC75-12B8-DE2931839543}"/>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476280" y="1013816"/>
            <a:ext cx="6528390" cy="3974561"/>
          </a:xfrm>
          <a:prstGeom prst="rect">
            <a:avLst/>
          </a:prstGeom>
        </p:spPr>
      </p:pic>
    </p:spTree>
    <p:extLst>
      <p:ext uri="{BB962C8B-B14F-4D97-AF65-F5344CB8AC3E}">
        <p14:creationId xmlns:p14="http://schemas.microsoft.com/office/powerpoint/2010/main" val="1263742578"/>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7237208-BDAD-8FAF-8C81-71AF7C25DE8A}"/>
            </a:ext>
          </a:extLst>
        </p:cNvPr>
        <p:cNvGrpSpPr/>
        <p:nvPr/>
      </p:nvGrpSpPr>
      <p:grpSpPr>
        <a:xfrm>
          <a:off x="0" y="0"/>
          <a:ext cx="0" cy="0"/>
          <a:chOff x="0" y="0"/>
          <a:chExt cx="0" cy="0"/>
        </a:xfrm>
      </p:grpSpPr>
      <p:sp>
        <p:nvSpPr>
          <p:cNvPr id="407" name="Rectangle 406">
            <a:extLst>
              <a:ext uri="{FF2B5EF4-FFF2-40B4-BE49-F238E27FC236}">
                <a16:creationId xmlns:a16="http://schemas.microsoft.com/office/drawing/2014/main" id="{30274573-F7B8-AC4F-9C46-45F963878E0C}"/>
              </a:ext>
            </a:extLst>
          </p:cNvPr>
          <p:cNvSpPr/>
          <p:nvPr/>
        </p:nvSpPr>
        <p:spPr>
          <a:xfrm>
            <a:off x="476280" y="476460"/>
            <a:ext cx="8191080" cy="466473"/>
          </a:xfrm>
          <a:prstGeom prst="rect">
            <a:avLst/>
          </a:prstGeom>
          <a:noFill/>
          <a:ln w="0">
            <a:noFill/>
          </a:ln>
        </p:spPr>
        <p:style>
          <a:lnRef idx="0">
            <a:scrgbClr r="0" g="0" b="0"/>
          </a:lnRef>
          <a:fillRef idx="0">
            <a:scrgbClr r="0" g="0" b="0"/>
          </a:fillRef>
          <a:effectRef idx="0">
            <a:scrgbClr r="0" g="0" b="0"/>
          </a:effectRef>
          <a:fontRef idx="minor"/>
        </p:style>
        <p:txBody>
          <a:bodyPr anchor="t">
            <a:normAutofit/>
          </a:bodyPr>
          <a:lstStyle/>
          <a:p>
            <a:pPr>
              <a:tabLst>
                <a:tab pos="0" algn="l"/>
              </a:tabLst>
            </a:pPr>
            <a:r>
              <a:rPr lang="en-US" sz="2400" b="1" u="none" strike="noStrike" dirty="0">
                <a:solidFill>
                  <a:schemeClr val="dk1"/>
                </a:solidFill>
                <a:effectLst/>
                <a:uFillTx/>
                <a:latin typeface="Archivo Black"/>
              </a:rPr>
              <a:t>Conclusions – What did I learn? </a:t>
            </a:r>
            <a:endParaRPr lang="en-US" sz="2400" b="0" u="none" strike="noStrike" dirty="0">
              <a:solidFill>
                <a:srgbClr val="000000"/>
              </a:solidFill>
              <a:effectLst/>
              <a:uFillTx/>
              <a:latin typeface="OpenSymbol"/>
            </a:endParaRPr>
          </a:p>
        </p:txBody>
      </p:sp>
      <p:sp>
        <p:nvSpPr>
          <p:cNvPr id="408" name="Rectangle 407">
            <a:extLst>
              <a:ext uri="{FF2B5EF4-FFF2-40B4-BE49-F238E27FC236}">
                <a16:creationId xmlns:a16="http://schemas.microsoft.com/office/drawing/2014/main" id="{6AF18F02-9EBB-D64E-A597-D0E5AE4900F5}"/>
              </a:ext>
            </a:extLst>
          </p:cNvPr>
          <p:cNvSpPr/>
          <p:nvPr/>
        </p:nvSpPr>
        <p:spPr>
          <a:xfrm>
            <a:off x="476280" y="1077433"/>
            <a:ext cx="8191080" cy="3026734"/>
          </a:xfrm>
          <a:prstGeom prst="rect">
            <a:avLst/>
          </a:prstGeom>
          <a:noFill/>
          <a:ln w="0">
            <a:noFill/>
          </a:ln>
        </p:spPr>
        <p:style>
          <a:lnRef idx="0">
            <a:scrgbClr r="0" g="0" b="0"/>
          </a:lnRef>
          <a:fillRef idx="0">
            <a:scrgbClr r="0" g="0" b="0"/>
          </a:fillRef>
          <a:effectRef idx="0">
            <a:scrgbClr r="0" g="0" b="0"/>
          </a:effectRef>
          <a:fontRef idx="minor"/>
        </p:style>
        <p:txBody>
          <a:bodyPr anchor="t">
            <a:normAutofit/>
          </a:bodyPr>
          <a:lstStyle/>
          <a:p>
            <a:pPr marL="285750" indent="-285750" defTabSz="914400">
              <a:lnSpc>
                <a:spcPct val="150000"/>
              </a:lnSpc>
              <a:spcAft>
                <a:spcPts val="600"/>
              </a:spcAft>
              <a:buFont typeface="Arial" panose="020B0604020202020204" pitchFamily="34" charset="0"/>
              <a:buChar char="•"/>
              <a:tabLst>
                <a:tab pos="0" algn="l"/>
              </a:tabLst>
            </a:pPr>
            <a:r>
              <a:rPr lang="en-US" sz="1400" b="1" u="none" strike="noStrike" dirty="0">
                <a:solidFill>
                  <a:schemeClr val="dk1"/>
                </a:solidFill>
                <a:effectLst/>
                <a:uFillTx/>
                <a:latin typeface="Manrope"/>
              </a:rPr>
              <a:t>Reactive Microservice Development</a:t>
            </a:r>
            <a:r>
              <a:rPr lang="en-US" sz="1400" u="none" strike="noStrike" dirty="0">
                <a:solidFill>
                  <a:schemeClr val="dk1"/>
                </a:solidFill>
                <a:effectLst/>
                <a:uFillTx/>
                <a:latin typeface="Manrope"/>
              </a:rPr>
              <a:t>: Designed and implemented non-blocking backend services using Spring </a:t>
            </a:r>
            <a:r>
              <a:rPr lang="en-US" sz="1400" u="none" strike="noStrike" dirty="0" err="1">
                <a:solidFill>
                  <a:schemeClr val="dk1"/>
                </a:solidFill>
                <a:effectLst/>
                <a:uFillTx/>
                <a:latin typeface="Manrope"/>
              </a:rPr>
              <a:t>WebFlux</a:t>
            </a:r>
            <a:r>
              <a:rPr lang="en-US" sz="1400" u="none" strike="noStrike" dirty="0">
                <a:solidFill>
                  <a:schemeClr val="dk1"/>
                </a:solidFill>
                <a:effectLst/>
                <a:uFillTx/>
                <a:latin typeface="Manrope"/>
              </a:rPr>
              <a:t> and </a:t>
            </a:r>
            <a:r>
              <a:rPr lang="en-US" sz="1400" u="none" strike="noStrike" dirty="0" err="1">
                <a:solidFill>
                  <a:schemeClr val="dk1"/>
                </a:solidFill>
                <a:effectLst/>
                <a:uFillTx/>
                <a:latin typeface="Manrope"/>
              </a:rPr>
              <a:t>Quarkus</a:t>
            </a:r>
            <a:r>
              <a:rPr lang="en-US" sz="1400" u="none" strike="noStrike" dirty="0">
                <a:solidFill>
                  <a:schemeClr val="dk1"/>
                </a:solidFill>
                <a:effectLst/>
                <a:uFillTx/>
                <a:latin typeface="Manrope"/>
              </a:rPr>
              <a:t> Mutiny to handle high concurrency with minimal resource footprint.</a:t>
            </a:r>
          </a:p>
          <a:p>
            <a:pPr marL="285750" indent="-285750" defTabSz="914400">
              <a:lnSpc>
                <a:spcPct val="150000"/>
              </a:lnSpc>
              <a:spcAft>
                <a:spcPts val="600"/>
              </a:spcAft>
              <a:buFont typeface="Arial" panose="020B0604020202020204" pitchFamily="34" charset="0"/>
              <a:buChar char="•"/>
              <a:tabLst>
                <a:tab pos="0" algn="l"/>
              </a:tabLst>
            </a:pPr>
            <a:r>
              <a:rPr lang="en-US" sz="1400" b="1" u="none" strike="noStrike" dirty="0">
                <a:solidFill>
                  <a:schemeClr val="dk1"/>
                </a:solidFill>
                <a:effectLst/>
                <a:uFillTx/>
                <a:latin typeface="Manrope"/>
              </a:rPr>
              <a:t>API Gateway &amp; Security</a:t>
            </a:r>
            <a:r>
              <a:rPr lang="en-US" sz="1400" u="none" strike="noStrike" dirty="0">
                <a:solidFill>
                  <a:schemeClr val="dk1"/>
                </a:solidFill>
                <a:effectLst/>
                <a:uFillTx/>
                <a:latin typeface="Manrope"/>
              </a:rPr>
              <a:t>: Built a </a:t>
            </a:r>
            <a:r>
              <a:rPr lang="en-US" sz="1400" u="none" strike="noStrike" dirty="0" err="1">
                <a:solidFill>
                  <a:schemeClr val="dk1"/>
                </a:solidFill>
                <a:effectLst/>
                <a:uFillTx/>
                <a:latin typeface="Manrope"/>
              </a:rPr>
              <a:t>GraphQL</a:t>
            </a:r>
            <a:r>
              <a:rPr lang="en-US" sz="1400" u="none" strike="noStrike" dirty="0">
                <a:solidFill>
                  <a:schemeClr val="dk1"/>
                </a:solidFill>
                <a:effectLst/>
                <a:uFillTx/>
                <a:latin typeface="Manrope"/>
              </a:rPr>
              <a:t> Backend-For-Frontend (BFF) to optimize client data fetching, secured by stateless JWT authentication and role-based access control.</a:t>
            </a:r>
          </a:p>
          <a:p>
            <a:pPr marL="285750" indent="-285750" defTabSz="914400">
              <a:lnSpc>
                <a:spcPct val="150000"/>
              </a:lnSpc>
              <a:spcAft>
                <a:spcPts val="600"/>
              </a:spcAft>
              <a:buFont typeface="Arial" panose="020B0604020202020204" pitchFamily="34" charset="0"/>
              <a:buChar char="•"/>
              <a:tabLst>
                <a:tab pos="0" algn="l"/>
              </a:tabLst>
            </a:pPr>
            <a:r>
              <a:rPr lang="en-US" sz="1400" b="1" u="none" strike="noStrike" dirty="0">
                <a:solidFill>
                  <a:schemeClr val="dk1"/>
                </a:solidFill>
                <a:effectLst/>
                <a:uFillTx/>
                <a:latin typeface="Manrope"/>
              </a:rPr>
              <a:t>Distributed Data Consistency</a:t>
            </a:r>
            <a:r>
              <a:rPr lang="en-US" sz="1400" u="none" strike="noStrike" dirty="0">
                <a:solidFill>
                  <a:schemeClr val="dk1"/>
                </a:solidFill>
                <a:effectLst/>
                <a:uFillTx/>
                <a:latin typeface="Manrope"/>
              </a:rPr>
              <a:t>: Solved the dual-write problem by implementing the Outbox Pattern, integrating </a:t>
            </a:r>
            <a:r>
              <a:rPr lang="en-US" sz="1400" u="none" strike="noStrike" dirty="0" err="1">
                <a:solidFill>
                  <a:schemeClr val="dk1"/>
                </a:solidFill>
                <a:effectLst/>
                <a:uFillTx/>
                <a:latin typeface="Manrope"/>
              </a:rPr>
              <a:t>Debezium</a:t>
            </a:r>
            <a:r>
              <a:rPr lang="en-US" sz="1400" u="none" strike="noStrike" dirty="0">
                <a:solidFill>
                  <a:schemeClr val="dk1"/>
                </a:solidFill>
                <a:effectLst/>
                <a:uFillTx/>
                <a:latin typeface="Manrope"/>
              </a:rPr>
              <a:t> (CDC) and RabbitMQ for reliable, asynchronous event streaming.</a:t>
            </a:r>
          </a:p>
          <a:p>
            <a:pPr marL="285750" indent="-285750" defTabSz="914400">
              <a:lnSpc>
                <a:spcPct val="150000"/>
              </a:lnSpc>
              <a:spcAft>
                <a:spcPts val="600"/>
              </a:spcAft>
              <a:buFont typeface="Arial" panose="020B0604020202020204" pitchFamily="34" charset="0"/>
              <a:buChar char="•"/>
              <a:tabLst>
                <a:tab pos="0" algn="l"/>
              </a:tabLst>
            </a:pPr>
            <a:r>
              <a:rPr lang="en-US" sz="1400" b="1" u="none" strike="noStrike" dirty="0">
                <a:solidFill>
                  <a:schemeClr val="dk1"/>
                </a:solidFill>
                <a:effectLst/>
                <a:uFillTx/>
                <a:latin typeface="Manrope"/>
              </a:rPr>
              <a:t>Cloud Deployment &amp; DevOps</a:t>
            </a:r>
            <a:r>
              <a:rPr lang="en-US" sz="1400" u="none" strike="noStrike" dirty="0">
                <a:solidFill>
                  <a:schemeClr val="dk1"/>
                </a:solidFill>
                <a:effectLst/>
                <a:uFillTx/>
                <a:latin typeface="Manrope"/>
              </a:rPr>
              <a:t>: Created automated CI/CD pipelines using Jenkins and deployed the containerized microservice infrastructure onto an OKD (Kubernetes) cluster.</a:t>
            </a:r>
          </a:p>
        </p:txBody>
      </p:sp>
      <p:sp>
        <p:nvSpPr>
          <p:cNvPr id="3" name="Rectangle 2">
            <a:extLst>
              <a:ext uri="{FF2B5EF4-FFF2-40B4-BE49-F238E27FC236}">
                <a16:creationId xmlns:a16="http://schemas.microsoft.com/office/drawing/2014/main" id="{B5AA8D13-79B5-05DD-0D10-531A85CB0583}"/>
              </a:ext>
            </a:extLst>
          </p:cNvPr>
          <p:cNvSpPr/>
          <p:nvPr/>
        </p:nvSpPr>
        <p:spPr>
          <a:xfrm>
            <a:off x="118108" y="529696"/>
            <a:ext cx="180000" cy="360000"/>
          </a:xfrm>
          <a:prstGeom prst="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lang="en-IT"/>
          </a:p>
        </p:txBody>
      </p:sp>
      <p:sp>
        <p:nvSpPr>
          <p:cNvPr id="4" name="Rectangle 3">
            <a:extLst>
              <a:ext uri="{FF2B5EF4-FFF2-40B4-BE49-F238E27FC236}">
                <a16:creationId xmlns:a16="http://schemas.microsoft.com/office/drawing/2014/main" id="{506C886F-B4C2-CB1A-576D-3879A39C5E01}"/>
              </a:ext>
            </a:extLst>
          </p:cNvPr>
          <p:cNvSpPr/>
          <p:nvPr/>
        </p:nvSpPr>
        <p:spPr>
          <a:xfrm>
            <a:off x="476280" y="4309731"/>
            <a:ext cx="8191080" cy="585616"/>
          </a:xfrm>
          <a:prstGeom prst="rect">
            <a:avLst/>
          </a:prstGeom>
          <a:noFill/>
          <a:ln w="0">
            <a:noFill/>
          </a:ln>
        </p:spPr>
        <p:style>
          <a:lnRef idx="0">
            <a:scrgbClr r="0" g="0" b="0"/>
          </a:lnRef>
          <a:fillRef idx="0">
            <a:scrgbClr r="0" g="0" b="0"/>
          </a:fillRef>
          <a:effectRef idx="0">
            <a:scrgbClr r="0" g="0" b="0"/>
          </a:effectRef>
          <a:fontRef idx="minor"/>
        </p:style>
        <p:txBody>
          <a:bodyPr anchor="t">
            <a:normAutofit/>
          </a:bodyPr>
          <a:lstStyle/>
          <a:p>
            <a:pPr algn="ctr" defTabSz="914400">
              <a:lnSpc>
                <a:spcPct val="150000"/>
              </a:lnSpc>
              <a:spcAft>
                <a:spcPts val="600"/>
              </a:spcAft>
              <a:tabLst>
                <a:tab pos="0" algn="l"/>
              </a:tabLst>
            </a:pPr>
            <a:r>
              <a:rPr lang="en-US" b="1" u="none" strike="noStrike" dirty="0">
                <a:solidFill>
                  <a:schemeClr val="dk1"/>
                </a:solidFill>
                <a:effectLst/>
                <a:uFillTx/>
                <a:latin typeface="Manrope"/>
              </a:rPr>
              <a:t>Thank you for your attention. Are there any questions?</a:t>
            </a:r>
          </a:p>
          <a:p>
            <a:pPr algn="ctr" defTabSz="914400">
              <a:lnSpc>
                <a:spcPct val="150000"/>
              </a:lnSpc>
              <a:spcAft>
                <a:spcPts val="600"/>
              </a:spcAft>
              <a:tabLst>
                <a:tab pos="0" algn="l"/>
              </a:tabLst>
            </a:pPr>
            <a:endParaRPr lang="en-US" b="1" u="none" strike="noStrike" dirty="0">
              <a:solidFill>
                <a:schemeClr val="dk1"/>
              </a:solidFill>
              <a:effectLst/>
              <a:uFillTx/>
              <a:latin typeface="Manrope"/>
            </a:endParaRPr>
          </a:p>
        </p:txBody>
      </p:sp>
    </p:spTree>
    <p:extLst>
      <p:ext uri="{BB962C8B-B14F-4D97-AF65-F5344CB8AC3E}">
        <p14:creationId xmlns:p14="http://schemas.microsoft.com/office/powerpoint/2010/main" val="177826559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animEffect transition="in" filter="fade">
                                      <p:cBhvr>
                                        <p:cTn id="7" dur="500"/>
                                        <p:tgtEl>
                                          <p:spTgt spid="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p:bldLst>
  </p:timing>
</p:sld>
</file>

<file path=ppt/theme/theme1.xml><?xml version="1.0" encoding="utf-8"?>
<a:theme xmlns:a="http://schemas.openxmlformats.org/drawingml/2006/main" name="Business Administration School Center by Slidesgo">
  <a:themeElements>
    <a:clrScheme name="Simple Light">
      <a:dk1>
        <a:srgbClr val="092241"/>
      </a:dk1>
      <a:lt1>
        <a:srgbClr val="F8F8F8"/>
      </a:lt1>
      <a:dk2>
        <a:srgbClr val="B7B7B7"/>
      </a:dk2>
      <a:lt2>
        <a:srgbClr val="6194E6"/>
      </a:lt2>
      <a:accent1>
        <a:srgbClr val="FFFFFF"/>
      </a:accent1>
      <a:accent2>
        <a:srgbClr val="FFFFFF"/>
      </a:accent2>
      <a:accent3>
        <a:srgbClr val="FFFFFF"/>
      </a:accent3>
      <a:accent4>
        <a:srgbClr val="FFFFFF"/>
      </a:accent4>
      <a:accent5>
        <a:srgbClr val="FFFFFF"/>
      </a:accent5>
      <a:accent6>
        <a:srgbClr val="FFFFFF"/>
      </a:accent6>
      <a:hlink>
        <a:srgbClr val="092241"/>
      </a:hlink>
      <a:folHlink>
        <a:srgbClr val="0097A7"/>
      </a:folHlink>
    </a:clrScheme>
    <a:fontScheme name="Office">
      <a:majorFont>
        <a:latin typeface="Arial"/>
        <a:ea typeface=""/>
        <a:cs typeface=""/>
      </a:majorFont>
      <a:minorFont>
        <a:latin typeface="Arial"/>
        <a:ea typeface=""/>
        <a:cs typeface=""/>
      </a:minorFont>
    </a:fontScheme>
    <a:fmtScheme>
      <a:fillStyleLst>
        <a:solidFill>
          <a:schemeClr val="phClr"/>
        </a:solidFill>
        <a:gradFill>
          <a:gsLst>
            <a:gs pos="0">
              <a:schemeClr val="phClr">
                <a:tint val="50000"/>
              </a:schemeClr>
            </a:gs>
            <a:gs pos="35000">
              <a:schemeClr val="phClr">
                <a:tint val="37000"/>
              </a:schemeClr>
            </a:gs>
            <a:gs pos="100000">
              <a:schemeClr val="phClr">
                <a:tint val="15000"/>
              </a:schemeClr>
            </a:gs>
          </a:gsLst>
          <a:lin ang="16200000" scaled="1"/>
          <a:tileRect/>
        </a:gradFill>
        <a:gradFill>
          <a:gsLst>
            <a:gs pos="0">
              <a:schemeClr val="phClr">
                <a:tint val="100000"/>
                <a:shade val="100000"/>
              </a:schemeClr>
            </a:gs>
            <a:gs pos="100000">
              <a:schemeClr val="phClr">
                <a:tint val="50000"/>
                <a:shade val="100000"/>
              </a:schemeClr>
            </a:gs>
          </a:gsLst>
          <a:lin ang="16200000" scaled="0"/>
          <a:tileRect/>
        </a:gradFill>
      </a:fillStyleLst>
      <a:lnStyleLst>
        <a:ln w="9525" cap="flat" cmpd="sng" algn="ctr">
          <a:prstDash val="solid"/>
        </a:ln>
        <a:ln w="25400" cap="flat" cmpd="sng" algn="ctr">
          <a:prstDash val="solid"/>
        </a:ln>
        <a:ln w="38100" cap="flat" cmpd="sng" algn="ctr">
          <a:prstDash val="solid"/>
        </a:ln>
      </a:lnStyleLst>
      <a:effectStyleLst>
        <a:effectStyle>
          <a:effectLst/>
        </a:effectStyle>
        <a:effectStyle>
          <a:effectLst/>
        </a:effectStyle>
        <a:effectStyle>
          <a:effectLst/>
        </a:effectStyle>
      </a:effectStyleLst>
      <a:bgFillStyleLst>
        <a:solidFill>
          <a:schemeClr val="phClr"/>
        </a:solidFill>
        <a:gradFill>
          <a:gsLst>
            <a:gs pos="0">
              <a:schemeClr val="phClr">
                <a:tint val="40000"/>
              </a:schemeClr>
            </a:gs>
            <a:gs pos="40000">
              <a:schemeClr val="phClr">
                <a:tint val="45000"/>
                <a:shade val="99000"/>
              </a:schemeClr>
            </a:gs>
            <a:gs pos="100000">
              <a:schemeClr val="phClr">
                <a:shade val="20000"/>
              </a:schemeClr>
            </a:gs>
          </a:gsLst>
          <a:path path="circle">
            <a:fillToRect l="50000" t="-80000" r="50000" b="180000"/>
          </a:path>
          <a:tileRect/>
        </a:gradFill>
        <a:gradFill>
          <a:gsLst>
            <a:gs pos="0">
              <a:schemeClr val="phClr">
                <a:tint val="80000"/>
              </a:schemeClr>
            </a:gs>
            <a:gs pos="100000">
              <a:schemeClr val="phClr">
                <a:shade val="30000"/>
              </a:schemeClr>
            </a:gs>
          </a:gsLst>
          <a:path path="circle">
            <a:fillToRect l="50000" t="50000" r="50000" b="50000"/>
          </a:path>
          <a:tileRect/>
        </a:gradFill>
      </a:bgFillStyleLst>
    </a:fmtScheme>
  </a:themeElements>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emplate/>
  <TotalTime>4129</TotalTime>
  <Words>1981</Words>
  <Application>Microsoft Macintosh PowerPoint</Application>
  <PresentationFormat>On-screen Show (16:9)</PresentationFormat>
  <Paragraphs>202</Paragraphs>
  <Slides>14</Slides>
  <Notes>14</Notes>
  <HiddenSlides>0</HiddenSlides>
  <MMClips>0</MMClips>
  <ScaleCrop>false</ScaleCrop>
  <HeadingPairs>
    <vt:vector size="6" baseType="variant">
      <vt:variant>
        <vt:lpstr>Fonts Used</vt:lpstr>
      </vt:variant>
      <vt:variant>
        <vt:i4>8</vt:i4>
      </vt:variant>
      <vt:variant>
        <vt:lpstr>Theme</vt:lpstr>
      </vt:variant>
      <vt:variant>
        <vt:i4>1</vt:i4>
      </vt:variant>
      <vt:variant>
        <vt:lpstr>Slide Titles</vt:lpstr>
      </vt:variant>
      <vt:variant>
        <vt:i4>14</vt:i4>
      </vt:variant>
    </vt:vector>
  </HeadingPairs>
  <TitlesOfParts>
    <vt:vector size="23" baseType="lpstr">
      <vt:lpstr>Aptos</vt:lpstr>
      <vt:lpstr>Archivo Black</vt:lpstr>
      <vt:lpstr>Arial</vt:lpstr>
      <vt:lpstr>Courier New</vt:lpstr>
      <vt:lpstr>Manrope</vt:lpstr>
      <vt:lpstr>OpenSymbol</vt:lpstr>
      <vt:lpstr>Symbol</vt:lpstr>
      <vt:lpstr>Wingdings</vt:lpstr>
      <vt:lpstr>Business Administration School Center by Slidesgo</vt:lpstr>
      <vt:lpstr>Design and Implementation of a Cloud-Native Reactive Architecture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Microsoft Corporation</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cp:lastModifiedBy>Federico Palazzi</cp:lastModifiedBy>
  <cp:revision>36</cp:revision>
  <dcterms:modified xsi:type="dcterms:W3CDTF">2026-03-24T16:54:06Z</dcterms:modified>
</cp:coreProperties>
</file>

<file path=docProps/core0.xml><?xml version="1.0" encoding="utf-8"?>
<cp:coreProperties xmlns:cp="http://schemas.openxmlformats.org/package/2006/metadata/core-properties" xmlns:dc="http://purl.org/dc/elements/1.1/" xmlns:dcterms="http://purl.org/dc/terms/" xmlns:dcmitype="http://purl.org/dc/dcmitype/" xmlns:xsi="http://www.w3.org/2001/XMLSchema-instance">
  <dcterms:created xsi:type="dcterms:W3CDTF">2026-03-21T19:14:26Z</dcterms:created>
  <dc:creator>Unknown Creator</dc:creator>
  <dc:description/>
  <dc:language>en-US</dc:language>
  <cp:lastModifiedBy>Unknown Creator</cp:lastModifiedBy>
  <dcterms:modified xsi:type="dcterms:W3CDTF">2026-03-21T19:14:26Z</dcterms:modified>
  <cp:revision>0</cp:revision>
  <dc:subject/>
  <dc:title>Untitled Presentation</dc:title>
</cp:coreProperties>
</file>

<file path=docProps/custom.xml><?xml version="1.0" encoding="utf-8"?>
<Properties xmlns="http://schemas.openxmlformats.org/officeDocument/2006/custom-properties" xmlns:vt="http://schemas.openxmlformats.org/officeDocument/2006/docPropsVTypes">
  <property fmtid="{D5CDD505-2E9C-101B-9397-08002B2CF9AE}" pid="2" name="Slides">
    <vt:r8>12</vt:r8>
  </property>
</Properties>
</file>