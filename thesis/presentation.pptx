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71" r:id="rId3"/>
    <p:sldId id="270" r:id="rId4"/>
    <p:sldId id="273" r:id="rId5"/>
    <p:sldId id="274" r:id="rId6"/>
    <p:sldId id="275" r:id="rId7"/>
    <p:sldId id="269" r:id="rId8"/>
  </p:sldIdLst>
  <p:sldSz cx="9144000" cy="5143500" type="screen16x9"/>
  <p:notesSz cx="6858000" cy="9144000"/>
  <p:defaultText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FCDA9A2-867F-514A-8A60-9F0671933454}">
          <p14:sldIdLst>
            <p14:sldId id="256"/>
            <p14:sldId id="271"/>
            <p14:sldId id="270"/>
            <p14:sldId id="273"/>
            <p14:sldId id="274"/>
            <p14:sldId id="275"/>
            <p14:sldId id="26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67"/>
    <p:restoredTop sz="89097"/>
  </p:normalViewPr>
  <p:slideViewPr>
    <p:cSldViewPr snapToGrid="0">
      <p:cViewPr>
        <p:scale>
          <a:sx n="148" d="100"/>
          <a:sy n="148" d="100"/>
        </p:scale>
        <p:origin x="400" y="8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CB9163-04AD-BE49-9751-21A0AC653812}" type="datetimeFigureOut">
              <a:rPr lang="en-IT" smtClean="0"/>
              <a:t>22/03/26</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FD4C87-9CAF-0C4E-93E7-020DE1465132}" type="slidenum">
              <a:rPr lang="en-IT" smtClean="0"/>
              <a:t>‹#›</a:t>
            </a:fld>
            <a:endParaRPr lang="en-IT"/>
          </a:p>
        </p:txBody>
      </p:sp>
    </p:spTree>
    <p:extLst>
      <p:ext uri="{BB962C8B-B14F-4D97-AF65-F5344CB8AC3E}">
        <p14:creationId xmlns:p14="http://schemas.microsoft.com/office/powerpoint/2010/main" val="791018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600" dirty="0"/>
              <a:t>Before diving into the architecture of Smart Travel, it is important to understand the context of this project and why I chose a cloud-native approach.</a:t>
            </a:r>
          </a:p>
          <a:p>
            <a:r>
              <a:rPr lang="en-GB" sz="1600" dirty="0"/>
              <a:t>Traditionally, enterprise applications were built as Monoliths — meaning the user interface, the business logic, and the data access were all bundled into one massive application, sharing a single database. </a:t>
            </a:r>
          </a:p>
          <a:p>
            <a:r>
              <a:rPr lang="en-GB" sz="1600" dirty="0"/>
              <a:t>While this is easy to build initially, it creates severe problems. For example, if we catch a bug in a particular module of the application, it can crash or affect the entire system.</a:t>
            </a:r>
          </a:p>
          <a:p>
            <a:r>
              <a:rPr lang="en-GB" sz="1600" dirty="0"/>
              <a:t>If there is a massive spike in web traffic, we have to duplicate the </a:t>
            </a:r>
            <a:r>
              <a:rPr lang="en-GB" sz="1600" i="1" dirty="0"/>
              <a:t>entire</a:t>
            </a:r>
            <a:r>
              <a:rPr lang="en-GB" sz="1600" dirty="0"/>
              <a:t> heavy application just to handle the load.</a:t>
            </a:r>
          </a:p>
          <a:p>
            <a:endParaRPr lang="en-GB" sz="1600" dirty="0"/>
          </a:p>
          <a:p>
            <a:r>
              <a:rPr lang="en-GB" sz="1600" dirty="0"/>
              <a:t>To solve this, the industry has shifted to Microservices. By breaking the system down into small, independent domains we gain three advantages: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600" b="1" dirty="0"/>
              <a:t>Fault Tolerance</a:t>
            </a:r>
            <a:r>
              <a:rPr lang="en-GB" sz="1600" dirty="0"/>
              <a:t>. If one microservice crashes, the functionalities provided by the other ones can still be accessed by users. </a:t>
            </a:r>
          </a:p>
          <a:p>
            <a:pPr marL="171450" indent="-171450">
              <a:buFont typeface="Arial" panose="020B0604020202020204" pitchFamily="34" charset="0"/>
              <a:buChar char="•"/>
            </a:pPr>
            <a:r>
              <a:rPr lang="en-GB" sz="1600" b="1" dirty="0"/>
              <a:t>Scalability</a:t>
            </a:r>
            <a:r>
              <a:rPr lang="en-GB" sz="1600" dirty="0"/>
              <a:t>. If one microservice gets heavy traffic, we can scale it without touching the other services.</a:t>
            </a:r>
          </a:p>
          <a:p>
            <a:pPr marL="171450" indent="-171450">
              <a:buFont typeface="Arial" panose="020B0604020202020204" pitchFamily="34" charset="0"/>
              <a:buChar char="•"/>
            </a:pPr>
            <a:r>
              <a:rPr lang="en-GB" sz="1600" b="1" dirty="0"/>
              <a:t>Agility</a:t>
            </a:r>
            <a:r>
              <a:rPr lang="en-GB" sz="1600" dirty="0"/>
              <a:t>. We can deploy new features multiple times a day without taking the system offline.</a:t>
            </a:r>
          </a:p>
          <a:p>
            <a:pPr marL="0" indent="0">
              <a:buFont typeface="Arial" panose="020B0604020202020204" pitchFamily="34" charset="0"/>
              <a:buNone/>
            </a:pPr>
            <a:endParaRPr lang="en-GB" sz="1600" dirty="0"/>
          </a:p>
          <a:p>
            <a:pPr marL="0" indent="0">
              <a:buFont typeface="Arial" panose="020B0604020202020204" pitchFamily="34" charset="0"/>
              <a:buNone/>
            </a:pPr>
            <a:endParaRPr lang="en-GB" sz="1600" dirty="0"/>
          </a:p>
          <a:p>
            <a:pPr marL="0" indent="0">
              <a:buFont typeface="Arial" panose="020B0604020202020204" pitchFamily="34" charset="0"/>
              <a:buNone/>
            </a:pPr>
            <a:r>
              <a:rPr lang="en-GB" sz="4800" b="1" dirty="0"/>
              <a:t>Cloud-Native</a:t>
            </a:r>
          </a:p>
          <a:p>
            <a:pPr marL="0" indent="0">
              <a:buFont typeface="Arial" panose="020B0604020202020204" pitchFamily="34" charset="0"/>
              <a:buNone/>
            </a:pPr>
            <a:endParaRPr lang="en-GB" sz="3600" b="1" dirty="0"/>
          </a:p>
          <a:p>
            <a:r>
              <a:rPr lang="en-GB" dirty="0"/>
              <a:t>Cloud-native means designing the application specifically to leverage cloud infrastructure. To achieve it I did the following:</a:t>
            </a:r>
            <a:endParaRPr lang="en-GB" b="1" dirty="0"/>
          </a:p>
          <a:p>
            <a:pPr marL="171450" indent="-171450">
              <a:buFont typeface="Arial" panose="020B0604020202020204" pitchFamily="34" charset="0"/>
              <a:buChar char="•"/>
            </a:pPr>
            <a:r>
              <a:rPr lang="en-GB" b="1" dirty="0"/>
              <a:t>Containerization &amp; Immutability:</a:t>
            </a:r>
            <a:r>
              <a:rPr lang="en-GB" dirty="0"/>
              <a:t> I packaged every microservice into a Docker image. This guarantees that the code runs exactly the same on any kind of execution environment.</a:t>
            </a:r>
          </a:p>
          <a:p>
            <a:pPr marL="171450" indent="-171450">
              <a:buFont typeface="Arial" panose="020B0604020202020204" pitchFamily="34" charset="0"/>
              <a:buChar char="•"/>
            </a:pPr>
            <a:r>
              <a:rPr lang="en-GB" b="1" dirty="0"/>
              <a:t>Statelessness via JWT:</a:t>
            </a:r>
            <a:r>
              <a:rPr lang="en-GB" dirty="0"/>
              <a:t> The microservices do not store user sessions in memory, instead they use stateless JSON Web Tokens validated by the BFF. By doing this, OKD can safely destroy or duplicate any Pod at any time without logging the user out or losing data.</a:t>
            </a:r>
          </a:p>
          <a:p>
            <a:pPr marL="171450" indent="-171450">
              <a:buFont typeface="Arial" panose="020B0604020202020204" pitchFamily="34" charset="0"/>
              <a:buChar char="•"/>
            </a:pPr>
            <a:r>
              <a:rPr lang="en-GB" b="1" dirty="0"/>
              <a:t>Declarative Orchestration:</a:t>
            </a:r>
            <a:r>
              <a:rPr lang="en-GB" dirty="0"/>
              <a:t> Instead of manually starting servers, I wrote OKD </a:t>
            </a:r>
            <a:r>
              <a:rPr lang="en-GB" sz="1200" kern="1200" dirty="0">
                <a:solidFill>
                  <a:schemeClr val="tx1"/>
                </a:solidFill>
                <a:latin typeface="+mn-lt"/>
                <a:ea typeface="+mn-ea"/>
                <a:cs typeface="+mn-cs"/>
              </a:rPr>
              <a:t>Deployment</a:t>
            </a:r>
            <a:r>
              <a:rPr lang="en-GB" dirty="0"/>
              <a:t> manifests to tell OKD, for example, "I want 2 replicas of the Order API running," and the cluster's control plane constantly monitors and adjusts the system to maintain that state.</a:t>
            </a:r>
          </a:p>
          <a:p>
            <a:endParaRPr lang="en-IT" dirty="0"/>
          </a:p>
          <a:p>
            <a:endParaRPr lang="en-IT" dirty="0"/>
          </a:p>
          <a:p>
            <a:endParaRPr lang="en-IT" dirty="0"/>
          </a:p>
        </p:txBody>
      </p:sp>
      <p:sp>
        <p:nvSpPr>
          <p:cNvPr id="4" name="Slide Number Placeholder 3"/>
          <p:cNvSpPr>
            <a:spLocks noGrp="1"/>
          </p:cNvSpPr>
          <p:nvPr>
            <p:ph type="sldNum" sz="quarter" idx="5"/>
          </p:nvPr>
        </p:nvSpPr>
        <p:spPr/>
        <p:txBody>
          <a:bodyPr/>
          <a:lstStyle/>
          <a:p>
            <a:fld id="{A1FD4C87-9CAF-0C4E-93E7-020DE1465132}" type="slidenum">
              <a:rPr lang="en-IT" smtClean="0"/>
              <a:t>2</a:t>
            </a:fld>
            <a:endParaRPr lang="en-IT"/>
          </a:p>
        </p:txBody>
      </p:sp>
    </p:spTree>
    <p:extLst>
      <p:ext uri="{BB962C8B-B14F-4D97-AF65-F5344CB8AC3E}">
        <p14:creationId xmlns:p14="http://schemas.microsoft.com/office/powerpoint/2010/main" val="4158992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C29F4-FD1D-0D0B-AAD1-D47CA0C1D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98789B-8E0C-6FE2-737F-9961051AE6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F20990-BE5E-2CC3-9C3D-3B4F336259F3}"/>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DB9F2F12-B31B-A585-28C8-2AF6B70DE66F}"/>
              </a:ext>
            </a:extLst>
          </p:cNvPr>
          <p:cNvSpPr>
            <a:spLocks noGrp="1"/>
          </p:cNvSpPr>
          <p:nvPr>
            <p:ph type="sldNum" sz="quarter" idx="5"/>
          </p:nvPr>
        </p:nvSpPr>
        <p:spPr/>
        <p:txBody>
          <a:bodyPr/>
          <a:lstStyle/>
          <a:p>
            <a:fld id="{A1FD4C87-9CAF-0C4E-93E7-020DE1465132}" type="slidenum">
              <a:rPr lang="en-IT" smtClean="0"/>
              <a:t>3</a:t>
            </a:fld>
            <a:endParaRPr lang="en-IT"/>
          </a:p>
        </p:txBody>
      </p:sp>
    </p:spTree>
    <p:extLst>
      <p:ext uri="{BB962C8B-B14F-4D97-AF65-F5344CB8AC3E}">
        <p14:creationId xmlns:p14="http://schemas.microsoft.com/office/powerpoint/2010/main" val="1723885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719DB-9665-3148-BD6B-860AB3D719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372964-627A-AE03-A9BD-BAFB316B9F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F31B90-2FA4-BB3B-CB64-D5D041430D2C}"/>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13A908DB-582D-7FC3-5D3D-62F7C0B066A1}"/>
              </a:ext>
            </a:extLst>
          </p:cNvPr>
          <p:cNvSpPr>
            <a:spLocks noGrp="1"/>
          </p:cNvSpPr>
          <p:nvPr>
            <p:ph type="sldNum" sz="quarter" idx="5"/>
          </p:nvPr>
        </p:nvSpPr>
        <p:spPr/>
        <p:txBody>
          <a:bodyPr/>
          <a:lstStyle/>
          <a:p>
            <a:fld id="{A1FD4C87-9CAF-0C4E-93E7-020DE1465132}" type="slidenum">
              <a:rPr lang="en-IT" smtClean="0"/>
              <a:t>4</a:t>
            </a:fld>
            <a:endParaRPr lang="en-IT"/>
          </a:p>
        </p:txBody>
      </p:sp>
    </p:spTree>
    <p:extLst>
      <p:ext uri="{BB962C8B-B14F-4D97-AF65-F5344CB8AC3E}">
        <p14:creationId xmlns:p14="http://schemas.microsoft.com/office/powerpoint/2010/main" val="25205988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FC870-CCC2-8042-5705-A35AE093F3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38542E-4482-3463-86CB-BECD934C6C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9B00D2-5BCC-9A21-8C65-0A9C6423F43B}"/>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D8227DD4-1996-A242-88AD-759176E23A35}"/>
              </a:ext>
            </a:extLst>
          </p:cNvPr>
          <p:cNvSpPr>
            <a:spLocks noGrp="1"/>
          </p:cNvSpPr>
          <p:nvPr>
            <p:ph type="sldNum" sz="quarter" idx="5"/>
          </p:nvPr>
        </p:nvSpPr>
        <p:spPr/>
        <p:txBody>
          <a:bodyPr/>
          <a:lstStyle/>
          <a:p>
            <a:fld id="{A1FD4C87-9CAF-0C4E-93E7-020DE1465132}" type="slidenum">
              <a:rPr lang="en-IT" smtClean="0"/>
              <a:t>5</a:t>
            </a:fld>
            <a:endParaRPr lang="en-IT"/>
          </a:p>
        </p:txBody>
      </p:sp>
    </p:spTree>
    <p:extLst>
      <p:ext uri="{BB962C8B-B14F-4D97-AF65-F5344CB8AC3E}">
        <p14:creationId xmlns:p14="http://schemas.microsoft.com/office/powerpoint/2010/main" val="880904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DB3DC-B4BF-EA17-6AD6-91D30E8721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70F7D5-E622-0859-7B59-EB6CEAD267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561704-D80D-BE1A-D2AB-55B82C031F06}"/>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7D4860AA-AD9A-1246-A9A9-EB906ECFDD27}"/>
              </a:ext>
            </a:extLst>
          </p:cNvPr>
          <p:cNvSpPr>
            <a:spLocks noGrp="1"/>
          </p:cNvSpPr>
          <p:nvPr>
            <p:ph type="sldNum" sz="quarter" idx="5"/>
          </p:nvPr>
        </p:nvSpPr>
        <p:spPr/>
        <p:txBody>
          <a:bodyPr/>
          <a:lstStyle/>
          <a:p>
            <a:fld id="{A1FD4C87-9CAF-0C4E-93E7-020DE1465132}" type="slidenum">
              <a:rPr lang="en-IT" smtClean="0"/>
              <a:t>6</a:t>
            </a:fld>
            <a:endParaRPr lang="en-IT"/>
          </a:p>
        </p:txBody>
      </p:sp>
    </p:spTree>
    <p:extLst>
      <p:ext uri="{BB962C8B-B14F-4D97-AF65-F5344CB8AC3E}">
        <p14:creationId xmlns:p14="http://schemas.microsoft.com/office/powerpoint/2010/main" val="1054108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13160" y="539640"/>
            <a:ext cx="4807080" cy="2003760"/>
          </a:xfrm>
          <a:prstGeom prst="rect">
            <a:avLst/>
          </a:prstGeom>
          <a:noFill/>
          <a:ln w="0">
            <a:noFill/>
          </a:ln>
        </p:spPr>
        <p:txBody>
          <a:bodyPr lIns="91440" tIns="91440" rIns="91440" bIns="91440" anchor="ctr">
            <a:noAutofit/>
          </a:bodyPr>
          <a:lstStyle/>
          <a:p>
            <a:pPr indent="0">
              <a:buNone/>
            </a:pPr>
            <a:r>
              <a:rPr lang="fr-FR" sz="3800" b="0" u="none" strike="noStrike">
                <a:solidFill>
                  <a:schemeClr val="dk1"/>
                </a:solidFill>
                <a:effectLst/>
                <a:uFillTx/>
                <a:latin typeface="Arial"/>
              </a:rPr>
              <a:t>Click to edit the title text format</a:t>
            </a:r>
          </a:p>
        </p:txBody>
      </p:sp>
      <p:sp>
        <p:nvSpPr>
          <p:cNvPr id="3" name="PlaceHolder 2"/>
          <p:cNvSpPr>
            <a:spLocks noGrp="1"/>
          </p:cNvSpPr>
          <p:nvPr>
            <p:ph type="body"/>
          </p:nvPr>
        </p:nvSpPr>
        <p:spPr>
          <a:xfrm>
            <a:off x="5654880" y="1312560"/>
            <a:ext cx="2851920" cy="2851920"/>
          </a:xfrm>
          <a:prstGeom prst="rect">
            <a:avLst/>
          </a:prstGeom>
          <a:noFill/>
          <a:ln w="76320">
            <a:solidFill>
              <a:schemeClr val="lt1"/>
            </a:solidFill>
            <a:round/>
          </a:ln>
        </p:spPr>
        <p:txBody>
          <a:bodyPr lIns="90000" tIns="45000" rIns="90000" bIns="45000" anchor="t">
            <a:normAutofit fontScale="4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13160" y="1440000"/>
            <a:ext cx="4032720" cy="1080360"/>
          </a:xfrm>
          <a:prstGeom prst="rect">
            <a:avLst/>
          </a:prstGeom>
          <a:solidFill>
            <a:schemeClr val="lt2"/>
          </a:solidFill>
          <a:ln w="0">
            <a:noFill/>
          </a:ln>
        </p:spPr>
        <p:txBody>
          <a:bodyPr lIns="91440" tIns="91440" rIns="91440" bIns="91440" anchor="ctr">
            <a:noAutofit/>
          </a:bodyPr>
          <a:lstStyle/>
          <a:p>
            <a:pPr indent="0">
              <a:lnSpc>
                <a:spcPct val="100000"/>
              </a:lnSpc>
              <a:buNone/>
            </a:pPr>
            <a:r>
              <a:rPr lang="fr-FR" sz="5000" b="0" u="none" strike="noStrike">
                <a:solidFill>
                  <a:schemeClr val="dk1"/>
                </a:solidFill>
                <a:effectLst/>
                <a:uFillTx/>
                <a:latin typeface="Archivo Black"/>
                <a:ea typeface="Archivo Black"/>
              </a:rPr>
              <a:t>xx%</a:t>
            </a:r>
            <a:endParaRPr lang="fr-FR" sz="5000" b="0" u="none" strike="noStrike">
              <a:solidFill>
                <a:schemeClr val="dk1"/>
              </a:solidFill>
              <a:effectLst/>
              <a:uFillTx/>
              <a:latin typeface="Arial"/>
            </a:endParaRPr>
          </a:p>
        </p:txBody>
      </p:sp>
      <p:sp>
        <p:nvSpPr>
          <p:cNvPr id="5" name="PlaceHolder 2"/>
          <p:cNvSpPr>
            <a:spLocks noGrp="1"/>
          </p:cNvSpPr>
          <p:nvPr>
            <p:ph type="body"/>
          </p:nvPr>
        </p:nvSpPr>
        <p:spPr>
          <a:xfrm>
            <a:off x="5397480" y="1055160"/>
            <a:ext cx="3033000" cy="3033000"/>
          </a:xfrm>
          <a:prstGeom prst="rect">
            <a:avLst/>
          </a:prstGeom>
          <a:noFill/>
          <a:ln w="38160">
            <a:solidFill>
              <a:schemeClr val="lt1"/>
            </a:solidFill>
            <a:round/>
          </a:ln>
        </p:spPr>
        <p:txBody>
          <a:bodyPr lIns="90000" tIns="45000" rIns="90000" bIns="45000" anchor="t">
            <a:normAutofit fontScale="4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grpSp>
        <p:nvGrpSpPr>
          <p:cNvPr id="6" name="Google Shape;146;p11"/>
          <p:cNvGrpSpPr/>
          <p:nvPr/>
        </p:nvGrpSpPr>
        <p:grpSpPr>
          <a:xfrm>
            <a:off x="3333960" y="4349160"/>
            <a:ext cx="1309320" cy="257400"/>
            <a:chOff x="3333960" y="4349160"/>
            <a:chExt cx="1309320" cy="257400"/>
          </a:xfrm>
        </p:grpSpPr>
        <p:sp>
          <p:nvSpPr>
            <p:cNvPr id="7" name="Google Shape;147;p11"/>
            <p:cNvSpPr/>
            <p:nvPr/>
          </p:nvSpPr>
          <p:spPr>
            <a:xfrm flipV="1">
              <a:off x="3753360" y="4533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 name="Google Shape;148;p11"/>
            <p:cNvSpPr/>
            <p:nvPr/>
          </p:nvSpPr>
          <p:spPr>
            <a:xfrm flipV="1">
              <a:off x="3957480" y="4533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 name="Google Shape;149;p11"/>
            <p:cNvSpPr/>
            <p:nvPr/>
          </p:nvSpPr>
          <p:spPr>
            <a:xfrm flipV="1">
              <a:off x="4161600" y="4533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 name="Google Shape;150;p11"/>
            <p:cNvSpPr/>
            <p:nvPr/>
          </p:nvSpPr>
          <p:spPr>
            <a:xfrm flipV="1">
              <a:off x="4365720" y="4533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 name="Google Shape;151;p11"/>
            <p:cNvSpPr/>
            <p:nvPr/>
          </p:nvSpPr>
          <p:spPr>
            <a:xfrm flipV="1">
              <a:off x="4569840" y="4533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 name="Google Shape;152;p11"/>
            <p:cNvSpPr/>
            <p:nvPr/>
          </p:nvSpPr>
          <p:spPr>
            <a:xfrm flipV="1">
              <a:off x="3333960" y="4349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 name="Google Shape;153;p11"/>
            <p:cNvSpPr/>
            <p:nvPr/>
          </p:nvSpPr>
          <p:spPr>
            <a:xfrm flipV="1">
              <a:off x="3538080" y="4349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 name="Google Shape;154;p11"/>
            <p:cNvSpPr/>
            <p:nvPr/>
          </p:nvSpPr>
          <p:spPr>
            <a:xfrm flipV="1">
              <a:off x="3742200" y="4349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 name="Google Shape;155;p11"/>
            <p:cNvSpPr/>
            <p:nvPr/>
          </p:nvSpPr>
          <p:spPr>
            <a:xfrm flipV="1">
              <a:off x="3946320" y="4349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 name="Google Shape;156;p11"/>
            <p:cNvSpPr/>
            <p:nvPr/>
          </p:nvSpPr>
          <p:spPr>
            <a:xfrm flipV="1">
              <a:off x="4150440" y="4349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18" name="PlaceHolder 2"/>
          <p:cNvSpPr>
            <a:spLocks noGrp="1"/>
          </p:cNvSpPr>
          <p:nvPr>
            <p:ph type="title"/>
          </p:nvPr>
        </p:nvSpPr>
        <p:spPr>
          <a:xfrm>
            <a:off x="796320" y="1633680"/>
            <a:ext cx="707040" cy="1235520"/>
          </a:xfrm>
          <a:prstGeom prst="rect">
            <a:avLst/>
          </a:prstGeom>
          <a:solidFill>
            <a:schemeClr val="lt2"/>
          </a:solidFill>
          <a:ln w="0">
            <a:noFill/>
          </a:ln>
        </p:spPr>
        <p:txBody>
          <a:bodyPr lIns="91440" tIns="91440" rIns="91440" bIns="91440" anchor="ctr">
            <a:noAutofit/>
          </a:bodyPr>
          <a:lstStyle/>
          <a:p>
            <a:pPr indent="0" algn="ctr">
              <a:lnSpc>
                <a:spcPct val="100000"/>
              </a:lnSpc>
              <a:buNone/>
            </a:pPr>
            <a:r>
              <a:rPr lang="fr-FR" sz="3000" b="0" u="none" strike="noStrike">
                <a:solidFill>
                  <a:schemeClr val="dk1"/>
                </a:solidFill>
                <a:effectLst/>
                <a:uFillTx/>
                <a:latin typeface="Archivo Black"/>
                <a:ea typeface="Archivo Black"/>
              </a:rPr>
              <a:t>xx%</a:t>
            </a:r>
            <a:endParaRPr lang="fr-FR" sz="3000" b="0" u="none" strike="noStrike">
              <a:solidFill>
                <a:schemeClr val="dk1"/>
              </a:solidFill>
              <a:effectLst/>
              <a:uFillTx/>
              <a:latin typeface="Arial"/>
            </a:endParaRPr>
          </a:p>
        </p:txBody>
      </p:sp>
      <p:sp>
        <p:nvSpPr>
          <p:cNvPr id="19" name="PlaceHolder 3"/>
          <p:cNvSpPr>
            <a:spLocks noGrp="1"/>
          </p:cNvSpPr>
          <p:nvPr>
            <p:ph type="title"/>
          </p:nvPr>
        </p:nvSpPr>
        <p:spPr>
          <a:xfrm>
            <a:off x="4750920" y="3290760"/>
            <a:ext cx="707040" cy="1235520"/>
          </a:xfrm>
          <a:prstGeom prst="rect">
            <a:avLst/>
          </a:prstGeom>
          <a:solidFill>
            <a:schemeClr val="lt2"/>
          </a:solidFill>
          <a:ln w="0">
            <a:noFill/>
          </a:ln>
        </p:spPr>
        <p:txBody>
          <a:bodyPr lIns="91440" tIns="91440" rIns="91440" bIns="91440" anchor="ctr">
            <a:noAutofit/>
          </a:bodyPr>
          <a:lstStyle/>
          <a:p>
            <a:pPr indent="0" algn="r">
              <a:lnSpc>
                <a:spcPct val="100000"/>
              </a:lnSpc>
              <a:buNone/>
            </a:pPr>
            <a:r>
              <a:rPr lang="fr-FR" sz="3000" b="0" u="none" strike="noStrike">
                <a:solidFill>
                  <a:schemeClr val="dk1"/>
                </a:solidFill>
                <a:effectLst/>
                <a:uFillTx/>
                <a:latin typeface="Archivo Black"/>
                <a:ea typeface="Archivo Black"/>
              </a:rPr>
              <a:t>xx%</a:t>
            </a:r>
            <a:endParaRPr lang="fr-FR" sz="3000" b="0" u="none" strike="noStrike">
              <a:solidFill>
                <a:schemeClr val="dk1"/>
              </a:solidFill>
              <a:effectLst/>
              <a:uFillTx/>
              <a:latin typeface="Arial"/>
            </a:endParaRPr>
          </a:p>
        </p:txBody>
      </p:sp>
      <p:sp>
        <p:nvSpPr>
          <p:cNvPr id="20" name="PlaceHolder 4"/>
          <p:cNvSpPr>
            <a:spLocks noGrp="1"/>
          </p:cNvSpPr>
          <p:nvPr>
            <p:ph type="title"/>
          </p:nvPr>
        </p:nvSpPr>
        <p:spPr>
          <a:xfrm>
            <a:off x="796320" y="3290760"/>
            <a:ext cx="707040" cy="1235520"/>
          </a:xfrm>
          <a:prstGeom prst="rect">
            <a:avLst/>
          </a:prstGeom>
          <a:solidFill>
            <a:schemeClr val="lt2"/>
          </a:solidFill>
          <a:ln w="0">
            <a:noFill/>
          </a:ln>
        </p:spPr>
        <p:txBody>
          <a:bodyPr lIns="91440" tIns="91440" rIns="91440" bIns="91440" anchor="ctr">
            <a:noAutofit/>
          </a:bodyPr>
          <a:lstStyle/>
          <a:p>
            <a:pPr indent="0" algn="r">
              <a:lnSpc>
                <a:spcPct val="100000"/>
              </a:lnSpc>
              <a:buNone/>
            </a:pPr>
            <a:r>
              <a:rPr lang="fr-FR" sz="3000" b="0" u="none" strike="noStrike">
                <a:solidFill>
                  <a:schemeClr val="dk1"/>
                </a:solidFill>
                <a:effectLst/>
                <a:uFillTx/>
                <a:latin typeface="Archivo Black"/>
                <a:ea typeface="Archivo Black"/>
              </a:rPr>
              <a:t>xx%</a:t>
            </a:r>
            <a:endParaRPr lang="fr-FR" sz="3000" b="0" u="none" strike="noStrike">
              <a:solidFill>
                <a:schemeClr val="dk1"/>
              </a:solidFill>
              <a:effectLst/>
              <a:uFillTx/>
              <a:latin typeface="Arial"/>
            </a:endParaRPr>
          </a:p>
        </p:txBody>
      </p:sp>
      <p:sp>
        <p:nvSpPr>
          <p:cNvPr id="21" name="PlaceHolder 5"/>
          <p:cNvSpPr>
            <a:spLocks noGrp="1"/>
          </p:cNvSpPr>
          <p:nvPr>
            <p:ph type="title"/>
          </p:nvPr>
        </p:nvSpPr>
        <p:spPr>
          <a:xfrm>
            <a:off x="4750920" y="1633680"/>
            <a:ext cx="707040" cy="1235520"/>
          </a:xfrm>
          <a:prstGeom prst="rect">
            <a:avLst/>
          </a:prstGeom>
          <a:solidFill>
            <a:schemeClr val="lt2"/>
          </a:solidFill>
          <a:ln w="0">
            <a:noFill/>
          </a:ln>
        </p:spPr>
        <p:txBody>
          <a:bodyPr lIns="91440" tIns="91440" rIns="91440" bIns="91440" anchor="ctr">
            <a:noAutofit/>
          </a:bodyPr>
          <a:lstStyle/>
          <a:p>
            <a:pPr indent="0" algn="r">
              <a:lnSpc>
                <a:spcPct val="100000"/>
              </a:lnSpc>
              <a:buNone/>
            </a:pPr>
            <a:r>
              <a:rPr lang="fr-FR" sz="3000" b="0" u="none" strike="noStrike">
                <a:solidFill>
                  <a:schemeClr val="dk1"/>
                </a:solidFill>
                <a:effectLst/>
                <a:uFillTx/>
                <a:latin typeface="Archivo Black"/>
                <a:ea typeface="Archivo Black"/>
              </a:rPr>
              <a:t>xx%</a:t>
            </a:r>
            <a:endParaRPr lang="fr-FR" sz="3000" b="0" u="none" strike="noStrike">
              <a:solidFill>
                <a:schemeClr val="dk1"/>
              </a:solidFill>
              <a:effectLst/>
              <a:uFillTx/>
              <a:latin typeface="Arial"/>
            </a:endParaRPr>
          </a:p>
        </p:txBody>
      </p:sp>
      <p:grpSp>
        <p:nvGrpSpPr>
          <p:cNvPr id="22" name="Google Shape;172;p13"/>
          <p:cNvGrpSpPr/>
          <p:nvPr/>
        </p:nvGrpSpPr>
        <p:grpSpPr>
          <a:xfrm>
            <a:off x="7527600" y="-437040"/>
            <a:ext cx="2303280" cy="2075400"/>
            <a:chOff x="7527600" y="-437040"/>
            <a:chExt cx="2303280" cy="2075400"/>
          </a:xfrm>
        </p:grpSpPr>
        <p:sp>
          <p:nvSpPr>
            <p:cNvPr id="23" name="Google Shape;173;p13"/>
            <p:cNvSpPr/>
            <p:nvPr/>
          </p:nvSpPr>
          <p:spPr>
            <a:xfrm rot="16200000" flipH="1">
              <a:off x="7653240" y="-5796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4" name="Google Shape;174;p13"/>
            <p:cNvGrpSpPr/>
            <p:nvPr/>
          </p:nvGrpSpPr>
          <p:grpSpPr>
            <a:xfrm>
              <a:off x="7527600" y="-190440"/>
              <a:ext cx="2303280" cy="1828800"/>
              <a:chOff x="7527600" y="-190440"/>
              <a:chExt cx="2303280" cy="1828800"/>
            </a:xfrm>
          </p:grpSpPr>
          <p:sp>
            <p:nvSpPr>
              <p:cNvPr id="25" name="Google Shape;175;p13"/>
              <p:cNvSpPr/>
              <p:nvPr/>
            </p:nvSpPr>
            <p:spPr>
              <a:xfrm rot="2699400" flipH="1">
                <a:off x="8755560" y="66600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 name="Google Shape;176;p13"/>
              <p:cNvSpPr/>
              <p:nvPr/>
            </p:nvSpPr>
            <p:spPr>
              <a:xfrm>
                <a:off x="7979760" y="32904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 name="Google Shape;177;p13"/>
              <p:cNvSpPr/>
              <p:nvPr/>
            </p:nvSpPr>
            <p:spPr>
              <a:xfrm rot="2699400" flipH="1">
                <a:off x="7437960" y="16812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8" name="Google Shape;178;p13"/>
            <p:cNvSpPr/>
            <p:nvPr/>
          </p:nvSpPr>
          <p:spPr>
            <a:xfrm rot="2700000">
              <a:off x="7775640" y="-183240"/>
              <a:ext cx="770040" cy="12744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1_1">
    <p:bg>
      <p:bgPr>
        <a:solidFill>
          <a:schemeClr val="lt1"/>
        </a:solidFill>
        <a:effectLst/>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713160" y="4091040"/>
            <a:ext cx="4620600" cy="53172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grpSp>
        <p:nvGrpSpPr>
          <p:cNvPr id="30" name="Google Shape;182;p14"/>
          <p:cNvGrpSpPr/>
          <p:nvPr/>
        </p:nvGrpSpPr>
        <p:grpSpPr>
          <a:xfrm>
            <a:off x="6011280" y="4511160"/>
            <a:ext cx="1309320" cy="257400"/>
            <a:chOff x="6011280" y="4511160"/>
            <a:chExt cx="1309320" cy="257400"/>
          </a:xfrm>
        </p:grpSpPr>
        <p:sp>
          <p:nvSpPr>
            <p:cNvPr id="31" name="Google Shape;183;p14"/>
            <p:cNvSpPr/>
            <p:nvPr/>
          </p:nvSpPr>
          <p:spPr>
            <a:xfrm>
              <a:off x="6430680" y="4511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 name="Google Shape;184;p14"/>
            <p:cNvSpPr/>
            <p:nvPr/>
          </p:nvSpPr>
          <p:spPr>
            <a:xfrm>
              <a:off x="6634800" y="4511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 name="Google Shape;185;p14"/>
            <p:cNvSpPr/>
            <p:nvPr/>
          </p:nvSpPr>
          <p:spPr>
            <a:xfrm>
              <a:off x="6838920" y="4511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 name="Google Shape;186;p14"/>
            <p:cNvSpPr/>
            <p:nvPr/>
          </p:nvSpPr>
          <p:spPr>
            <a:xfrm>
              <a:off x="7043040" y="4511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 name="Google Shape;187;p14"/>
            <p:cNvSpPr/>
            <p:nvPr/>
          </p:nvSpPr>
          <p:spPr>
            <a:xfrm>
              <a:off x="7247160" y="4511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 name="Google Shape;188;p14"/>
            <p:cNvSpPr/>
            <p:nvPr/>
          </p:nvSpPr>
          <p:spPr>
            <a:xfrm>
              <a:off x="6011280" y="4695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 name="Google Shape;189;p14"/>
            <p:cNvSpPr/>
            <p:nvPr/>
          </p:nvSpPr>
          <p:spPr>
            <a:xfrm>
              <a:off x="6215400" y="4695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 name="Google Shape;190;p14"/>
            <p:cNvSpPr/>
            <p:nvPr/>
          </p:nvSpPr>
          <p:spPr>
            <a:xfrm>
              <a:off x="6419520" y="4695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 name="Google Shape;191;p14"/>
            <p:cNvSpPr/>
            <p:nvPr/>
          </p:nvSpPr>
          <p:spPr>
            <a:xfrm>
              <a:off x="6623640" y="4695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 name="Google Shape;192;p14"/>
            <p:cNvSpPr/>
            <p:nvPr/>
          </p:nvSpPr>
          <p:spPr>
            <a:xfrm>
              <a:off x="6827760" y="4695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42" name="PlaceHolder 2"/>
          <p:cNvSpPr>
            <a:spLocks noGrp="1"/>
          </p:cNvSpPr>
          <p:nvPr>
            <p:ph type="title"/>
          </p:nvPr>
        </p:nvSpPr>
        <p:spPr>
          <a:xfrm>
            <a:off x="1411560" y="1159200"/>
            <a:ext cx="792000" cy="572400"/>
          </a:xfrm>
          <a:prstGeom prst="rect">
            <a:avLst/>
          </a:prstGeom>
          <a:solidFill>
            <a:schemeClr val="lt2"/>
          </a:solid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Archivo Black"/>
                <a:ea typeface="Archivo Black"/>
              </a:rPr>
              <a:t>xx%</a:t>
            </a:r>
            <a:endParaRPr lang="fr-FR" sz="2000" b="0" u="none" strike="noStrike">
              <a:solidFill>
                <a:schemeClr val="dk1"/>
              </a:solidFill>
              <a:effectLst/>
              <a:uFillTx/>
              <a:latin typeface="Arial"/>
            </a:endParaRPr>
          </a:p>
        </p:txBody>
      </p:sp>
      <p:sp>
        <p:nvSpPr>
          <p:cNvPr id="43" name="PlaceHolder 3"/>
          <p:cNvSpPr>
            <a:spLocks noGrp="1"/>
          </p:cNvSpPr>
          <p:nvPr>
            <p:ph type="title"/>
          </p:nvPr>
        </p:nvSpPr>
        <p:spPr>
          <a:xfrm>
            <a:off x="3958200" y="1159200"/>
            <a:ext cx="792000" cy="572400"/>
          </a:xfrm>
          <a:prstGeom prst="rect">
            <a:avLst/>
          </a:prstGeom>
          <a:solidFill>
            <a:schemeClr val="lt2"/>
          </a:solid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Archivo Black"/>
                <a:ea typeface="Archivo Black"/>
              </a:rPr>
              <a:t>xx%</a:t>
            </a:r>
            <a:endParaRPr lang="fr-FR" sz="2000" b="0" u="none" strike="noStrike">
              <a:solidFill>
                <a:schemeClr val="dk1"/>
              </a:solidFill>
              <a:effectLst/>
              <a:uFillTx/>
              <a:latin typeface="Arial"/>
            </a:endParaRPr>
          </a:p>
        </p:txBody>
      </p:sp>
      <p:sp>
        <p:nvSpPr>
          <p:cNvPr id="44" name="PlaceHolder 4"/>
          <p:cNvSpPr>
            <a:spLocks noGrp="1"/>
          </p:cNvSpPr>
          <p:nvPr>
            <p:ph type="title"/>
          </p:nvPr>
        </p:nvSpPr>
        <p:spPr>
          <a:xfrm>
            <a:off x="6504840" y="1159200"/>
            <a:ext cx="792000" cy="572400"/>
          </a:xfrm>
          <a:prstGeom prst="rect">
            <a:avLst/>
          </a:prstGeom>
          <a:solidFill>
            <a:schemeClr val="lt2"/>
          </a:solid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Archivo Black"/>
                <a:ea typeface="Archivo Black"/>
              </a:rPr>
              <a:t>xx%</a:t>
            </a:r>
            <a:endParaRPr lang="fr-FR" sz="2000" b="0" u="none" strike="noStrike">
              <a:solidFill>
                <a:schemeClr val="dk1"/>
              </a:solidFill>
              <a:effectLst/>
              <a:uFillTx/>
              <a:latin typeface="Arial"/>
            </a:endParaRPr>
          </a:p>
        </p:txBody>
      </p:sp>
      <p:grpSp>
        <p:nvGrpSpPr>
          <p:cNvPr id="45" name="Google Shape;204;p15"/>
          <p:cNvGrpSpPr/>
          <p:nvPr/>
        </p:nvGrpSpPr>
        <p:grpSpPr>
          <a:xfrm>
            <a:off x="7286760" y="387360"/>
            <a:ext cx="2472480" cy="5140080"/>
            <a:chOff x="7286760" y="387360"/>
            <a:chExt cx="2472480" cy="5140080"/>
          </a:xfrm>
        </p:grpSpPr>
        <p:grpSp>
          <p:nvGrpSpPr>
            <p:cNvPr id="46" name="Google Shape;205;p15"/>
            <p:cNvGrpSpPr/>
            <p:nvPr/>
          </p:nvGrpSpPr>
          <p:grpSpPr>
            <a:xfrm>
              <a:off x="7286760" y="3448080"/>
              <a:ext cx="2472480" cy="2079360"/>
              <a:chOff x="7286760" y="3448080"/>
              <a:chExt cx="2472480" cy="2079360"/>
            </a:xfrm>
          </p:grpSpPr>
          <p:sp>
            <p:nvSpPr>
              <p:cNvPr id="47" name="Google Shape;206;p15"/>
              <p:cNvSpPr/>
              <p:nvPr/>
            </p:nvSpPr>
            <p:spPr>
              <a:xfrm rot="5400000" flipH="1" flipV="1">
                <a:off x="7653240" y="359604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8" name="Google Shape;207;p15"/>
              <p:cNvGrpSpPr/>
              <p:nvPr/>
            </p:nvGrpSpPr>
            <p:grpSpPr>
              <a:xfrm>
                <a:off x="7286760" y="3448080"/>
                <a:ext cx="2472480" cy="2079360"/>
                <a:chOff x="7286760" y="3448080"/>
                <a:chExt cx="2472480" cy="2079360"/>
              </a:xfrm>
            </p:grpSpPr>
            <p:sp>
              <p:nvSpPr>
                <p:cNvPr id="49" name="Google Shape;208;p15"/>
                <p:cNvSpPr/>
                <p:nvPr/>
              </p:nvSpPr>
              <p:spPr>
                <a:xfrm rot="18900600" flipH="1" flipV="1">
                  <a:off x="8684640" y="381672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 name="Google Shape;209;p15"/>
                <p:cNvSpPr/>
                <p:nvPr/>
              </p:nvSpPr>
              <p:spPr>
                <a:xfrm flipV="1">
                  <a:off x="7979760" y="344772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 name="Google Shape;210;p15"/>
                <p:cNvSpPr/>
                <p:nvPr/>
              </p:nvSpPr>
              <p:spPr>
                <a:xfrm rot="18900600" flipH="1" flipV="1">
                  <a:off x="7197120" y="496656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2" name="Google Shape;211;p15"/>
              <p:cNvSpPr/>
              <p:nvPr/>
            </p:nvSpPr>
            <p:spPr>
              <a:xfrm rot="18900000" flipV="1">
                <a:off x="7775640" y="5142240"/>
                <a:ext cx="770400" cy="12744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3" name="Google Shape;212;p15"/>
            <p:cNvGrpSpPr/>
            <p:nvPr/>
          </p:nvGrpSpPr>
          <p:grpSpPr>
            <a:xfrm>
              <a:off x="7432920" y="387360"/>
              <a:ext cx="1309320" cy="257400"/>
              <a:chOff x="7432920" y="387360"/>
              <a:chExt cx="1309320" cy="257400"/>
            </a:xfrm>
          </p:grpSpPr>
          <p:sp>
            <p:nvSpPr>
              <p:cNvPr id="54" name="Google Shape;213;p15"/>
              <p:cNvSpPr/>
              <p:nvPr/>
            </p:nvSpPr>
            <p:spPr>
              <a:xfrm flipV="1">
                <a:off x="785232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 name="Google Shape;214;p15"/>
              <p:cNvSpPr/>
              <p:nvPr/>
            </p:nvSpPr>
            <p:spPr>
              <a:xfrm flipV="1">
                <a:off x="805644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 name="Google Shape;215;p15"/>
              <p:cNvSpPr/>
              <p:nvPr/>
            </p:nvSpPr>
            <p:spPr>
              <a:xfrm flipV="1">
                <a:off x="826056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 name="Google Shape;216;p15"/>
              <p:cNvSpPr/>
              <p:nvPr/>
            </p:nvSpPr>
            <p:spPr>
              <a:xfrm flipV="1">
                <a:off x="846468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 name="Google Shape;217;p15"/>
              <p:cNvSpPr/>
              <p:nvPr/>
            </p:nvSpPr>
            <p:spPr>
              <a:xfrm flipV="1">
                <a:off x="866880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 name="Google Shape;218;p15"/>
              <p:cNvSpPr/>
              <p:nvPr/>
            </p:nvSpPr>
            <p:spPr>
              <a:xfrm flipV="1">
                <a:off x="743292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 name="Google Shape;219;p15"/>
              <p:cNvSpPr/>
              <p:nvPr/>
            </p:nvSpPr>
            <p:spPr>
              <a:xfrm flipV="1">
                <a:off x="763704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 name="Google Shape;220;p15"/>
              <p:cNvSpPr/>
              <p:nvPr/>
            </p:nvSpPr>
            <p:spPr>
              <a:xfrm flipV="1">
                <a:off x="784116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 name="Google Shape;221;p15"/>
              <p:cNvSpPr/>
              <p:nvPr/>
            </p:nvSpPr>
            <p:spPr>
              <a:xfrm flipV="1">
                <a:off x="804528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 name="Google Shape;222;p15"/>
              <p:cNvSpPr/>
              <p:nvPr/>
            </p:nvSpPr>
            <p:spPr>
              <a:xfrm flipV="1">
                <a:off x="824940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AND_TWO_COLUMNS_1">
    <p:bg>
      <p:bgPr>
        <a:solidFill>
          <a:schemeClr val="lt1"/>
        </a:solidFill>
        <a:effectLst/>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65" name="Google Shape;229;p16"/>
          <p:cNvGrpSpPr/>
          <p:nvPr/>
        </p:nvGrpSpPr>
        <p:grpSpPr>
          <a:xfrm>
            <a:off x="7432920" y="387360"/>
            <a:ext cx="2397960" cy="5136480"/>
            <a:chOff x="7432920" y="387360"/>
            <a:chExt cx="2397960" cy="5136480"/>
          </a:xfrm>
        </p:grpSpPr>
        <p:grpSp>
          <p:nvGrpSpPr>
            <p:cNvPr id="66" name="Google Shape;230;p16"/>
            <p:cNvGrpSpPr/>
            <p:nvPr/>
          </p:nvGrpSpPr>
          <p:grpSpPr>
            <a:xfrm>
              <a:off x="7527600" y="3448080"/>
              <a:ext cx="2303280" cy="2075760"/>
              <a:chOff x="7527600" y="3448080"/>
              <a:chExt cx="2303280" cy="2075760"/>
            </a:xfrm>
          </p:grpSpPr>
          <p:sp>
            <p:nvSpPr>
              <p:cNvPr id="67" name="Google Shape;231;p16"/>
              <p:cNvSpPr/>
              <p:nvPr/>
            </p:nvSpPr>
            <p:spPr>
              <a:xfrm rot="5400000" flipH="1" flipV="1">
                <a:off x="7653240" y="359604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8" name="Google Shape;232;p16"/>
              <p:cNvGrpSpPr/>
              <p:nvPr/>
            </p:nvGrpSpPr>
            <p:grpSpPr>
              <a:xfrm>
                <a:off x="7527600" y="3448080"/>
                <a:ext cx="2303280" cy="1829160"/>
                <a:chOff x="7527600" y="3448080"/>
                <a:chExt cx="2303280" cy="1829160"/>
              </a:xfrm>
            </p:grpSpPr>
            <p:sp>
              <p:nvSpPr>
                <p:cNvPr id="69" name="Google Shape;233;p16"/>
                <p:cNvSpPr/>
                <p:nvPr/>
              </p:nvSpPr>
              <p:spPr>
                <a:xfrm rot="18900600" flipH="1" flipV="1">
                  <a:off x="8756280" y="415908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 name="Google Shape;234;p16"/>
                <p:cNvSpPr/>
                <p:nvPr/>
              </p:nvSpPr>
              <p:spPr>
                <a:xfrm flipV="1">
                  <a:off x="7979760" y="344772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 name="Google Shape;235;p16"/>
                <p:cNvSpPr/>
                <p:nvPr/>
              </p:nvSpPr>
              <p:spPr>
                <a:xfrm rot="18900600" flipH="1" flipV="1">
                  <a:off x="7437960" y="471636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72" name="Google Shape;236;p16"/>
              <p:cNvSpPr/>
              <p:nvPr/>
            </p:nvSpPr>
            <p:spPr>
              <a:xfrm rot="18900000" flipV="1">
                <a:off x="7775640" y="5142240"/>
                <a:ext cx="770400" cy="12744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3" name="Google Shape;237;p16"/>
            <p:cNvGrpSpPr/>
            <p:nvPr/>
          </p:nvGrpSpPr>
          <p:grpSpPr>
            <a:xfrm>
              <a:off x="7432920" y="387360"/>
              <a:ext cx="1309320" cy="257400"/>
              <a:chOff x="7432920" y="387360"/>
              <a:chExt cx="1309320" cy="257400"/>
            </a:xfrm>
          </p:grpSpPr>
          <p:sp>
            <p:nvSpPr>
              <p:cNvPr id="74" name="Google Shape;238;p16"/>
              <p:cNvSpPr/>
              <p:nvPr/>
            </p:nvSpPr>
            <p:spPr>
              <a:xfrm flipV="1">
                <a:off x="785232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 name="Google Shape;239;p16"/>
              <p:cNvSpPr/>
              <p:nvPr/>
            </p:nvSpPr>
            <p:spPr>
              <a:xfrm flipV="1">
                <a:off x="805644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 name="Google Shape;240;p16"/>
              <p:cNvSpPr/>
              <p:nvPr/>
            </p:nvSpPr>
            <p:spPr>
              <a:xfrm flipV="1">
                <a:off x="826056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 name="Google Shape;241;p16"/>
              <p:cNvSpPr/>
              <p:nvPr/>
            </p:nvSpPr>
            <p:spPr>
              <a:xfrm flipV="1">
                <a:off x="846468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 name="Google Shape;242;p16"/>
              <p:cNvSpPr/>
              <p:nvPr/>
            </p:nvSpPr>
            <p:spPr>
              <a:xfrm flipV="1">
                <a:off x="866880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 name="Google Shape;243;p16"/>
              <p:cNvSpPr/>
              <p:nvPr/>
            </p:nvSpPr>
            <p:spPr>
              <a:xfrm flipV="1">
                <a:off x="743292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 name="Google Shape;244;p16"/>
              <p:cNvSpPr/>
              <p:nvPr/>
            </p:nvSpPr>
            <p:spPr>
              <a:xfrm flipV="1">
                <a:off x="763704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 name="Google Shape;245;p16"/>
              <p:cNvSpPr/>
              <p:nvPr/>
            </p:nvSpPr>
            <p:spPr>
              <a:xfrm flipV="1">
                <a:off x="784116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 name="Google Shape;246;p16"/>
              <p:cNvSpPr/>
              <p:nvPr/>
            </p:nvSpPr>
            <p:spPr>
              <a:xfrm flipV="1">
                <a:off x="804528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 name="Google Shape;247;p16"/>
              <p:cNvSpPr/>
              <p:nvPr/>
            </p:nvSpPr>
            <p:spPr>
              <a:xfrm flipV="1">
                <a:off x="824940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ITLE_AND_TWO_COLUMNS_1_1">
    <p:bg>
      <p:bgPr>
        <a:solidFill>
          <a:schemeClr val="lt1"/>
        </a:solidFill>
        <a:effectLst/>
      </p:bgPr>
    </p:bg>
    <p:spTree>
      <p:nvGrpSpPr>
        <p:cNvPr id="1" name=""/>
        <p:cNvGrpSpPr/>
        <p:nvPr/>
      </p:nvGrpSpPr>
      <p:grpSpPr>
        <a:xfrm>
          <a:off x="0" y="0"/>
          <a:ext cx="0" cy="0"/>
          <a:chOff x="0" y="0"/>
          <a:chExt cx="0" cy="0"/>
        </a:xfrm>
      </p:grpSpPr>
      <p:sp>
        <p:nvSpPr>
          <p:cNvPr id="84" name="PlaceHolder 1"/>
          <p:cNvSpPr>
            <a:spLocks noGrp="1"/>
          </p:cNvSpPr>
          <p:nvPr>
            <p:ph type="title"/>
          </p:nvPr>
        </p:nvSpPr>
        <p:spPr>
          <a:xfrm>
            <a:off x="720000" y="444960"/>
            <a:ext cx="771048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85" name="PlaceHolder 2"/>
          <p:cNvSpPr>
            <a:spLocks noGrp="1"/>
          </p:cNvSpPr>
          <p:nvPr>
            <p:ph type="body"/>
          </p:nvPr>
        </p:nvSpPr>
        <p:spPr>
          <a:xfrm>
            <a:off x="720000" y="1326240"/>
            <a:ext cx="3811680" cy="32821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86" name="PlaceHolder 3"/>
          <p:cNvSpPr>
            <a:spLocks noGrp="1"/>
          </p:cNvSpPr>
          <p:nvPr>
            <p:ph type="body"/>
          </p:nvPr>
        </p:nvSpPr>
        <p:spPr>
          <a:xfrm>
            <a:off x="4618800" y="1326240"/>
            <a:ext cx="3811680" cy="32821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grpSp>
        <p:nvGrpSpPr>
          <p:cNvPr id="87" name="Google Shape;252;p17"/>
          <p:cNvGrpSpPr/>
          <p:nvPr/>
        </p:nvGrpSpPr>
        <p:grpSpPr>
          <a:xfrm>
            <a:off x="7267320" y="387360"/>
            <a:ext cx="2455920" cy="5138280"/>
            <a:chOff x="7267320" y="387360"/>
            <a:chExt cx="2455920" cy="5138280"/>
          </a:xfrm>
        </p:grpSpPr>
        <p:grpSp>
          <p:nvGrpSpPr>
            <p:cNvPr id="88" name="Google Shape;253;p17"/>
            <p:cNvGrpSpPr/>
            <p:nvPr/>
          </p:nvGrpSpPr>
          <p:grpSpPr>
            <a:xfrm>
              <a:off x="7432920" y="387360"/>
              <a:ext cx="1309320" cy="257400"/>
              <a:chOff x="7432920" y="387360"/>
              <a:chExt cx="1309320" cy="257400"/>
            </a:xfrm>
          </p:grpSpPr>
          <p:sp>
            <p:nvSpPr>
              <p:cNvPr id="89" name="Google Shape;254;p17"/>
              <p:cNvSpPr/>
              <p:nvPr/>
            </p:nvSpPr>
            <p:spPr>
              <a:xfrm flipV="1">
                <a:off x="785232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 name="Google Shape;255;p17"/>
              <p:cNvSpPr/>
              <p:nvPr/>
            </p:nvSpPr>
            <p:spPr>
              <a:xfrm flipV="1">
                <a:off x="805644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 name="Google Shape;256;p17"/>
              <p:cNvSpPr/>
              <p:nvPr/>
            </p:nvSpPr>
            <p:spPr>
              <a:xfrm flipV="1">
                <a:off x="826056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 name="Google Shape;257;p17"/>
              <p:cNvSpPr/>
              <p:nvPr/>
            </p:nvSpPr>
            <p:spPr>
              <a:xfrm flipV="1">
                <a:off x="846468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 name="Google Shape;258;p17"/>
              <p:cNvSpPr/>
              <p:nvPr/>
            </p:nvSpPr>
            <p:spPr>
              <a:xfrm flipV="1">
                <a:off x="866880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 name="Google Shape;259;p17"/>
              <p:cNvSpPr/>
              <p:nvPr/>
            </p:nvSpPr>
            <p:spPr>
              <a:xfrm flipV="1">
                <a:off x="743292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 name="Google Shape;260;p17"/>
              <p:cNvSpPr/>
              <p:nvPr/>
            </p:nvSpPr>
            <p:spPr>
              <a:xfrm flipV="1">
                <a:off x="763704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 name="Google Shape;261;p17"/>
              <p:cNvSpPr/>
              <p:nvPr/>
            </p:nvSpPr>
            <p:spPr>
              <a:xfrm flipV="1">
                <a:off x="784116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 name="Google Shape;262;p17"/>
              <p:cNvSpPr/>
              <p:nvPr/>
            </p:nvSpPr>
            <p:spPr>
              <a:xfrm flipV="1">
                <a:off x="804528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 name="Google Shape;263;p17"/>
              <p:cNvSpPr/>
              <p:nvPr/>
            </p:nvSpPr>
            <p:spPr>
              <a:xfrm flipV="1">
                <a:off x="824940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9" name="Google Shape;264;p17"/>
            <p:cNvGrpSpPr/>
            <p:nvPr/>
          </p:nvGrpSpPr>
          <p:grpSpPr>
            <a:xfrm>
              <a:off x="7267320" y="3608280"/>
              <a:ext cx="2455920" cy="1917360"/>
              <a:chOff x="7267320" y="3608280"/>
              <a:chExt cx="2455920" cy="1917360"/>
            </a:xfrm>
          </p:grpSpPr>
          <p:sp>
            <p:nvSpPr>
              <p:cNvPr id="100" name="Google Shape;265;p17"/>
              <p:cNvSpPr/>
              <p:nvPr/>
            </p:nvSpPr>
            <p:spPr>
              <a:xfrm rot="5400000" flipH="1" flipV="1">
                <a:off x="7653240" y="361080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 name="Google Shape;266;p17"/>
              <p:cNvSpPr/>
              <p:nvPr/>
            </p:nvSpPr>
            <p:spPr>
              <a:xfrm rot="18900600" flipH="1" flipV="1">
                <a:off x="8648640" y="425484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 name="Google Shape;267;p17"/>
              <p:cNvSpPr/>
              <p:nvPr/>
            </p:nvSpPr>
            <p:spPr>
              <a:xfrm flipV="1">
                <a:off x="7719480" y="369612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 name="Google Shape;268;p17"/>
              <p:cNvSpPr/>
              <p:nvPr/>
            </p:nvSpPr>
            <p:spPr>
              <a:xfrm rot="18900600" flipH="1" flipV="1">
                <a:off x="7177680" y="496476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6_1">
    <p:bg>
      <p:bgPr>
        <a:solidFill>
          <a:schemeClr val="lt1"/>
        </a:solidFill>
        <a:effectLst/>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105" name="Google Shape;277;p18"/>
          <p:cNvGrpSpPr/>
          <p:nvPr/>
        </p:nvGrpSpPr>
        <p:grpSpPr>
          <a:xfrm>
            <a:off x="7527600" y="-437040"/>
            <a:ext cx="2303280" cy="2075400"/>
            <a:chOff x="7527600" y="-437040"/>
            <a:chExt cx="2303280" cy="2075400"/>
          </a:xfrm>
        </p:grpSpPr>
        <p:sp>
          <p:nvSpPr>
            <p:cNvPr id="106" name="Google Shape;278;p18"/>
            <p:cNvSpPr/>
            <p:nvPr/>
          </p:nvSpPr>
          <p:spPr>
            <a:xfrm rot="16200000" flipH="1">
              <a:off x="7653240" y="-5796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07" name="Google Shape;279;p18"/>
            <p:cNvGrpSpPr/>
            <p:nvPr/>
          </p:nvGrpSpPr>
          <p:grpSpPr>
            <a:xfrm>
              <a:off x="7527600" y="-190440"/>
              <a:ext cx="2303280" cy="1828800"/>
              <a:chOff x="7527600" y="-190440"/>
              <a:chExt cx="2303280" cy="1828800"/>
            </a:xfrm>
          </p:grpSpPr>
          <p:sp>
            <p:nvSpPr>
              <p:cNvPr id="108" name="Google Shape;280;p18"/>
              <p:cNvSpPr/>
              <p:nvPr/>
            </p:nvSpPr>
            <p:spPr>
              <a:xfrm rot="2699400" flipH="1">
                <a:off x="8755560" y="66600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 name="Google Shape;281;p18"/>
              <p:cNvSpPr/>
              <p:nvPr/>
            </p:nvSpPr>
            <p:spPr>
              <a:xfrm>
                <a:off x="7979760" y="32904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 name="Google Shape;282;p18"/>
              <p:cNvSpPr/>
              <p:nvPr/>
            </p:nvSpPr>
            <p:spPr>
              <a:xfrm rot="2699400" flipH="1">
                <a:off x="7437960" y="16812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11" name="Google Shape;283;p18"/>
            <p:cNvSpPr/>
            <p:nvPr/>
          </p:nvSpPr>
          <p:spPr>
            <a:xfrm rot="2700000">
              <a:off x="7775640" y="-183240"/>
              <a:ext cx="770040" cy="12744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2" name="Google Shape;284;p18"/>
          <p:cNvGrpSpPr/>
          <p:nvPr/>
        </p:nvGrpSpPr>
        <p:grpSpPr>
          <a:xfrm>
            <a:off x="3917160" y="4514760"/>
            <a:ext cx="1309320" cy="257400"/>
            <a:chOff x="3917160" y="4514760"/>
            <a:chExt cx="1309320" cy="257400"/>
          </a:xfrm>
        </p:grpSpPr>
        <p:sp>
          <p:nvSpPr>
            <p:cNvPr id="113" name="Google Shape;285;p18"/>
            <p:cNvSpPr/>
            <p:nvPr/>
          </p:nvSpPr>
          <p:spPr>
            <a:xfrm>
              <a:off x="433656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 name="Google Shape;286;p18"/>
            <p:cNvSpPr/>
            <p:nvPr/>
          </p:nvSpPr>
          <p:spPr>
            <a:xfrm>
              <a:off x="454068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 name="Google Shape;287;p18"/>
            <p:cNvSpPr/>
            <p:nvPr/>
          </p:nvSpPr>
          <p:spPr>
            <a:xfrm>
              <a:off x="474480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 name="Google Shape;288;p18"/>
            <p:cNvSpPr/>
            <p:nvPr/>
          </p:nvSpPr>
          <p:spPr>
            <a:xfrm>
              <a:off x="494892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 name="Google Shape;289;p18"/>
            <p:cNvSpPr/>
            <p:nvPr/>
          </p:nvSpPr>
          <p:spPr>
            <a:xfrm>
              <a:off x="515304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 name="Google Shape;290;p18"/>
            <p:cNvSpPr/>
            <p:nvPr/>
          </p:nvSpPr>
          <p:spPr>
            <a:xfrm>
              <a:off x="391716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 name="Google Shape;291;p18"/>
            <p:cNvSpPr/>
            <p:nvPr/>
          </p:nvSpPr>
          <p:spPr>
            <a:xfrm>
              <a:off x="412128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 name="Google Shape;292;p18"/>
            <p:cNvSpPr/>
            <p:nvPr/>
          </p:nvSpPr>
          <p:spPr>
            <a:xfrm>
              <a:off x="432540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 name="Google Shape;293;p18"/>
            <p:cNvSpPr/>
            <p:nvPr/>
          </p:nvSpPr>
          <p:spPr>
            <a:xfrm>
              <a:off x="452952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 name="Google Shape;294;p18"/>
            <p:cNvSpPr/>
            <p:nvPr/>
          </p:nvSpPr>
          <p:spPr>
            <a:xfrm>
              <a:off x="473364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sp>
        <p:nvSpPr>
          <p:cNvPr id="12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124" name="Google Shape;305;p19"/>
          <p:cNvGrpSpPr/>
          <p:nvPr/>
        </p:nvGrpSpPr>
        <p:grpSpPr>
          <a:xfrm>
            <a:off x="7527600" y="-437040"/>
            <a:ext cx="2303280" cy="2075400"/>
            <a:chOff x="7527600" y="-437040"/>
            <a:chExt cx="2303280" cy="2075400"/>
          </a:xfrm>
        </p:grpSpPr>
        <p:sp>
          <p:nvSpPr>
            <p:cNvPr id="125" name="Google Shape;306;p19"/>
            <p:cNvSpPr/>
            <p:nvPr/>
          </p:nvSpPr>
          <p:spPr>
            <a:xfrm rot="16200000" flipH="1">
              <a:off x="7653240" y="-5796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26" name="Google Shape;307;p19"/>
            <p:cNvGrpSpPr/>
            <p:nvPr/>
          </p:nvGrpSpPr>
          <p:grpSpPr>
            <a:xfrm>
              <a:off x="7527600" y="-190440"/>
              <a:ext cx="2303280" cy="1828800"/>
              <a:chOff x="7527600" y="-190440"/>
              <a:chExt cx="2303280" cy="1828800"/>
            </a:xfrm>
          </p:grpSpPr>
          <p:sp>
            <p:nvSpPr>
              <p:cNvPr id="127" name="Google Shape;308;p19"/>
              <p:cNvSpPr/>
              <p:nvPr/>
            </p:nvSpPr>
            <p:spPr>
              <a:xfrm rot="2699400" flipH="1">
                <a:off x="8755560" y="66600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 name="Google Shape;309;p19"/>
              <p:cNvSpPr/>
              <p:nvPr/>
            </p:nvSpPr>
            <p:spPr>
              <a:xfrm>
                <a:off x="7979760" y="32904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 name="Google Shape;310;p19"/>
              <p:cNvSpPr/>
              <p:nvPr/>
            </p:nvSpPr>
            <p:spPr>
              <a:xfrm rot="2699400" flipH="1">
                <a:off x="7437960" y="16812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30" name="Google Shape;311;p19"/>
            <p:cNvSpPr/>
            <p:nvPr/>
          </p:nvSpPr>
          <p:spPr>
            <a:xfrm rot="2700000">
              <a:off x="7775640" y="-183240"/>
              <a:ext cx="770040" cy="12744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1" name="Google Shape;312;p19"/>
          <p:cNvGrpSpPr/>
          <p:nvPr/>
        </p:nvGrpSpPr>
        <p:grpSpPr>
          <a:xfrm>
            <a:off x="3505680" y="4514760"/>
            <a:ext cx="1309320" cy="257400"/>
            <a:chOff x="3505680" y="4514760"/>
            <a:chExt cx="1309320" cy="257400"/>
          </a:xfrm>
        </p:grpSpPr>
        <p:sp>
          <p:nvSpPr>
            <p:cNvPr id="132" name="Google Shape;313;p19"/>
            <p:cNvSpPr/>
            <p:nvPr/>
          </p:nvSpPr>
          <p:spPr>
            <a:xfrm>
              <a:off x="392508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 name="Google Shape;314;p19"/>
            <p:cNvSpPr/>
            <p:nvPr/>
          </p:nvSpPr>
          <p:spPr>
            <a:xfrm>
              <a:off x="412920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 name="Google Shape;315;p19"/>
            <p:cNvSpPr/>
            <p:nvPr/>
          </p:nvSpPr>
          <p:spPr>
            <a:xfrm>
              <a:off x="433332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 name="Google Shape;316;p19"/>
            <p:cNvSpPr/>
            <p:nvPr/>
          </p:nvSpPr>
          <p:spPr>
            <a:xfrm>
              <a:off x="453744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 name="Google Shape;317;p19"/>
            <p:cNvSpPr/>
            <p:nvPr/>
          </p:nvSpPr>
          <p:spPr>
            <a:xfrm>
              <a:off x="474156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 name="Google Shape;318;p19"/>
            <p:cNvSpPr/>
            <p:nvPr/>
          </p:nvSpPr>
          <p:spPr>
            <a:xfrm>
              <a:off x="350568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 name="Google Shape;319;p19"/>
            <p:cNvSpPr/>
            <p:nvPr/>
          </p:nvSpPr>
          <p:spPr>
            <a:xfrm>
              <a:off x="370980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 name="Google Shape;320;p19"/>
            <p:cNvSpPr/>
            <p:nvPr/>
          </p:nvSpPr>
          <p:spPr>
            <a:xfrm>
              <a:off x="391392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 name="Google Shape;321;p19"/>
            <p:cNvSpPr/>
            <p:nvPr/>
          </p:nvSpPr>
          <p:spPr>
            <a:xfrm>
              <a:off x="411804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 name="Google Shape;322;p19"/>
            <p:cNvSpPr/>
            <p:nvPr/>
          </p:nvSpPr>
          <p:spPr>
            <a:xfrm>
              <a:off x="432216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sp>
        <p:nvSpPr>
          <p:cNvPr id="14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143" name="Google Shape;337;p20"/>
          <p:cNvGrpSpPr/>
          <p:nvPr/>
        </p:nvGrpSpPr>
        <p:grpSpPr>
          <a:xfrm>
            <a:off x="7656480" y="-721440"/>
            <a:ext cx="1980000" cy="2320200"/>
            <a:chOff x="7656480" y="-721440"/>
            <a:chExt cx="1980000" cy="2320200"/>
          </a:xfrm>
        </p:grpSpPr>
        <p:sp>
          <p:nvSpPr>
            <p:cNvPr id="144" name="Google Shape;338;p20"/>
            <p:cNvSpPr/>
            <p:nvPr/>
          </p:nvSpPr>
          <p:spPr>
            <a:xfrm rot="16200000" flipH="1">
              <a:off x="7653240" y="-5796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45" name="Google Shape;339;p20"/>
            <p:cNvGrpSpPr/>
            <p:nvPr/>
          </p:nvGrpSpPr>
          <p:grpSpPr>
            <a:xfrm>
              <a:off x="7776000" y="-721440"/>
              <a:ext cx="1860480" cy="2320200"/>
              <a:chOff x="7776000" y="-721440"/>
              <a:chExt cx="1860480" cy="2320200"/>
            </a:xfrm>
          </p:grpSpPr>
          <p:sp>
            <p:nvSpPr>
              <p:cNvPr id="146" name="Google Shape;340;p20"/>
              <p:cNvSpPr/>
              <p:nvPr/>
            </p:nvSpPr>
            <p:spPr>
              <a:xfrm rot="2699400" flipH="1">
                <a:off x="8561160" y="90792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 name="Google Shape;341;p20"/>
              <p:cNvSpPr/>
              <p:nvPr/>
            </p:nvSpPr>
            <p:spPr>
              <a:xfrm>
                <a:off x="7776000" y="28944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 name="Google Shape;342;p20"/>
              <p:cNvSpPr/>
              <p:nvPr/>
            </p:nvSpPr>
            <p:spPr>
              <a:xfrm rot="2699400" flipH="1">
                <a:off x="7753680" y="-36252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49" name="Google Shape;343;p20"/>
            <p:cNvSpPr/>
            <p:nvPr/>
          </p:nvSpPr>
          <p:spPr>
            <a:xfrm rot="2700000">
              <a:off x="7588800" y="-171720"/>
              <a:ext cx="770040" cy="12744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150" name="PlaceHolder 1"/>
          <p:cNvSpPr>
            <a:spLocks noGrp="1"/>
          </p:cNvSpPr>
          <p:nvPr>
            <p:ph type="title"/>
          </p:nvPr>
        </p:nvSpPr>
        <p:spPr>
          <a:xfrm>
            <a:off x="733680" y="1967760"/>
            <a:ext cx="4410720" cy="1366560"/>
          </a:xfrm>
          <a:prstGeom prst="rect">
            <a:avLst/>
          </a:prstGeom>
          <a:noFill/>
          <a:ln w="0">
            <a:noFill/>
          </a:ln>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sp>
        <p:nvSpPr>
          <p:cNvPr id="151" name="PlaceHolder 2"/>
          <p:cNvSpPr>
            <a:spLocks noGrp="1"/>
          </p:cNvSpPr>
          <p:nvPr>
            <p:ph type="title"/>
          </p:nvPr>
        </p:nvSpPr>
        <p:spPr>
          <a:xfrm>
            <a:off x="789480" y="539640"/>
            <a:ext cx="1046520" cy="1334880"/>
          </a:xfrm>
          <a:prstGeom prst="rect">
            <a:avLst/>
          </a:prstGeom>
          <a:solidFill>
            <a:schemeClr val="lt2"/>
          </a:solidFill>
          <a:ln w="0">
            <a:noFill/>
          </a:ln>
        </p:spPr>
        <p:txBody>
          <a:bodyPr lIns="91440" tIns="91440" rIns="91440" bIns="91440" anchor="ctr">
            <a:noAutofit/>
          </a:bodyPr>
          <a:lstStyle/>
          <a:p>
            <a:pPr indent="0" algn="ctr">
              <a:lnSpc>
                <a:spcPct val="100000"/>
              </a:lnSpc>
              <a:buNone/>
            </a:pPr>
            <a:r>
              <a:rPr lang="fr-FR" sz="4500" b="0" u="none" strike="noStrike">
                <a:solidFill>
                  <a:schemeClr val="dk1"/>
                </a:solidFill>
                <a:effectLst/>
                <a:uFillTx/>
                <a:latin typeface="Archivo Black"/>
                <a:ea typeface="Archivo Black"/>
              </a:rPr>
              <a:t>xx%</a:t>
            </a:r>
            <a:endParaRPr lang="fr-FR" sz="4500" b="0" u="none" strike="noStrike">
              <a:solidFill>
                <a:schemeClr val="dk1"/>
              </a:solidFill>
              <a:effectLst/>
              <a:uFillTx/>
              <a:latin typeface="Arial"/>
            </a:endParaRPr>
          </a:p>
        </p:txBody>
      </p:sp>
      <p:sp>
        <p:nvSpPr>
          <p:cNvPr id="152" name="PlaceHolder 3"/>
          <p:cNvSpPr>
            <a:spLocks noGrp="1"/>
          </p:cNvSpPr>
          <p:nvPr>
            <p:ph type="body"/>
          </p:nvPr>
        </p:nvSpPr>
        <p:spPr>
          <a:xfrm>
            <a:off x="5397480" y="1055160"/>
            <a:ext cx="3033000" cy="3033000"/>
          </a:xfrm>
          <a:prstGeom prst="rect">
            <a:avLst/>
          </a:prstGeom>
          <a:noFill/>
          <a:ln w="38160">
            <a:solidFill>
              <a:schemeClr val="lt1"/>
            </a:solidFill>
            <a:round/>
          </a:ln>
        </p:spPr>
        <p:txBody>
          <a:bodyPr lIns="90000" tIns="45000" rIns="90000" bIns="45000" anchor="t">
            <a:normAutofit fontScale="4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grpSp>
        <p:nvGrpSpPr>
          <p:cNvPr id="153" name="Google Shape;17;p3"/>
          <p:cNvGrpSpPr/>
          <p:nvPr/>
        </p:nvGrpSpPr>
        <p:grpSpPr>
          <a:xfrm>
            <a:off x="3660480" y="399960"/>
            <a:ext cx="1309320" cy="257400"/>
            <a:chOff x="3660480" y="399960"/>
            <a:chExt cx="1309320" cy="257400"/>
          </a:xfrm>
        </p:grpSpPr>
        <p:sp>
          <p:nvSpPr>
            <p:cNvPr id="154" name="Google Shape;18;p3"/>
            <p:cNvSpPr/>
            <p:nvPr/>
          </p:nvSpPr>
          <p:spPr>
            <a:xfrm>
              <a:off x="4079880" y="3999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 name="Google Shape;19;p3"/>
            <p:cNvSpPr/>
            <p:nvPr/>
          </p:nvSpPr>
          <p:spPr>
            <a:xfrm>
              <a:off x="4284000" y="3999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 name="Google Shape;20;p3"/>
            <p:cNvSpPr/>
            <p:nvPr/>
          </p:nvSpPr>
          <p:spPr>
            <a:xfrm>
              <a:off x="4488120" y="3999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 name="Google Shape;21;p3"/>
            <p:cNvSpPr/>
            <p:nvPr/>
          </p:nvSpPr>
          <p:spPr>
            <a:xfrm>
              <a:off x="4692240" y="3999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 name="Google Shape;22;p3"/>
            <p:cNvSpPr/>
            <p:nvPr/>
          </p:nvSpPr>
          <p:spPr>
            <a:xfrm>
              <a:off x="4896360" y="3999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 name="Google Shape;23;p3"/>
            <p:cNvSpPr/>
            <p:nvPr/>
          </p:nvSpPr>
          <p:spPr>
            <a:xfrm>
              <a:off x="3660480" y="583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 name="Google Shape;24;p3"/>
            <p:cNvSpPr/>
            <p:nvPr/>
          </p:nvSpPr>
          <p:spPr>
            <a:xfrm>
              <a:off x="3864240" y="583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 name="Google Shape;25;p3"/>
            <p:cNvSpPr/>
            <p:nvPr/>
          </p:nvSpPr>
          <p:spPr>
            <a:xfrm>
              <a:off x="4068360" y="583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 name="Google Shape;26;p3"/>
            <p:cNvSpPr/>
            <p:nvPr/>
          </p:nvSpPr>
          <p:spPr>
            <a:xfrm>
              <a:off x="4272480" y="583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 name="Google Shape;27;p3"/>
            <p:cNvSpPr/>
            <p:nvPr/>
          </p:nvSpPr>
          <p:spPr>
            <a:xfrm>
              <a:off x="4476600" y="583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11">
    <p:bg>
      <p:bgPr>
        <a:solidFill>
          <a:schemeClr val="lt1"/>
        </a:solidFill>
        <a:effectLst/>
      </p:bgPr>
    </p:bg>
    <p:spTree>
      <p:nvGrpSpPr>
        <p:cNvPr id="1" name=""/>
        <p:cNvGrpSpPr/>
        <p:nvPr/>
      </p:nvGrpSpPr>
      <p:grpSpPr>
        <a:xfrm>
          <a:off x="0" y="0"/>
          <a:ext cx="0" cy="0"/>
          <a:chOff x="0" y="0"/>
          <a:chExt cx="0" cy="0"/>
        </a:xfrm>
      </p:grpSpPr>
      <p:sp>
        <p:nvSpPr>
          <p:cNvPr id="16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165" name="Google Shape;346;p21"/>
          <p:cNvGrpSpPr/>
          <p:nvPr/>
        </p:nvGrpSpPr>
        <p:grpSpPr>
          <a:xfrm>
            <a:off x="7267320" y="-374400"/>
            <a:ext cx="2455920" cy="5138280"/>
            <a:chOff x="7267320" y="-374400"/>
            <a:chExt cx="2455920" cy="5138280"/>
          </a:xfrm>
        </p:grpSpPr>
        <p:grpSp>
          <p:nvGrpSpPr>
            <p:cNvPr id="166" name="Google Shape;347;p21"/>
            <p:cNvGrpSpPr/>
            <p:nvPr/>
          </p:nvGrpSpPr>
          <p:grpSpPr>
            <a:xfrm>
              <a:off x="7432920" y="4506480"/>
              <a:ext cx="1309320" cy="257400"/>
              <a:chOff x="7432920" y="4506480"/>
              <a:chExt cx="1309320" cy="257400"/>
            </a:xfrm>
          </p:grpSpPr>
          <p:sp>
            <p:nvSpPr>
              <p:cNvPr id="167" name="Google Shape;348;p21"/>
              <p:cNvSpPr/>
              <p:nvPr/>
            </p:nvSpPr>
            <p:spPr>
              <a:xfrm>
                <a:off x="7852320" y="4506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 name="Google Shape;349;p21"/>
              <p:cNvSpPr/>
              <p:nvPr/>
            </p:nvSpPr>
            <p:spPr>
              <a:xfrm>
                <a:off x="8056440" y="4506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 name="Google Shape;350;p21"/>
              <p:cNvSpPr/>
              <p:nvPr/>
            </p:nvSpPr>
            <p:spPr>
              <a:xfrm>
                <a:off x="8260560" y="4506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 name="Google Shape;351;p21"/>
              <p:cNvSpPr/>
              <p:nvPr/>
            </p:nvSpPr>
            <p:spPr>
              <a:xfrm>
                <a:off x="8464680" y="4506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 name="Google Shape;352;p21"/>
              <p:cNvSpPr/>
              <p:nvPr/>
            </p:nvSpPr>
            <p:spPr>
              <a:xfrm>
                <a:off x="8668800" y="4506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 name="Google Shape;353;p21"/>
              <p:cNvSpPr/>
              <p:nvPr/>
            </p:nvSpPr>
            <p:spPr>
              <a:xfrm>
                <a:off x="7432920" y="4690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 name="Google Shape;354;p21"/>
              <p:cNvSpPr/>
              <p:nvPr/>
            </p:nvSpPr>
            <p:spPr>
              <a:xfrm>
                <a:off x="7637040" y="4690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 name="Google Shape;355;p21"/>
              <p:cNvSpPr/>
              <p:nvPr/>
            </p:nvSpPr>
            <p:spPr>
              <a:xfrm>
                <a:off x="7841160" y="4690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 name="Google Shape;356;p21"/>
              <p:cNvSpPr/>
              <p:nvPr/>
            </p:nvSpPr>
            <p:spPr>
              <a:xfrm>
                <a:off x="8045280" y="4690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 name="Google Shape;357;p21"/>
              <p:cNvSpPr/>
              <p:nvPr/>
            </p:nvSpPr>
            <p:spPr>
              <a:xfrm>
                <a:off x="8249400" y="4690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77" name="Google Shape;358;p21"/>
            <p:cNvGrpSpPr/>
            <p:nvPr/>
          </p:nvGrpSpPr>
          <p:grpSpPr>
            <a:xfrm>
              <a:off x="7267320" y="-374400"/>
              <a:ext cx="2455920" cy="1917000"/>
              <a:chOff x="7267320" y="-374400"/>
              <a:chExt cx="2455920" cy="1917000"/>
            </a:xfrm>
          </p:grpSpPr>
          <p:sp>
            <p:nvSpPr>
              <p:cNvPr id="178" name="Google Shape;359;p21"/>
              <p:cNvSpPr/>
              <p:nvPr/>
            </p:nvSpPr>
            <p:spPr>
              <a:xfrm rot="16200000" flipH="1">
                <a:off x="7653240" y="-828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 name="Google Shape;360;p21"/>
              <p:cNvSpPr/>
              <p:nvPr/>
            </p:nvSpPr>
            <p:spPr>
              <a:xfrm rot="2699400" flipH="1">
                <a:off x="8647920" y="63432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 name="Google Shape;361;p21"/>
              <p:cNvSpPr/>
              <p:nvPr/>
            </p:nvSpPr>
            <p:spPr>
              <a:xfrm>
                <a:off x="7719480" y="14544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 name="Google Shape;362;p21"/>
              <p:cNvSpPr/>
              <p:nvPr/>
            </p:nvSpPr>
            <p:spPr>
              <a:xfrm rot="2699400" flipH="1">
                <a:off x="7177680" y="-1548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12_1">
    <p:bg>
      <p:bgPr>
        <a:solidFill>
          <a:schemeClr val="lt1"/>
        </a:solidFill>
        <a:effectLst/>
      </p:bgPr>
    </p:bg>
    <p:spTree>
      <p:nvGrpSpPr>
        <p:cNvPr id="1" name=""/>
        <p:cNvGrpSpPr/>
        <p:nvPr/>
      </p:nvGrpSpPr>
      <p:grpSpPr>
        <a:xfrm>
          <a:off x="0" y="0"/>
          <a:ext cx="0" cy="0"/>
          <a:chOff x="0" y="0"/>
          <a:chExt cx="0" cy="0"/>
        </a:xfrm>
      </p:grpSpPr>
      <p:sp>
        <p:nvSpPr>
          <p:cNvPr id="182" name="PlaceHolder 1"/>
          <p:cNvSpPr>
            <a:spLocks noGrp="1"/>
          </p:cNvSpPr>
          <p:nvPr>
            <p:ph type="title"/>
          </p:nvPr>
        </p:nvSpPr>
        <p:spPr>
          <a:xfrm>
            <a:off x="720000" y="1222920"/>
            <a:ext cx="4275720" cy="1733760"/>
          </a:xfrm>
          <a:prstGeom prst="rect">
            <a:avLst/>
          </a:prstGeom>
          <a:noFill/>
          <a:ln w="0">
            <a:noFill/>
          </a:ln>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sp>
        <p:nvSpPr>
          <p:cNvPr id="183" name="PlaceHolder 2"/>
          <p:cNvSpPr>
            <a:spLocks noGrp="1"/>
          </p:cNvSpPr>
          <p:nvPr>
            <p:ph type="body"/>
          </p:nvPr>
        </p:nvSpPr>
        <p:spPr>
          <a:xfrm>
            <a:off x="5397480" y="1055160"/>
            <a:ext cx="3033000" cy="3033000"/>
          </a:xfrm>
          <a:prstGeom prst="rect">
            <a:avLst/>
          </a:prstGeom>
          <a:noFill/>
          <a:ln w="38160">
            <a:solidFill>
              <a:schemeClr val="lt1"/>
            </a:solidFill>
            <a:round/>
          </a:ln>
        </p:spPr>
        <p:txBody>
          <a:bodyPr lIns="90000" tIns="45000" rIns="90000" bIns="45000" anchor="t">
            <a:normAutofit fontScale="4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grpSp>
        <p:nvGrpSpPr>
          <p:cNvPr id="184" name="Google Shape;367;p22"/>
          <p:cNvGrpSpPr/>
          <p:nvPr/>
        </p:nvGrpSpPr>
        <p:grpSpPr>
          <a:xfrm>
            <a:off x="5362560" y="4349160"/>
            <a:ext cx="1309320" cy="257400"/>
            <a:chOff x="5362560" y="4349160"/>
            <a:chExt cx="1309320" cy="257400"/>
          </a:xfrm>
        </p:grpSpPr>
        <p:sp>
          <p:nvSpPr>
            <p:cNvPr id="185" name="Google Shape;368;p22"/>
            <p:cNvSpPr/>
            <p:nvPr/>
          </p:nvSpPr>
          <p:spPr>
            <a:xfrm flipV="1">
              <a:off x="5781960" y="4533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 name="Google Shape;369;p22"/>
            <p:cNvSpPr/>
            <p:nvPr/>
          </p:nvSpPr>
          <p:spPr>
            <a:xfrm flipV="1">
              <a:off x="5986080" y="4533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 name="Google Shape;370;p22"/>
            <p:cNvSpPr/>
            <p:nvPr/>
          </p:nvSpPr>
          <p:spPr>
            <a:xfrm flipV="1">
              <a:off x="6190200" y="4533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 name="Google Shape;371;p22"/>
            <p:cNvSpPr/>
            <p:nvPr/>
          </p:nvSpPr>
          <p:spPr>
            <a:xfrm flipV="1">
              <a:off x="6394320" y="4533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 name="Google Shape;372;p22"/>
            <p:cNvSpPr/>
            <p:nvPr/>
          </p:nvSpPr>
          <p:spPr>
            <a:xfrm flipV="1">
              <a:off x="6598440" y="4533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 name="Google Shape;373;p22"/>
            <p:cNvSpPr/>
            <p:nvPr/>
          </p:nvSpPr>
          <p:spPr>
            <a:xfrm flipV="1">
              <a:off x="5362560" y="4349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 name="Google Shape;374;p22"/>
            <p:cNvSpPr/>
            <p:nvPr/>
          </p:nvSpPr>
          <p:spPr>
            <a:xfrm flipV="1">
              <a:off x="5566680" y="4349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 name="Google Shape;375;p22"/>
            <p:cNvSpPr/>
            <p:nvPr/>
          </p:nvSpPr>
          <p:spPr>
            <a:xfrm flipV="1">
              <a:off x="5770800" y="4349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 name="Google Shape;376;p22"/>
            <p:cNvSpPr/>
            <p:nvPr/>
          </p:nvSpPr>
          <p:spPr>
            <a:xfrm flipV="1">
              <a:off x="5974920" y="4349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 name="Google Shape;377;p22"/>
            <p:cNvSpPr/>
            <p:nvPr/>
          </p:nvSpPr>
          <p:spPr>
            <a:xfrm flipV="1">
              <a:off x="6179040" y="4349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4_1">
    <p:bg>
      <p:bgPr>
        <a:solidFill>
          <a:schemeClr val="lt1"/>
        </a:solidFill>
        <a:effectLst/>
      </p:bgPr>
    </p:bg>
    <p:spTree>
      <p:nvGrpSpPr>
        <p:cNvPr id="1" name=""/>
        <p:cNvGrpSpPr/>
        <p:nvPr/>
      </p:nvGrpSpPr>
      <p:grpSpPr>
        <a:xfrm>
          <a:off x="0" y="0"/>
          <a:ext cx="0" cy="0"/>
          <a:chOff x="0" y="0"/>
          <a:chExt cx="0" cy="0"/>
        </a:xfrm>
      </p:grpSpPr>
      <p:sp>
        <p:nvSpPr>
          <p:cNvPr id="195" name="PlaceHolder 1"/>
          <p:cNvSpPr>
            <a:spLocks noGrp="1"/>
          </p:cNvSpPr>
          <p:nvPr>
            <p:ph type="title"/>
          </p:nvPr>
        </p:nvSpPr>
        <p:spPr>
          <a:xfrm>
            <a:off x="720000" y="1477080"/>
            <a:ext cx="3045600" cy="705960"/>
          </a:xfrm>
          <a:prstGeom prst="rect">
            <a:avLst/>
          </a:prstGeom>
          <a:noFill/>
          <a:ln w="0">
            <a:noFill/>
          </a:ln>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grpSp>
        <p:nvGrpSpPr>
          <p:cNvPr id="196" name="Google Shape;381;p23"/>
          <p:cNvGrpSpPr/>
          <p:nvPr/>
        </p:nvGrpSpPr>
        <p:grpSpPr>
          <a:xfrm>
            <a:off x="5173200" y="268920"/>
            <a:ext cx="1309320" cy="257400"/>
            <a:chOff x="5173200" y="268920"/>
            <a:chExt cx="1309320" cy="257400"/>
          </a:xfrm>
        </p:grpSpPr>
        <p:sp>
          <p:nvSpPr>
            <p:cNvPr id="197" name="Google Shape;382;p23"/>
            <p:cNvSpPr/>
            <p:nvPr/>
          </p:nvSpPr>
          <p:spPr>
            <a:xfrm flipV="1">
              <a:off x="5592600" y="4528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8" name="Google Shape;383;p23"/>
            <p:cNvSpPr/>
            <p:nvPr/>
          </p:nvSpPr>
          <p:spPr>
            <a:xfrm flipV="1">
              <a:off x="5796720" y="4528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9" name="Google Shape;384;p23"/>
            <p:cNvSpPr/>
            <p:nvPr/>
          </p:nvSpPr>
          <p:spPr>
            <a:xfrm flipV="1">
              <a:off x="6000840" y="4528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 name="Google Shape;385;p23"/>
            <p:cNvSpPr/>
            <p:nvPr/>
          </p:nvSpPr>
          <p:spPr>
            <a:xfrm flipV="1">
              <a:off x="6204960" y="4528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1" name="Google Shape;386;p23"/>
            <p:cNvSpPr/>
            <p:nvPr/>
          </p:nvSpPr>
          <p:spPr>
            <a:xfrm flipV="1">
              <a:off x="6409080" y="4528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2" name="Google Shape;387;p23"/>
            <p:cNvSpPr/>
            <p:nvPr/>
          </p:nvSpPr>
          <p:spPr>
            <a:xfrm flipV="1">
              <a:off x="5173200" y="268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3" name="Google Shape;388;p23"/>
            <p:cNvSpPr/>
            <p:nvPr/>
          </p:nvSpPr>
          <p:spPr>
            <a:xfrm flipV="1">
              <a:off x="5377320" y="268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4" name="Google Shape;389;p23"/>
            <p:cNvSpPr/>
            <p:nvPr/>
          </p:nvSpPr>
          <p:spPr>
            <a:xfrm flipV="1">
              <a:off x="5581440" y="268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 name="Google Shape;390;p23"/>
            <p:cNvSpPr/>
            <p:nvPr/>
          </p:nvSpPr>
          <p:spPr>
            <a:xfrm flipV="1">
              <a:off x="5785560" y="268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 name="Google Shape;391;p23"/>
            <p:cNvSpPr/>
            <p:nvPr/>
          </p:nvSpPr>
          <p:spPr>
            <a:xfrm flipV="1">
              <a:off x="5989680" y="268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207" name="PlaceHolder 1"/>
          <p:cNvSpPr>
            <a:spLocks noGrp="1"/>
          </p:cNvSpPr>
          <p:nvPr>
            <p:ph type="title"/>
          </p:nvPr>
        </p:nvSpPr>
        <p:spPr>
          <a:xfrm>
            <a:off x="713160" y="539640"/>
            <a:ext cx="4632120" cy="1058400"/>
          </a:xfrm>
          <a:prstGeom prst="rect">
            <a:avLst/>
          </a:prstGeom>
          <a:noFill/>
          <a:ln w="0">
            <a:noFill/>
          </a:ln>
        </p:spPr>
        <p:txBody>
          <a:bodyPr lIns="91440" tIns="91440" rIns="91440" bIns="91440" anchor="t">
            <a:noAutofit/>
          </a:bodyPr>
          <a:lstStyle/>
          <a:p>
            <a:pPr indent="0">
              <a:buNone/>
            </a:pPr>
            <a:r>
              <a:rPr lang="fr-FR" sz="5400" b="0" u="none" strike="noStrike">
                <a:solidFill>
                  <a:schemeClr val="dk1"/>
                </a:solidFill>
                <a:effectLst/>
                <a:uFillTx/>
                <a:latin typeface="Arial"/>
              </a:rPr>
              <a:t>Click to edit the title text format</a:t>
            </a:r>
          </a:p>
        </p:txBody>
      </p:sp>
      <p:sp>
        <p:nvSpPr>
          <p:cNvPr id="208" name="PlaceHolder 2"/>
          <p:cNvSpPr>
            <a:spLocks noGrp="1"/>
          </p:cNvSpPr>
          <p:nvPr>
            <p:ph type="body"/>
          </p:nvPr>
        </p:nvSpPr>
        <p:spPr>
          <a:xfrm>
            <a:off x="5397480" y="1055160"/>
            <a:ext cx="3033000" cy="3033000"/>
          </a:xfrm>
          <a:prstGeom prst="rect">
            <a:avLst/>
          </a:prstGeom>
          <a:noFill/>
          <a:ln w="38160">
            <a:solidFill>
              <a:schemeClr val="lt1"/>
            </a:solidFill>
            <a:round/>
          </a:ln>
        </p:spPr>
        <p:txBody>
          <a:bodyPr lIns="90000" tIns="45000" rIns="90000" bIns="45000" anchor="t">
            <a:normAutofit fontScale="4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grpSp>
        <p:nvGrpSpPr>
          <p:cNvPr id="209" name="Google Shape;396;p24"/>
          <p:cNvGrpSpPr/>
          <p:nvPr/>
        </p:nvGrpSpPr>
        <p:grpSpPr>
          <a:xfrm>
            <a:off x="5143320" y="399960"/>
            <a:ext cx="1309680" cy="257400"/>
            <a:chOff x="5143320" y="399960"/>
            <a:chExt cx="1309680" cy="257400"/>
          </a:xfrm>
        </p:grpSpPr>
        <p:sp>
          <p:nvSpPr>
            <p:cNvPr id="210" name="Google Shape;397;p24"/>
            <p:cNvSpPr/>
            <p:nvPr/>
          </p:nvSpPr>
          <p:spPr>
            <a:xfrm>
              <a:off x="5563080" y="3999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 name="Google Shape;398;p24"/>
            <p:cNvSpPr/>
            <p:nvPr/>
          </p:nvSpPr>
          <p:spPr>
            <a:xfrm>
              <a:off x="5767200" y="3999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 name="Google Shape;399;p24"/>
            <p:cNvSpPr/>
            <p:nvPr/>
          </p:nvSpPr>
          <p:spPr>
            <a:xfrm>
              <a:off x="5971320" y="3999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3" name="Google Shape;400;p24"/>
            <p:cNvSpPr/>
            <p:nvPr/>
          </p:nvSpPr>
          <p:spPr>
            <a:xfrm>
              <a:off x="6175440" y="3999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4" name="Google Shape;401;p24"/>
            <p:cNvSpPr/>
            <p:nvPr/>
          </p:nvSpPr>
          <p:spPr>
            <a:xfrm>
              <a:off x="6379560" y="3999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5" name="Google Shape;402;p24"/>
            <p:cNvSpPr/>
            <p:nvPr/>
          </p:nvSpPr>
          <p:spPr>
            <a:xfrm>
              <a:off x="5143320" y="583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6" name="Google Shape;403;p24"/>
            <p:cNvSpPr/>
            <p:nvPr/>
          </p:nvSpPr>
          <p:spPr>
            <a:xfrm>
              <a:off x="5347440" y="583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 name="Google Shape;404;p24"/>
            <p:cNvSpPr/>
            <p:nvPr/>
          </p:nvSpPr>
          <p:spPr>
            <a:xfrm>
              <a:off x="5551560" y="583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8" name="Google Shape;405;p24"/>
            <p:cNvSpPr/>
            <p:nvPr/>
          </p:nvSpPr>
          <p:spPr>
            <a:xfrm>
              <a:off x="5755680" y="583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9" name="Google Shape;406;p24"/>
            <p:cNvSpPr/>
            <p:nvPr/>
          </p:nvSpPr>
          <p:spPr>
            <a:xfrm>
              <a:off x="5959800" y="583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20" name="Google Shape;407;p24"/>
          <p:cNvSpPr/>
          <p:nvPr/>
        </p:nvSpPr>
        <p:spPr>
          <a:xfrm>
            <a:off x="713160" y="3643920"/>
            <a:ext cx="3604680" cy="690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15000"/>
              </a:lnSpc>
              <a:spcBef>
                <a:spcPts val="300"/>
              </a:spcBef>
              <a:tabLst>
                <a:tab pos="0" algn="l"/>
              </a:tabLst>
            </a:pPr>
            <a:r>
              <a:rPr lang="en" sz="1000" b="1" u="none" strike="noStrike">
                <a:solidFill>
                  <a:schemeClr val="dk1"/>
                </a:solidFill>
                <a:effectLst/>
                <a:uFillTx/>
                <a:latin typeface="Manrope"/>
                <a:ea typeface="Manrope"/>
              </a:rPr>
              <a:t>CREDITS:</a:t>
            </a:r>
            <a:r>
              <a:rPr lang="en" sz="1000" b="0" u="none" strike="noStrike">
                <a:solidFill>
                  <a:schemeClr val="dk1"/>
                </a:solidFill>
                <a:effectLst/>
                <a:uFillTx/>
                <a:latin typeface="Manrope"/>
                <a:ea typeface="Manrope"/>
              </a:rPr>
              <a:t> This presentation template was created by </a:t>
            </a:r>
            <a:r>
              <a:rPr lang="en" sz="1000" b="1" u="sng" strike="noStrike">
                <a:solidFill>
                  <a:schemeClr val="hlink"/>
                </a:solidFill>
                <a:effectLst/>
                <a:uFillTx/>
                <a:latin typeface="Manrope"/>
                <a:ea typeface="Manrope"/>
                <a:hlinkClick r:id="rId2"/>
              </a:rPr>
              <a:t>Slidesgo</a:t>
            </a:r>
            <a:r>
              <a:rPr lang="en" sz="1000" b="0" u="none" strike="noStrike">
                <a:solidFill>
                  <a:schemeClr val="dk1"/>
                </a:solidFill>
                <a:effectLst/>
                <a:uFillTx/>
                <a:latin typeface="Manrope"/>
                <a:ea typeface="Manrope"/>
              </a:rPr>
              <a:t>, and includes icons by </a:t>
            </a:r>
            <a:r>
              <a:rPr lang="en" sz="1000" b="1" u="sng" strike="noStrike">
                <a:solidFill>
                  <a:schemeClr val="dk1"/>
                </a:solidFill>
                <a:effectLst/>
                <a:uFillTx/>
                <a:latin typeface="Manrope"/>
                <a:ea typeface="Manrope"/>
                <a:hlinkClick r:id="rId3"/>
              </a:rPr>
              <a:t>Flaticon</a:t>
            </a:r>
            <a:r>
              <a:rPr lang="en" sz="1000" b="0" u="none" strike="noStrike">
                <a:solidFill>
                  <a:schemeClr val="dk1"/>
                </a:solidFill>
                <a:effectLst/>
                <a:uFillTx/>
                <a:latin typeface="Manrope"/>
                <a:ea typeface="Manrope"/>
              </a:rPr>
              <a:t>, and infographics &amp; images by </a:t>
            </a:r>
            <a:r>
              <a:rPr lang="en" sz="1000" b="1" u="sng" strike="noStrike">
                <a:solidFill>
                  <a:schemeClr val="dk1"/>
                </a:solidFill>
                <a:effectLst/>
                <a:uFillTx/>
                <a:latin typeface="Manrope"/>
                <a:ea typeface="Manrope"/>
                <a:hlinkClick r:id="rId4"/>
              </a:rPr>
              <a:t>Freepik</a:t>
            </a:r>
            <a:r>
              <a:rPr lang="en" sz="1000" b="0" u="sng" strike="noStrike">
                <a:solidFill>
                  <a:schemeClr val="dk1"/>
                </a:solidFill>
                <a:effectLst/>
                <a:uFillTx/>
                <a:latin typeface="Manrope"/>
                <a:ea typeface="Manrope"/>
              </a:rPr>
              <a:t> </a:t>
            </a:r>
            <a:endParaRPr lang="en-US" sz="1000" b="0" u="none" strike="noStrike">
              <a:solidFill>
                <a:srgbClr val="000000"/>
              </a:solidFill>
              <a:effectLst/>
              <a:uFillTx/>
              <a:latin typeface="OpenSymbo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grpSp>
        <p:nvGrpSpPr>
          <p:cNvPr id="221" name="Google Shape;409;p25"/>
          <p:cNvGrpSpPr/>
          <p:nvPr/>
        </p:nvGrpSpPr>
        <p:grpSpPr>
          <a:xfrm>
            <a:off x="7267320" y="-374400"/>
            <a:ext cx="2455920" cy="5138280"/>
            <a:chOff x="7267320" y="-374400"/>
            <a:chExt cx="2455920" cy="5138280"/>
          </a:xfrm>
        </p:grpSpPr>
        <p:grpSp>
          <p:nvGrpSpPr>
            <p:cNvPr id="222" name="Google Shape;410;p25"/>
            <p:cNvGrpSpPr/>
            <p:nvPr/>
          </p:nvGrpSpPr>
          <p:grpSpPr>
            <a:xfrm>
              <a:off x="7432920" y="4506480"/>
              <a:ext cx="1309320" cy="257400"/>
              <a:chOff x="7432920" y="4506480"/>
              <a:chExt cx="1309320" cy="257400"/>
            </a:xfrm>
          </p:grpSpPr>
          <p:sp>
            <p:nvSpPr>
              <p:cNvPr id="223" name="Google Shape;411;p25"/>
              <p:cNvSpPr/>
              <p:nvPr/>
            </p:nvSpPr>
            <p:spPr>
              <a:xfrm>
                <a:off x="7852320" y="4506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4" name="Google Shape;412;p25"/>
              <p:cNvSpPr/>
              <p:nvPr/>
            </p:nvSpPr>
            <p:spPr>
              <a:xfrm>
                <a:off x="8056440" y="4506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5" name="Google Shape;413;p25"/>
              <p:cNvSpPr/>
              <p:nvPr/>
            </p:nvSpPr>
            <p:spPr>
              <a:xfrm>
                <a:off x="8260560" y="4506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6" name="Google Shape;414;p25"/>
              <p:cNvSpPr/>
              <p:nvPr/>
            </p:nvSpPr>
            <p:spPr>
              <a:xfrm>
                <a:off x="8464680" y="4506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 name="Google Shape;415;p25"/>
              <p:cNvSpPr/>
              <p:nvPr/>
            </p:nvSpPr>
            <p:spPr>
              <a:xfrm>
                <a:off x="8668800" y="4506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 name="Google Shape;416;p25"/>
              <p:cNvSpPr/>
              <p:nvPr/>
            </p:nvSpPr>
            <p:spPr>
              <a:xfrm>
                <a:off x="7432920" y="4690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 name="Google Shape;417;p25"/>
              <p:cNvSpPr/>
              <p:nvPr/>
            </p:nvSpPr>
            <p:spPr>
              <a:xfrm>
                <a:off x="7637040" y="4690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 name="Google Shape;418;p25"/>
              <p:cNvSpPr/>
              <p:nvPr/>
            </p:nvSpPr>
            <p:spPr>
              <a:xfrm>
                <a:off x="7841160" y="4690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1" name="Google Shape;419;p25"/>
              <p:cNvSpPr/>
              <p:nvPr/>
            </p:nvSpPr>
            <p:spPr>
              <a:xfrm>
                <a:off x="8045280" y="4690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2" name="Google Shape;420;p25"/>
              <p:cNvSpPr/>
              <p:nvPr/>
            </p:nvSpPr>
            <p:spPr>
              <a:xfrm>
                <a:off x="8249400" y="4690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33" name="Google Shape;421;p25"/>
            <p:cNvGrpSpPr/>
            <p:nvPr/>
          </p:nvGrpSpPr>
          <p:grpSpPr>
            <a:xfrm>
              <a:off x="7267320" y="-374400"/>
              <a:ext cx="2455920" cy="1917000"/>
              <a:chOff x="7267320" y="-374400"/>
              <a:chExt cx="2455920" cy="1917000"/>
            </a:xfrm>
          </p:grpSpPr>
          <p:sp>
            <p:nvSpPr>
              <p:cNvPr id="234" name="Google Shape;422;p25"/>
              <p:cNvSpPr/>
              <p:nvPr/>
            </p:nvSpPr>
            <p:spPr>
              <a:xfrm rot="16200000" flipH="1">
                <a:off x="7653240" y="-828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5" name="Google Shape;423;p25"/>
              <p:cNvSpPr/>
              <p:nvPr/>
            </p:nvSpPr>
            <p:spPr>
              <a:xfrm rot="2699400" flipH="1">
                <a:off x="8647920" y="63432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6" name="Google Shape;424;p25"/>
              <p:cNvSpPr/>
              <p:nvPr/>
            </p:nvSpPr>
            <p:spPr>
              <a:xfrm>
                <a:off x="7719480" y="14544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7" name="Google Shape;425;p25"/>
              <p:cNvSpPr/>
              <p:nvPr/>
            </p:nvSpPr>
            <p:spPr>
              <a:xfrm rot="2699400" flipH="1">
                <a:off x="7177680" y="-1548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grpSp>
        <p:nvGrpSpPr>
          <p:cNvPr id="238" name="Google Shape;427;p26"/>
          <p:cNvGrpSpPr/>
          <p:nvPr/>
        </p:nvGrpSpPr>
        <p:grpSpPr>
          <a:xfrm>
            <a:off x="7267320" y="387360"/>
            <a:ext cx="2455920" cy="5138280"/>
            <a:chOff x="7267320" y="387360"/>
            <a:chExt cx="2455920" cy="5138280"/>
          </a:xfrm>
        </p:grpSpPr>
        <p:grpSp>
          <p:nvGrpSpPr>
            <p:cNvPr id="239" name="Google Shape;428;p26"/>
            <p:cNvGrpSpPr/>
            <p:nvPr/>
          </p:nvGrpSpPr>
          <p:grpSpPr>
            <a:xfrm>
              <a:off x="7432920" y="387360"/>
              <a:ext cx="1309320" cy="257400"/>
              <a:chOff x="7432920" y="387360"/>
              <a:chExt cx="1309320" cy="257400"/>
            </a:xfrm>
          </p:grpSpPr>
          <p:sp>
            <p:nvSpPr>
              <p:cNvPr id="240" name="Google Shape;429;p26"/>
              <p:cNvSpPr/>
              <p:nvPr/>
            </p:nvSpPr>
            <p:spPr>
              <a:xfrm flipV="1">
                <a:off x="785232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1" name="Google Shape;430;p26"/>
              <p:cNvSpPr/>
              <p:nvPr/>
            </p:nvSpPr>
            <p:spPr>
              <a:xfrm flipV="1">
                <a:off x="805644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2" name="Google Shape;431;p26"/>
              <p:cNvSpPr/>
              <p:nvPr/>
            </p:nvSpPr>
            <p:spPr>
              <a:xfrm flipV="1">
                <a:off x="826056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3" name="Google Shape;432;p26"/>
              <p:cNvSpPr/>
              <p:nvPr/>
            </p:nvSpPr>
            <p:spPr>
              <a:xfrm flipV="1">
                <a:off x="846468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4" name="Google Shape;433;p26"/>
              <p:cNvSpPr/>
              <p:nvPr/>
            </p:nvSpPr>
            <p:spPr>
              <a:xfrm flipV="1">
                <a:off x="866880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 name="Google Shape;434;p26"/>
              <p:cNvSpPr/>
              <p:nvPr/>
            </p:nvSpPr>
            <p:spPr>
              <a:xfrm flipV="1">
                <a:off x="743292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 name="Google Shape;435;p26"/>
              <p:cNvSpPr/>
              <p:nvPr/>
            </p:nvSpPr>
            <p:spPr>
              <a:xfrm flipV="1">
                <a:off x="763704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 name="Google Shape;436;p26"/>
              <p:cNvSpPr/>
              <p:nvPr/>
            </p:nvSpPr>
            <p:spPr>
              <a:xfrm flipV="1">
                <a:off x="784116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8" name="Google Shape;437;p26"/>
              <p:cNvSpPr/>
              <p:nvPr/>
            </p:nvSpPr>
            <p:spPr>
              <a:xfrm flipV="1">
                <a:off x="804528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9" name="Google Shape;438;p26"/>
              <p:cNvSpPr/>
              <p:nvPr/>
            </p:nvSpPr>
            <p:spPr>
              <a:xfrm flipV="1">
                <a:off x="824940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50" name="Google Shape;439;p26"/>
            <p:cNvGrpSpPr/>
            <p:nvPr/>
          </p:nvGrpSpPr>
          <p:grpSpPr>
            <a:xfrm>
              <a:off x="7267320" y="3608280"/>
              <a:ext cx="2455920" cy="1917360"/>
              <a:chOff x="7267320" y="3608280"/>
              <a:chExt cx="2455920" cy="1917360"/>
            </a:xfrm>
          </p:grpSpPr>
          <p:sp>
            <p:nvSpPr>
              <p:cNvPr id="251" name="Google Shape;440;p26"/>
              <p:cNvSpPr/>
              <p:nvPr/>
            </p:nvSpPr>
            <p:spPr>
              <a:xfrm rot="5400000" flipH="1" flipV="1">
                <a:off x="7653240" y="361080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2" name="Google Shape;441;p26"/>
              <p:cNvSpPr/>
              <p:nvPr/>
            </p:nvSpPr>
            <p:spPr>
              <a:xfrm rot="18900600" flipH="1" flipV="1">
                <a:off x="8648640" y="425484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3" name="Google Shape;442;p26"/>
              <p:cNvSpPr/>
              <p:nvPr/>
            </p:nvSpPr>
            <p:spPr>
              <a:xfrm flipV="1">
                <a:off x="7719480" y="369612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4" name="Google Shape;443;p26"/>
              <p:cNvSpPr/>
              <p:nvPr/>
            </p:nvSpPr>
            <p:spPr>
              <a:xfrm rot="18900600" flipH="1" flipV="1">
                <a:off x="7177680" y="496476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25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256" name="PlaceHolder 2"/>
          <p:cNvSpPr>
            <a:spLocks noGrp="1"/>
          </p:cNvSpPr>
          <p:nvPr>
            <p:ph type="body"/>
          </p:nvPr>
        </p:nvSpPr>
        <p:spPr>
          <a:xfrm>
            <a:off x="720000" y="1278000"/>
            <a:ext cx="4801680" cy="27414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grpSp>
        <p:nvGrpSpPr>
          <p:cNvPr id="257" name="Google Shape;31;p4"/>
          <p:cNvGrpSpPr/>
          <p:nvPr/>
        </p:nvGrpSpPr>
        <p:grpSpPr>
          <a:xfrm>
            <a:off x="6674040" y="-721440"/>
            <a:ext cx="2962440" cy="5493600"/>
            <a:chOff x="6674040" y="-721440"/>
            <a:chExt cx="2962440" cy="5493600"/>
          </a:xfrm>
        </p:grpSpPr>
        <p:grpSp>
          <p:nvGrpSpPr>
            <p:cNvPr id="258" name="Google Shape;32;p4"/>
            <p:cNvGrpSpPr/>
            <p:nvPr/>
          </p:nvGrpSpPr>
          <p:grpSpPr>
            <a:xfrm>
              <a:off x="7656480" y="-721440"/>
              <a:ext cx="1980000" cy="2320200"/>
              <a:chOff x="7656480" y="-721440"/>
              <a:chExt cx="1980000" cy="2320200"/>
            </a:xfrm>
          </p:grpSpPr>
          <p:sp>
            <p:nvSpPr>
              <p:cNvPr id="259" name="Google Shape;33;p4"/>
              <p:cNvSpPr/>
              <p:nvPr/>
            </p:nvSpPr>
            <p:spPr>
              <a:xfrm rot="16200000" flipH="1">
                <a:off x="7653240" y="-5796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60" name="Google Shape;34;p4"/>
              <p:cNvGrpSpPr/>
              <p:nvPr/>
            </p:nvGrpSpPr>
            <p:grpSpPr>
              <a:xfrm>
                <a:off x="7776000" y="-721440"/>
                <a:ext cx="1860480" cy="2320200"/>
                <a:chOff x="7776000" y="-721440"/>
                <a:chExt cx="1860480" cy="2320200"/>
              </a:xfrm>
            </p:grpSpPr>
            <p:sp>
              <p:nvSpPr>
                <p:cNvPr id="261" name="Google Shape;35;p4"/>
                <p:cNvSpPr/>
                <p:nvPr/>
              </p:nvSpPr>
              <p:spPr>
                <a:xfrm rot="2699400" flipH="1">
                  <a:off x="8561160" y="90792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 name="Google Shape;36;p4"/>
                <p:cNvSpPr/>
                <p:nvPr/>
              </p:nvSpPr>
              <p:spPr>
                <a:xfrm>
                  <a:off x="7776000" y="28944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3" name="Google Shape;37;p4"/>
                <p:cNvSpPr/>
                <p:nvPr/>
              </p:nvSpPr>
              <p:spPr>
                <a:xfrm rot="2699400" flipH="1">
                  <a:off x="7753680" y="-36252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64" name="Google Shape;38;p4"/>
              <p:cNvSpPr/>
              <p:nvPr/>
            </p:nvSpPr>
            <p:spPr>
              <a:xfrm rot="2700000">
                <a:off x="7588800" y="-171720"/>
                <a:ext cx="770040" cy="12744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65" name="Google Shape;39;p4"/>
            <p:cNvGrpSpPr/>
            <p:nvPr/>
          </p:nvGrpSpPr>
          <p:grpSpPr>
            <a:xfrm>
              <a:off x="6674040" y="4514760"/>
              <a:ext cx="1309320" cy="257400"/>
              <a:chOff x="6674040" y="4514760"/>
              <a:chExt cx="1309320" cy="257400"/>
            </a:xfrm>
          </p:grpSpPr>
          <p:sp>
            <p:nvSpPr>
              <p:cNvPr id="266" name="Google Shape;40;p4"/>
              <p:cNvSpPr/>
              <p:nvPr/>
            </p:nvSpPr>
            <p:spPr>
              <a:xfrm>
                <a:off x="709344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7" name="Google Shape;41;p4"/>
              <p:cNvSpPr/>
              <p:nvPr/>
            </p:nvSpPr>
            <p:spPr>
              <a:xfrm>
                <a:off x="729756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8" name="Google Shape;42;p4"/>
              <p:cNvSpPr/>
              <p:nvPr/>
            </p:nvSpPr>
            <p:spPr>
              <a:xfrm>
                <a:off x="750168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9" name="Google Shape;43;p4"/>
              <p:cNvSpPr/>
              <p:nvPr/>
            </p:nvSpPr>
            <p:spPr>
              <a:xfrm>
                <a:off x="770580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0" name="Google Shape;44;p4"/>
              <p:cNvSpPr/>
              <p:nvPr/>
            </p:nvSpPr>
            <p:spPr>
              <a:xfrm>
                <a:off x="790992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1" name="Google Shape;45;p4"/>
              <p:cNvSpPr/>
              <p:nvPr/>
            </p:nvSpPr>
            <p:spPr>
              <a:xfrm>
                <a:off x="667404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2" name="Google Shape;46;p4"/>
              <p:cNvSpPr/>
              <p:nvPr/>
            </p:nvSpPr>
            <p:spPr>
              <a:xfrm>
                <a:off x="687816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3" name="Google Shape;47;p4"/>
              <p:cNvSpPr/>
              <p:nvPr/>
            </p:nvSpPr>
            <p:spPr>
              <a:xfrm>
                <a:off x="708228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4" name="Google Shape;48;p4"/>
              <p:cNvSpPr/>
              <p:nvPr/>
            </p:nvSpPr>
            <p:spPr>
              <a:xfrm>
                <a:off x="728640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5" name="Google Shape;49;p4"/>
              <p:cNvSpPr/>
              <p:nvPr/>
            </p:nvSpPr>
            <p:spPr>
              <a:xfrm>
                <a:off x="749052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27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277" name="Google Shape;56;p5"/>
          <p:cNvGrpSpPr/>
          <p:nvPr/>
        </p:nvGrpSpPr>
        <p:grpSpPr>
          <a:xfrm>
            <a:off x="7656480" y="-721440"/>
            <a:ext cx="1980000" cy="2320200"/>
            <a:chOff x="7656480" y="-721440"/>
            <a:chExt cx="1980000" cy="2320200"/>
          </a:xfrm>
        </p:grpSpPr>
        <p:sp>
          <p:nvSpPr>
            <p:cNvPr id="278" name="Google Shape;57;p5"/>
            <p:cNvSpPr/>
            <p:nvPr/>
          </p:nvSpPr>
          <p:spPr>
            <a:xfrm rot="16200000" flipH="1">
              <a:off x="7653240" y="-5796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79" name="Google Shape;58;p5"/>
            <p:cNvGrpSpPr/>
            <p:nvPr/>
          </p:nvGrpSpPr>
          <p:grpSpPr>
            <a:xfrm>
              <a:off x="7776000" y="-721440"/>
              <a:ext cx="1860480" cy="2320200"/>
              <a:chOff x="7776000" y="-721440"/>
              <a:chExt cx="1860480" cy="2320200"/>
            </a:xfrm>
          </p:grpSpPr>
          <p:sp>
            <p:nvSpPr>
              <p:cNvPr id="280" name="Google Shape;59;p5"/>
              <p:cNvSpPr/>
              <p:nvPr/>
            </p:nvSpPr>
            <p:spPr>
              <a:xfrm rot="2699400" flipH="1">
                <a:off x="8561160" y="90792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1" name="Google Shape;60;p5"/>
              <p:cNvSpPr/>
              <p:nvPr/>
            </p:nvSpPr>
            <p:spPr>
              <a:xfrm>
                <a:off x="7776000" y="28944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2" name="Google Shape;61;p5"/>
              <p:cNvSpPr/>
              <p:nvPr/>
            </p:nvSpPr>
            <p:spPr>
              <a:xfrm rot="2699400" flipH="1">
                <a:off x="7753680" y="-36252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83" name="Google Shape;62;p5"/>
            <p:cNvSpPr/>
            <p:nvPr/>
          </p:nvSpPr>
          <p:spPr>
            <a:xfrm rot="2700000">
              <a:off x="7588800" y="-171720"/>
              <a:ext cx="770040" cy="12744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28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285" name="Google Shape;65;p6"/>
          <p:cNvGrpSpPr/>
          <p:nvPr/>
        </p:nvGrpSpPr>
        <p:grpSpPr>
          <a:xfrm>
            <a:off x="7267320" y="387360"/>
            <a:ext cx="2455920" cy="5138280"/>
            <a:chOff x="7267320" y="387360"/>
            <a:chExt cx="2455920" cy="5138280"/>
          </a:xfrm>
        </p:grpSpPr>
        <p:grpSp>
          <p:nvGrpSpPr>
            <p:cNvPr id="286" name="Google Shape;66;p6"/>
            <p:cNvGrpSpPr/>
            <p:nvPr/>
          </p:nvGrpSpPr>
          <p:grpSpPr>
            <a:xfrm>
              <a:off x="7432920" y="387360"/>
              <a:ext cx="1309320" cy="257400"/>
              <a:chOff x="7432920" y="387360"/>
              <a:chExt cx="1309320" cy="257400"/>
            </a:xfrm>
          </p:grpSpPr>
          <p:sp>
            <p:nvSpPr>
              <p:cNvPr id="287" name="Google Shape;67;p6"/>
              <p:cNvSpPr/>
              <p:nvPr/>
            </p:nvSpPr>
            <p:spPr>
              <a:xfrm flipV="1">
                <a:off x="785232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8" name="Google Shape;68;p6"/>
              <p:cNvSpPr/>
              <p:nvPr/>
            </p:nvSpPr>
            <p:spPr>
              <a:xfrm flipV="1">
                <a:off x="805644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9" name="Google Shape;69;p6"/>
              <p:cNvSpPr/>
              <p:nvPr/>
            </p:nvSpPr>
            <p:spPr>
              <a:xfrm flipV="1">
                <a:off x="826056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0" name="Google Shape;70;p6"/>
              <p:cNvSpPr/>
              <p:nvPr/>
            </p:nvSpPr>
            <p:spPr>
              <a:xfrm flipV="1">
                <a:off x="846468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1" name="Google Shape;71;p6"/>
              <p:cNvSpPr/>
              <p:nvPr/>
            </p:nvSpPr>
            <p:spPr>
              <a:xfrm flipV="1">
                <a:off x="866880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2" name="Google Shape;72;p6"/>
              <p:cNvSpPr/>
              <p:nvPr/>
            </p:nvSpPr>
            <p:spPr>
              <a:xfrm flipV="1">
                <a:off x="743292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3" name="Google Shape;73;p6"/>
              <p:cNvSpPr/>
              <p:nvPr/>
            </p:nvSpPr>
            <p:spPr>
              <a:xfrm flipV="1">
                <a:off x="763704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4" name="Google Shape;74;p6"/>
              <p:cNvSpPr/>
              <p:nvPr/>
            </p:nvSpPr>
            <p:spPr>
              <a:xfrm flipV="1">
                <a:off x="784116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5" name="Google Shape;75;p6"/>
              <p:cNvSpPr/>
              <p:nvPr/>
            </p:nvSpPr>
            <p:spPr>
              <a:xfrm flipV="1">
                <a:off x="804528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6" name="Google Shape;76;p6"/>
              <p:cNvSpPr/>
              <p:nvPr/>
            </p:nvSpPr>
            <p:spPr>
              <a:xfrm flipV="1">
                <a:off x="824940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97" name="Google Shape;77;p6"/>
            <p:cNvGrpSpPr/>
            <p:nvPr/>
          </p:nvGrpSpPr>
          <p:grpSpPr>
            <a:xfrm>
              <a:off x="7267320" y="3608280"/>
              <a:ext cx="2455920" cy="1917360"/>
              <a:chOff x="7267320" y="3608280"/>
              <a:chExt cx="2455920" cy="1917360"/>
            </a:xfrm>
          </p:grpSpPr>
          <p:sp>
            <p:nvSpPr>
              <p:cNvPr id="298" name="Google Shape;78;p6"/>
              <p:cNvSpPr/>
              <p:nvPr/>
            </p:nvSpPr>
            <p:spPr>
              <a:xfrm rot="5400000" flipH="1" flipV="1">
                <a:off x="7653240" y="361080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9" name="Google Shape;79;p6"/>
              <p:cNvSpPr/>
              <p:nvPr/>
            </p:nvSpPr>
            <p:spPr>
              <a:xfrm rot="18900600" flipH="1" flipV="1">
                <a:off x="8648640" y="425484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0" name="Google Shape;80;p6"/>
              <p:cNvSpPr/>
              <p:nvPr/>
            </p:nvSpPr>
            <p:spPr>
              <a:xfrm flipV="1">
                <a:off x="7719480" y="369612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1" name="Google Shape;81;p6"/>
              <p:cNvSpPr/>
              <p:nvPr/>
            </p:nvSpPr>
            <p:spPr>
              <a:xfrm rot="18900600" flipH="1" flipV="1">
                <a:off x="7177680" y="496476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30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30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304" name="Google Shape;86;p7"/>
          <p:cNvGrpSpPr/>
          <p:nvPr/>
        </p:nvGrpSpPr>
        <p:grpSpPr>
          <a:xfrm>
            <a:off x="2212560" y="2617920"/>
            <a:ext cx="7421760" cy="2775960"/>
            <a:chOff x="2212560" y="2617920"/>
            <a:chExt cx="7421760" cy="2775960"/>
          </a:xfrm>
        </p:grpSpPr>
        <p:grpSp>
          <p:nvGrpSpPr>
            <p:cNvPr id="305" name="Google Shape;87;p7"/>
            <p:cNvGrpSpPr/>
            <p:nvPr/>
          </p:nvGrpSpPr>
          <p:grpSpPr>
            <a:xfrm>
              <a:off x="2212560" y="4514760"/>
              <a:ext cx="1309320" cy="257400"/>
              <a:chOff x="2212560" y="4514760"/>
              <a:chExt cx="1309320" cy="257400"/>
            </a:xfrm>
          </p:grpSpPr>
          <p:sp>
            <p:nvSpPr>
              <p:cNvPr id="306" name="Google Shape;88;p7"/>
              <p:cNvSpPr/>
              <p:nvPr/>
            </p:nvSpPr>
            <p:spPr>
              <a:xfrm>
                <a:off x="263196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7" name="Google Shape;89;p7"/>
              <p:cNvSpPr/>
              <p:nvPr/>
            </p:nvSpPr>
            <p:spPr>
              <a:xfrm>
                <a:off x="283608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8" name="Google Shape;90;p7"/>
              <p:cNvSpPr/>
              <p:nvPr/>
            </p:nvSpPr>
            <p:spPr>
              <a:xfrm>
                <a:off x="304020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9" name="Google Shape;91;p7"/>
              <p:cNvSpPr/>
              <p:nvPr/>
            </p:nvSpPr>
            <p:spPr>
              <a:xfrm>
                <a:off x="324432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0" name="Google Shape;92;p7"/>
              <p:cNvSpPr/>
              <p:nvPr/>
            </p:nvSpPr>
            <p:spPr>
              <a:xfrm>
                <a:off x="344844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1" name="Google Shape;93;p7"/>
              <p:cNvSpPr/>
              <p:nvPr/>
            </p:nvSpPr>
            <p:spPr>
              <a:xfrm>
                <a:off x="221256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2" name="Google Shape;94;p7"/>
              <p:cNvSpPr/>
              <p:nvPr/>
            </p:nvSpPr>
            <p:spPr>
              <a:xfrm>
                <a:off x="241668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3" name="Google Shape;95;p7"/>
              <p:cNvSpPr/>
              <p:nvPr/>
            </p:nvSpPr>
            <p:spPr>
              <a:xfrm>
                <a:off x="262080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4" name="Google Shape;96;p7"/>
              <p:cNvSpPr/>
              <p:nvPr/>
            </p:nvSpPr>
            <p:spPr>
              <a:xfrm>
                <a:off x="282492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5" name="Google Shape;97;p7"/>
              <p:cNvSpPr/>
              <p:nvPr/>
            </p:nvSpPr>
            <p:spPr>
              <a:xfrm>
                <a:off x="302904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6" name="Google Shape;98;p7"/>
            <p:cNvGrpSpPr/>
            <p:nvPr/>
          </p:nvGrpSpPr>
          <p:grpSpPr>
            <a:xfrm>
              <a:off x="6687000" y="2617920"/>
              <a:ext cx="2947320" cy="2775960"/>
              <a:chOff x="6687000" y="2617920"/>
              <a:chExt cx="2947320" cy="2775960"/>
            </a:xfrm>
          </p:grpSpPr>
          <p:sp>
            <p:nvSpPr>
              <p:cNvPr id="317" name="Google Shape;99;p7"/>
              <p:cNvSpPr/>
              <p:nvPr/>
            </p:nvSpPr>
            <p:spPr>
              <a:xfrm flipH="1">
                <a:off x="6687000" y="2703600"/>
                <a:ext cx="2456640" cy="244692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8" name="Google Shape;100;p7"/>
              <p:cNvSpPr/>
              <p:nvPr/>
            </p:nvSpPr>
            <p:spPr>
              <a:xfrm rot="18900600">
                <a:off x="7946640" y="3849480"/>
                <a:ext cx="1779480" cy="47736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9" name="Google Shape;101;p7"/>
              <p:cNvSpPr/>
              <p:nvPr/>
            </p:nvSpPr>
            <p:spPr>
              <a:xfrm rot="18900000">
                <a:off x="6856920" y="4943880"/>
                <a:ext cx="995760" cy="11448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0" name="Google Shape;102;p7"/>
              <p:cNvSpPr/>
              <p:nvPr/>
            </p:nvSpPr>
            <p:spPr>
              <a:xfrm>
                <a:off x="6962400" y="355392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1" name="Google Shape;103;p7"/>
              <p:cNvSpPr/>
              <p:nvPr/>
            </p:nvSpPr>
            <p:spPr>
              <a:xfrm rot="18900600">
                <a:off x="7651080" y="3199320"/>
                <a:ext cx="1779480" cy="32616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322" name="PlaceHolder 1"/>
          <p:cNvSpPr>
            <a:spLocks noGrp="1"/>
          </p:cNvSpPr>
          <p:nvPr>
            <p:ph type="title"/>
          </p:nvPr>
        </p:nvSpPr>
        <p:spPr>
          <a:xfrm>
            <a:off x="713160" y="1488240"/>
            <a:ext cx="4683960" cy="216648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
        <p:nvSpPr>
          <p:cNvPr id="323" name="PlaceHolder 2"/>
          <p:cNvSpPr>
            <a:spLocks noGrp="1"/>
          </p:cNvSpPr>
          <p:nvPr>
            <p:ph type="body"/>
          </p:nvPr>
        </p:nvSpPr>
        <p:spPr>
          <a:xfrm>
            <a:off x="5397480" y="1055160"/>
            <a:ext cx="3033000" cy="3033000"/>
          </a:xfrm>
          <a:prstGeom prst="rect">
            <a:avLst/>
          </a:prstGeom>
          <a:noFill/>
          <a:ln w="38160">
            <a:solidFill>
              <a:schemeClr val="lt1"/>
            </a:solidFill>
            <a:round/>
          </a:ln>
        </p:spPr>
        <p:txBody>
          <a:bodyPr lIns="90000" tIns="45000" rIns="90000" bIns="45000" anchor="t">
            <a:normAutofit fontScale="4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grpSp>
        <p:nvGrpSpPr>
          <p:cNvPr id="324" name="Google Shape;107;p8"/>
          <p:cNvGrpSpPr/>
          <p:nvPr/>
        </p:nvGrpSpPr>
        <p:grpSpPr>
          <a:xfrm>
            <a:off x="2669760" y="539640"/>
            <a:ext cx="1309320" cy="257400"/>
            <a:chOff x="2669760" y="539640"/>
            <a:chExt cx="1309320" cy="257400"/>
          </a:xfrm>
        </p:grpSpPr>
        <p:sp>
          <p:nvSpPr>
            <p:cNvPr id="325" name="Google Shape;108;p8"/>
            <p:cNvSpPr/>
            <p:nvPr/>
          </p:nvSpPr>
          <p:spPr>
            <a:xfrm>
              <a:off x="3089160" y="5396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6" name="Google Shape;109;p8"/>
            <p:cNvSpPr/>
            <p:nvPr/>
          </p:nvSpPr>
          <p:spPr>
            <a:xfrm>
              <a:off x="3293280" y="5396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7" name="Google Shape;110;p8"/>
            <p:cNvSpPr/>
            <p:nvPr/>
          </p:nvSpPr>
          <p:spPr>
            <a:xfrm>
              <a:off x="3497400" y="5396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8" name="Google Shape;111;p8"/>
            <p:cNvSpPr/>
            <p:nvPr/>
          </p:nvSpPr>
          <p:spPr>
            <a:xfrm>
              <a:off x="3701520" y="5396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9" name="Google Shape;112;p8"/>
            <p:cNvSpPr/>
            <p:nvPr/>
          </p:nvSpPr>
          <p:spPr>
            <a:xfrm>
              <a:off x="3905640" y="5396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0" name="Google Shape;113;p8"/>
            <p:cNvSpPr/>
            <p:nvPr/>
          </p:nvSpPr>
          <p:spPr>
            <a:xfrm>
              <a:off x="2669760" y="72360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1" name="Google Shape;114;p8"/>
            <p:cNvSpPr/>
            <p:nvPr/>
          </p:nvSpPr>
          <p:spPr>
            <a:xfrm>
              <a:off x="2873880" y="72360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2" name="Google Shape;115;p8"/>
            <p:cNvSpPr/>
            <p:nvPr/>
          </p:nvSpPr>
          <p:spPr>
            <a:xfrm>
              <a:off x="3078000" y="72360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3" name="Google Shape;116;p8"/>
            <p:cNvSpPr/>
            <p:nvPr/>
          </p:nvSpPr>
          <p:spPr>
            <a:xfrm>
              <a:off x="3282120" y="72360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4" name="Google Shape;117;p8"/>
            <p:cNvSpPr/>
            <p:nvPr/>
          </p:nvSpPr>
          <p:spPr>
            <a:xfrm>
              <a:off x="3486240" y="72360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335" name="PlaceHolder 1"/>
          <p:cNvSpPr>
            <a:spLocks noGrp="1"/>
          </p:cNvSpPr>
          <p:nvPr>
            <p:ph type="title"/>
          </p:nvPr>
        </p:nvSpPr>
        <p:spPr>
          <a:xfrm>
            <a:off x="713160" y="1013400"/>
            <a:ext cx="6993720" cy="81468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336" name="Google Shape;121;p9"/>
          <p:cNvGrpSpPr/>
          <p:nvPr/>
        </p:nvGrpSpPr>
        <p:grpSpPr>
          <a:xfrm>
            <a:off x="6687360" y="-258840"/>
            <a:ext cx="2947320" cy="5031720"/>
            <a:chOff x="6687360" y="-258840"/>
            <a:chExt cx="2947320" cy="5031720"/>
          </a:xfrm>
        </p:grpSpPr>
        <p:grpSp>
          <p:nvGrpSpPr>
            <p:cNvPr id="337" name="Google Shape;122;p9"/>
            <p:cNvGrpSpPr/>
            <p:nvPr/>
          </p:nvGrpSpPr>
          <p:grpSpPr>
            <a:xfrm>
              <a:off x="7260480" y="4515480"/>
              <a:ext cx="1309680" cy="257400"/>
              <a:chOff x="7260480" y="4515480"/>
              <a:chExt cx="1309680" cy="257400"/>
            </a:xfrm>
          </p:grpSpPr>
          <p:sp>
            <p:nvSpPr>
              <p:cNvPr id="338" name="Google Shape;123;p9"/>
              <p:cNvSpPr/>
              <p:nvPr/>
            </p:nvSpPr>
            <p:spPr>
              <a:xfrm flipV="1">
                <a:off x="7680240" y="4699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9" name="Google Shape;124;p9"/>
              <p:cNvSpPr/>
              <p:nvPr/>
            </p:nvSpPr>
            <p:spPr>
              <a:xfrm flipV="1">
                <a:off x="7884360" y="4699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0" name="Google Shape;125;p9"/>
              <p:cNvSpPr/>
              <p:nvPr/>
            </p:nvSpPr>
            <p:spPr>
              <a:xfrm flipV="1">
                <a:off x="8088480" y="4699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1" name="Google Shape;126;p9"/>
              <p:cNvSpPr/>
              <p:nvPr/>
            </p:nvSpPr>
            <p:spPr>
              <a:xfrm flipV="1">
                <a:off x="8292600" y="4699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2" name="Google Shape;127;p9"/>
              <p:cNvSpPr/>
              <p:nvPr/>
            </p:nvSpPr>
            <p:spPr>
              <a:xfrm flipV="1">
                <a:off x="8496720" y="4699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3" name="Google Shape;128;p9"/>
              <p:cNvSpPr/>
              <p:nvPr/>
            </p:nvSpPr>
            <p:spPr>
              <a:xfrm flipV="1">
                <a:off x="7260480" y="4515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4" name="Google Shape;129;p9"/>
              <p:cNvSpPr/>
              <p:nvPr/>
            </p:nvSpPr>
            <p:spPr>
              <a:xfrm flipV="1">
                <a:off x="7464600" y="4515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5" name="Google Shape;130;p9"/>
              <p:cNvSpPr/>
              <p:nvPr/>
            </p:nvSpPr>
            <p:spPr>
              <a:xfrm flipV="1">
                <a:off x="7668720" y="4515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6" name="Google Shape;131;p9"/>
              <p:cNvSpPr/>
              <p:nvPr/>
            </p:nvSpPr>
            <p:spPr>
              <a:xfrm flipV="1">
                <a:off x="7872840" y="4515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7" name="Google Shape;132;p9"/>
              <p:cNvSpPr/>
              <p:nvPr/>
            </p:nvSpPr>
            <p:spPr>
              <a:xfrm flipV="1">
                <a:off x="8076960" y="4515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48" name="Google Shape;133;p9"/>
            <p:cNvGrpSpPr/>
            <p:nvPr/>
          </p:nvGrpSpPr>
          <p:grpSpPr>
            <a:xfrm>
              <a:off x="6687360" y="-258840"/>
              <a:ext cx="2947320" cy="2776320"/>
              <a:chOff x="6687360" y="-258840"/>
              <a:chExt cx="2947320" cy="2776320"/>
            </a:xfrm>
          </p:grpSpPr>
          <p:sp>
            <p:nvSpPr>
              <p:cNvPr id="349" name="Google Shape;134;p9"/>
              <p:cNvSpPr/>
              <p:nvPr/>
            </p:nvSpPr>
            <p:spPr>
              <a:xfrm rot="10800000">
                <a:off x="6687360" y="-15120"/>
                <a:ext cx="2456640" cy="244692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0" name="Google Shape;135;p9"/>
              <p:cNvSpPr/>
              <p:nvPr/>
            </p:nvSpPr>
            <p:spPr>
              <a:xfrm rot="13499400" flipH="1">
                <a:off x="7946280" y="807840"/>
                <a:ext cx="1779480" cy="47736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1" name="Google Shape;136;p9"/>
              <p:cNvSpPr/>
              <p:nvPr/>
            </p:nvSpPr>
            <p:spPr>
              <a:xfrm rot="13500000" flipH="1">
                <a:off x="6856920" y="76320"/>
                <a:ext cx="995760" cy="11448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2" name="Google Shape;137;p9"/>
              <p:cNvSpPr/>
              <p:nvPr/>
            </p:nvSpPr>
            <p:spPr>
              <a:xfrm rot="10800000" flipH="1">
                <a:off x="6962400" y="27216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3" name="Google Shape;138;p9"/>
              <p:cNvSpPr/>
              <p:nvPr/>
            </p:nvSpPr>
            <p:spPr>
              <a:xfrm rot="13499400" flipH="1">
                <a:off x="7652160" y="1609560"/>
                <a:ext cx="1779480" cy="32616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354"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55" name="PlaceHolder 2"/>
          <p:cNvSpPr>
            <a:spLocks noGrp="1"/>
          </p:cNvSpPr>
          <p:nvPr>
            <p:ph type="title"/>
          </p:nvPr>
        </p:nvSpPr>
        <p:spPr>
          <a:xfrm>
            <a:off x="720000" y="3862080"/>
            <a:ext cx="7703640" cy="572400"/>
          </a:xfrm>
          <a:prstGeom prst="rect">
            <a:avLst/>
          </a:prstGeom>
          <a:solidFill>
            <a:schemeClr val="lt1"/>
          </a:solidFill>
          <a:ln w="0">
            <a:noFill/>
          </a:ln>
        </p:spPr>
        <p:txBody>
          <a:bodyPr lIns="91440" tIns="91440" rIns="91440" bIns="91440" anchor="ctr">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0.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PlaceHolder 1"/>
          <p:cNvSpPr>
            <a:spLocks noGrp="1"/>
          </p:cNvSpPr>
          <p:nvPr>
            <p:ph type="title"/>
          </p:nvPr>
        </p:nvSpPr>
        <p:spPr>
          <a:xfrm>
            <a:off x="284797" y="1372962"/>
            <a:ext cx="6194038" cy="1077547"/>
          </a:xfrm>
          <a:prstGeom prst="rect">
            <a:avLst/>
          </a:prstGeom>
          <a:noFill/>
          <a:ln w="28575">
            <a:noFill/>
          </a:ln>
        </p:spPr>
        <p:txBody>
          <a:bodyPr lIns="91440" tIns="91440" rIns="91440" bIns="91440" anchor="ctr">
            <a:noAutofit/>
          </a:bodyPr>
          <a:lstStyle/>
          <a:p>
            <a:pPr indent="0" algn="ctr">
              <a:lnSpc>
                <a:spcPct val="100000"/>
              </a:lnSpc>
              <a:buNone/>
              <a:tabLst>
                <a:tab pos="0" algn="l"/>
              </a:tabLst>
            </a:pPr>
            <a:r>
              <a:rPr lang="en-US" sz="3200" b="1" dirty="0">
                <a:solidFill>
                  <a:schemeClr val="dk1"/>
                </a:solidFill>
                <a:latin typeface="Archivo Black"/>
              </a:rPr>
              <a:t>Design and Implementation of a</a:t>
            </a:r>
            <a:br>
              <a:rPr lang="en-US" sz="3200" b="1" dirty="0">
                <a:solidFill>
                  <a:schemeClr val="dk1"/>
                </a:solidFill>
                <a:latin typeface="Archivo Black"/>
              </a:rPr>
            </a:br>
            <a:r>
              <a:rPr lang="en-US" sz="3200" b="1" dirty="0">
                <a:solidFill>
                  <a:schemeClr val="dk1"/>
                </a:solidFill>
                <a:latin typeface="Archivo Black"/>
              </a:rPr>
              <a:t>Cloud-Native Reactive Architecture</a:t>
            </a:r>
            <a:endParaRPr lang="fr-FR" sz="3200" b="1" dirty="0">
              <a:solidFill>
                <a:schemeClr val="dk1"/>
              </a:solidFill>
              <a:latin typeface="Archivo Black"/>
            </a:endParaRPr>
          </a:p>
        </p:txBody>
      </p:sp>
      <p:sp>
        <p:nvSpPr>
          <p:cNvPr id="358" name="PlaceHolder 2"/>
          <p:cNvSpPr>
            <a:spLocks noGrp="1"/>
          </p:cNvSpPr>
          <p:nvPr>
            <p:ph type="subTitle"/>
          </p:nvPr>
        </p:nvSpPr>
        <p:spPr>
          <a:xfrm>
            <a:off x="288674" y="2419560"/>
            <a:ext cx="6194038" cy="637920"/>
          </a:xfrm>
          <a:prstGeom prst="rect">
            <a:avLst/>
          </a:prstGeom>
          <a:noFill/>
          <a:ln w="28575">
            <a:noFill/>
          </a:ln>
        </p:spPr>
        <p:txBody>
          <a:bodyPr lIns="91440" tIns="91440" rIns="91440" bIns="91440" anchor="ctr">
            <a:normAutofit/>
          </a:bodyPr>
          <a:lstStyle/>
          <a:p>
            <a:pPr indent="0" algn="ctr">
              <a:lnSpc>
                <a:spcPct val="100000"/>
              </a:lnSpc>
              <a:buNone/>
              <a:tabLst>
                <a:tab pos="0" algn="l"/>
              </a:tabLst>
            </a:pPr>
            <a:r>
              <a:rPr lang="en-US" sz="2400" b="0" i="1" u="none" strike="noStrike" dirty="0">
                <a:solidFill>
                  <a:schemeClr val="dk1"/>
                </a:solidFill>
                <a:effectLst/>
                <a:uFillTx/>
                <a:latin typeface="Manrope"/>
                <a:ea typeface="Manrope"/>
              </a:rPr>
              <a:t>The </a:t>
            </a:r>
            <a:r>
              <a:rPr lang="en-US" sz="2400" i="1" u="none" strike="noStrike" dirty="0">
                <a:solidFill>
                  <a:schemeClr val="dk1"/>
                </a:solidFill>
                <a:effectLst/>
                <a:uFillTx/>
                <a:latin typeface="Manrope"/>
                <a:ea typeface="Manrope"/>
              </a:rPr>
              <a:t>Smart Travel </a:t>
            </a:r>
            <a:r>
              <a:rPr lang="en-US" sz="2400" b="0" i="1" u="none" strike="noStrike" dirty="0">
                <a:solidFill>
                  <a:schemeClr val="dk1"/>
                </a:solidFill>
                <a:effectLst/>
                <a:uFillTx/>
                <a:latin typeface="Manrope"/>
                <a:ea typeface="Manrope"/>
              </a:rPr>
              <a:t>Platform Case Study</a:t>
            </a:r>
            <a:endParaRPr lang="en-US" sz="2400" b="0" i="1" u="none" strike="noStrike" dirty="0">
              <a:solidFill>
                <a:srgbClr val="000000"/>
              </a:solidFill>
              <a:effectLst/>
              <a:uFillTx/>
              <a:latin typeface="OpenSymbol"/>
            </a:endParaRPr>
          </a:p>
        </p:txBody>
      </p:sp>
      <p:grpSp>
        <p:nvGrpSpPr>
          <p:cNvPr id="359" name="Google Shape;456;p30"/>
          <p:cNvGrpSpPr/>
          <p:nvPr/>
        </p:nvGrpSpPr>
        <p:grpSpPr>
          <a:xfrm>
            <a:off x="4714200" y="684000"/>
            <a:ext cx="4429440" cy="4466160"/>
            <a:chOff x="4714200" y="684000"/>
            <a:chExt cx="4429440" cy="4466160"/>
          </a:xfrm>
        </p:grpSpPr>
        <p:sp>
          <p:nvSpPr>
            <p:cNvPr id="360" name="Google Shape;457;p30"/>
            <p:cNvSpPr/>
            <p:nvPr/>
          </p:nvSpPr>
          <p:spPr>
            <a:xfrm flipH="1">
              <a:off x="4714200" y="783360"/>
              <a:ext cx="4429440" cy="436680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1" name="Google Shape;458;p30"/>
            <p:cNvSpPr/>
            <p:nvPr/>
          </p:nvSpPr>
          <p:spPr>
            <a:xfrm rot="18900000">
              <a:off x="7674840" y="1303560"/>
              <a:ext cx="995760" cy="11448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2" name="Google Shape;459;p30"/>
            <p:cNvSpPr/>
            <p:nvPr/>
          </p:nvSpPr>
          <p:spPr>
            <a:xfrm rot="18900600">
              <a:off x="4984200" y="3275640"/>
              <a:ext cx="1779480" cy="326160"/>
            </a:xfrm>
            <a:prstGeom prst="roundRect">
              <a:avLst>
                <a:gd name="adj" fmla="val 50000"/>
              </a:avLst>
            </a:prstGeom>
            <a:solidFill>
              <a:schemeClr val="tx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3" name="Google Shape;460;p30"/>
            <p:cNvSpPr/>
            <p:nvPr/>
          </p:nvSpPr>
          <p:spPr>
            <a:xfrm rot="18900600">
              <a:off x="7107840" y="2093040"/>
              <a:ext cx="1779480" cy="32616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4" name="Google Shape;461;p30"/>
            <p:cNvSpPr/>
            <p:nvPr/>
          </p:nvSpPr>
          <p:spPr>
            <a:xfrm rot="18900600">
              <a:off x="6792480" y="1243080"/>
              <a:ext cx="1779480" cy="47736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5" name="Google Shape;462;p30"/>
            <p:cNvSpPr/>
            <p:nvPr/>
          </p:nvSpPr>
          <p:spPr>
            <a:xfrm rot="18900600">
              <a:off x="5127480" y="3849480"/>
              <a:ext cx="1779480" cy="477360"/>
            </a:xfrm>
            <a:prstGeom prst="roundRect">
              <a:avLst>
                <a:gd name="adj" fmla="val 50000"/>
              </a:avLst>
            </a:prstGeom>
            <a:solidFill>
              <a:schemeClr val="bg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66" name="Google Shape;463;p30"/>
          <p:cNvGrpSpPr/>
          <p:nvPr/>
        </p:nvGrpSpPr>
        <p:grpSpPr>
          <a:xfrm>
            <a:off x="3262680" y="4662287"/>
            <a:ext cx="1309320" cy="257400"/>
            <a:chOff x="2669760" y="4362120"/>
            <a:chExt cx="1309320" cy="257400"/>
          </a:xfrm>
        </p:grpSpPr>
        <p:sp>
          <p:nvSpPr>
            <p:cNvPr id="367" name="Google Shape;464;p30"/>
            <p:cNvSpPr/>
            <p:nvPr/>
          </p:nvSpPr>
          <p:spPr>
            <a:xfrm>
              <a:off x="3089160" y="4362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8" name="Google Shape;465;p30"/>
            <p:cNvSpPr/>
            <p:nvPr/>
          </p:nvSpPr>
          <p:spPr>
            <a:xfrm>
              <a:off x="3293280" y="4362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9" name="Google Shape;466;p30"/>
            <p:cNvSpPr/>
            <p:nvPr/>
          </p:nvSpPr>
          <p:spPr>
            <a:xfrm>
              <a:off x="3497400" y="4362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0" name="Google Shape;467;p30"/>
            <p:cNvSpPr/>
            <p:nvPr/>
          </p:nvSpPr>
          <p:spPr>
            <a:xfrm>
              <a:off x="3701520" y="4362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1" name="Google Shape;468;p30"/>
            <p:cNvSpPr/>
            <p:nvPr/>
          </p:nvSpPr>
          <p:spPr>
            <a:xfrm>
              <a:off x="3905640" y="4362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2" name="Google Shape;469;p30"/>
            <p:cNvSpPr/>
            <p:nvPr/>
          </p:nvSpPr>
          <p:spPr>
            <a:xfrm>
              <a:off x="2669760" y="45460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3" name="Google Shape;470;p30"/>
            <p:cNvSpPr/>
            <p:nvPr/>
          </p:nvSpPr>
          <p:spPr>
            <a:xfrm>
              <a:off x="2873880" y="45460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4" name="Google Shape;471;p30"/>
            <p:cNvSpPr/>
            <p:nvPr/>
          </p:nvSpPr>
          <p:spPr>
            <a:xfrm>
              <a:off x="3078000" y="45460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5" name="Google Shape;472;p30"/>
            <p:cNvSpPr/>
            <p:nvPr/>
          </p:nvSpPr>
          <p:spPr>
            <a:xfrm>
              <a:off x="3282120" y="45460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6" name="Google Shape;473;p30"/>
            <p:cNvSpPr/>
            <p:nvPr/>
          </p:nvSpPr>
          <p:spPr>
            <a:xfrm>
              <a:off x="3486240" y="45460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 name="PlaceHolder 2">
            <a:extLst>
              <a:ext uri="{FF2B5EF4-FFF2-40B4-BE49-F238E27FC236}">
                <a16:creationId xmlns:a16="http://schemas.microsoft.com/office/drawing/2014/main" id="{F0D6676C-AFA8-42C3-06CC-3A1818A33028}"/>
              </a:ext>
            </a:extLst>
          </p:cNvPr>
          <p:cNvSpPr txBox="1">
            <a:spLocks/>
          </p:cNvSpPr>
          <p:nvPr/>
        </p:nvSpPr>
        <p:spPr>
          <a:xfrm>
            <a:off x="91837" y="4398840"/>
            <a:ext cx="2997323" cy="637920"/>
          </a:xfrm>
          <a:prstGeom prst="rect">
            <a:avLst/>
          </a:prstGeom>
          <a:noFill/>
          <a:ln w="0">
            <a:noFill/>
          </a:ln>
        </p:spPr>
        <p:txBody>
          <a:bodyPr lIns="91440" tIns="91440" rIns="91440" bIns="9144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1400" b="1" i="1" dirty="0">
                <a:solidFill>
                  <a:schemeClr val="dk1"/>
                </a:solidFill>
                <a:latin typeface="Manrope"/>
                <a:ea typeface="Manrope"/>
              </a:rPr>
              <a:t>Candidate</a:t>
            </a:r>
            <a:r>
              <a:rPr lang="en-US" sz="1400" dirty="0">
                <a:solidFill>
                  <a:schemeClr val="dk1"/>
                </a:solidFill>
                <a:latin typeface="Manrope"/>
                <a:ea typeface="Manrope"/>
              </a:rPr>
              <a:t>:  Federico Palazzi</a:t>
            </a:r>
          </a:p>
          <a:p>
            <a:pPr>
              <a:lnSpc>
                <a:spcPct val="100000"/>
              </a:lnSpc>
              <a:tabLst>
                <a:tab pos="0" algn="l"/>
              </a:tabLst>
            </a:pPr>
            <a:r>
              <a:rPr lang="en-US" sz="1400" b="1" i="1" dirty="0">
                <a:solidFill>
                  <a:schemeClr val="dk1"/>
                </a:solidFill>
                <a:latin typeface="Manrope"/>
              </a:rPr>
              <a:t>Supervisor</a:t>
            </a:r>
            <a:r>
              <a:rPr lang="en-US" sz="1400" dirty="0">
                <a:solidFill>
                  <a:schemeClr val="dk1"/>
                </a:solidFill>
                <a:latin typeface="Manrope"/>
              </a:rPr>
              <a:t>: </a:t>
            </a:r>
            <a:r>
              <a:rPr lang="en-US" sz="1400" i="1" dirty="0">
                <a:solidFill>
                  <a:schemeClr val="dk1"/>
                </a:solidFill>
                <a:latin typeface="Manrope"/>
              </a:rPr>
              <a:t>Prof</a:t>
            </a:r>
            <a:r>
              <a:rPr lang="en-US" sz="1400" dirty="0">
                <a:solidFill>
                  <a:schemeClr val="dk1"/>
                </a:solidFill>
                <a:latin typeface="Manrope"/>
              </a:rPr>
              <a:t>. Giovanni Malnati</a:t>
            </a:r>
            <a:endParaRPr lang="en-US" sz="1400" dirty="0">
              <a:solidFill>
                <a:srgbClr val="000000"/>
              </a:solidFill>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5759D88-3F1A-77BE-BBE9-158BACD3B926}"/>
              </a:ext>
            </a:extLst>
          </p:cNvPr>
          <p:cNvSpPr>
            <a:spLocks noGrp="1"/>
          </p:cNvSpPr>
          <p:nvPr>
            <p:ph type="body"/>
          </p:nvPr>
        </p:nvSpPr>
        <p:spPr>
          <a:xfrm>
            <a:off x="720000" y="3934045"/>
            <a:ext cx="3811680" cy="1007467"/>
          </a:xfrm>
        </p:spPr>
        <p:txBody>
          <a:bodyPr/>
          <a:lstStyle/>
          <a:p>
            <a:pPr marL="0" indent="0">
              <a:buNone/>
            </a:pPr>
            <a:r>
              <a:rPr lang="en-IT" sz="1400" dirty="0">
                <a:solidFill>
                  <a:schemeClr val="dk1"/>
                </a:solidFill>
                <a:latin typeface="Manrope"/>
              </a:rPr>
              <a:t>❌  </a:t>
            </a:r>
            <a:r>
              <a:rPr lang="en-GB" sz="1400" dirty="0">
                <a:solidFill>
                  <a:schemeClr val="dk1"/>
                </a:solidFill>
                <a:latin typeface="Manrope"/>
              </a:rPr>
              <a:t>Single point of failure</a:t>
            </a:r>
          </a:p>
          <a:p>
            <a:pPr marL="0" indent="0">
              <a:buNone/>
            </a:pPr>
            <a:r>
              <a:rPr lang="en-IT" sz="1400" dirty="0">
                <a:solidFill>
                  <a:schemeClr val="dk1"/>
                </a:solidFill>
                <a:latin typeface="Manrope"/>
              </a:rPr>
              <a:t>❌  </a:t>
            </a:r>
            <a:r>
              <a:rPr lang="en-GB" sz="1400" dirty="0">
                <a:solidFill>
                  <a:schemeClr val="dk1"/>
                </a:solidFill>
                <a:latin typeface="Manrope"/>
              </a:rPr>
              <a:t>Hard to scale under heavy traffic</a:t>
            </a:r>
          </a:p>
          <a:p>
            <a:pPr marL="0" indent="0">
              <a:buNone/>
            </a:pPr>
            <a:r>
              <a:rPr lang="en-IT" sz="1400" dirty="0">
                <a:solidFill>
                  <a:schemeClr val="dk1"/>
                </a:solidFill>
                <a:latin typeface="Manrope"/>
              </a:rPr>
              <a:t>❌  </a:t>
            </a:r>
            <a:r>
              <a:rPr lang="en-GB" sz="1400" dirty="0">
                <a:solidFill>
                  <a:schemeClr val="dk1"/>
                </a:solidFill>
                <a:latin typeface="Manrope"/>
              </a:rPr>
              <a:t>Slow release cycles</a:t>
            </a:r>
            <a:endParaRPr lang="en-IT" sz="1400" dirty="0">
              <a:solidFill>
                <a:schemeClr val="dk1"/>
              </a:solidFill>
              <a:latin typeface="Manrope"/>
            </a:endParaRPr>
          </a:p>
        </p:txBody>
      </p:sp>
      <p:sp>
        <p:nvSpPr>
          <p:cNvPr id="4" name="Text Placeholder 3">
            <a:extLst>
              <a:ext uri="{FF2B5EF4-FFF2-40B4-BE49-F238E27FC236}">
                <a16:creationId xmlns:a16="http://schemas.microsoft.com/office/drawing/2014/main" id="{96FE6936-9310-46BD-C3DA-993E81857C90}"/>
              </a:ext>
            </a:extLst>
          </p:cNvPr>
          <p:cNvSpPr>
            <a:spLocks noGrp="1"/>
          </p:cNvSpPr>
          <p:nvPr>
            <p:ph type="body"/>
          </p:nvPr>
        </p:nvSpPr>
        <p:spPr>
          <a:xfrm>
            <a:off x="4618800" y="3934045"/>
            <a:ext cx="3811680" cy="1007468"/>
          </a:xfrm>
        </p:spPr>
        <p:txBody>
          <a:bodyPr/>
          <a:lstStyle/>
          <a:p>
            <a:pPr marL="0" indent="0">
              <a:buNone/>
            </a:pPr>
            <a:r>
              <a:rPr lang="en-IT" sz="1400" dirty="0">
                <a:solidFill>
                  <a:schemeClr val="dk1"/>
                </a:solidFill>
                <a:latin typeface="Manrope"/>
              </a:rPr>
              <a:t>✅  </a:t>
            </a:r>
            <a:r>
              <a:rPr lang="en-GB" sz="1400" dirty="0">
                <a:solidFill>
                  <a:schemeClr val="dk1"/>
                </a:solidFill>
                <a:latin typeface="Manrope"/>
              </a:rPr>
              <a:t>Fault isolation (If one fails, the rest survive)</a:t>
            </a:r>
          </a:p>
          <a:p>
            <a:pPr marL="0" indent="0">
              <a:buNone/>
            </a:pPr>
            <a:r>
              <a:rPr lang="en-IT" sz="1400" dirty="0">
                <a:solidFill>
                  <a:schemeClr val="dk1"/>
                </a:solidFill>
                <a:latin typeface="Manrope"/>
              </a:rPr>
              <a:t>✅  </a:t>
            </a:r>
            <a:r>
              <a:rPr lang="en-GB" sz="1400" dirty="0">
                <a:solidFill>
                  <a:schemeClr val="dk1"/>
                </a:solidFill>
                <a:latin typeface="Manrope"/>
              </a:rPr>
              <a:t>Scale only what is needed</a:t>
            </a:r>
          </a:p>
          <a:p>
            <a:pPr marL="0" indent="0">
              <a:buNone/>
            </a:pPr>
            <a:r>
              <a:rPr lang="en-IT" sz="1400" dirty="0">
                <a:solidFill>
                  <a:schemeClr val="dk1"/>
                </a:solidFill>
                <a:latin typeface="Manrope"/>
              </a:rPr>
              <a:t>✅  </a:t>
            </a:r>
            <a:r>
              <a:rPr lang="en-GB" sz="1400" dirty="0">
                <a:solidFill>
                  <a:schemeClr val="dk1"/>
                </a:solidFill>
                <a:latin typeface="Manrope"/>
              </a:rPr>
              <a:t>Independent deployments</a:t>
            </a:r>
            <a:endParaRPr lang="en-IT" sz="1400" dirty="0">
              <a:solidFill>
                <a:schemeClr val="dk1"/>
              </a:solidFill>
              <a:latin typeface="Manrope"/>
            </a:endParaRPr>
          </a:p>
        </p:txBody>
      </p:sp>
      <p:sp>
        <p:nvSpPr>
          <p:cNvPr id="5" name="Rectangle 4">
            <a:extLst>
              <a:ext uri="{FF2B5EF4-FFF2-40B4-BE49-F238E27FC236}">
                <a16:creationId xmlns:a16="http://schemas.microsoft.com/office/drawing/2014/main" id="{C8B424BD-B89C-B50E-2FA9-93CA6EB7CEA1}"/>
              </a:ext>
            </a:extLst>
          </p:cNvPr>
          <p:cNvSpPr/>
          <p:nvPr/>
        </p:nvSpPr>
        <p:spPr>
          <a:xfrm>
            <a:off x="476280" y="476460"/>
            <a:ext cx="8191080" cy="466473"/>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1" u="none" strike="noStrike" dirty="0">
                <a:solidFill>
                  <a:schemeClr val="dk1"/>
                </a:solidFill>
                <a:effectLst/>
                <a:uFillTx/>
                <a:latin typeface="Archivo Black"/>
              </a:rPr>
              <a:t>Background: from Monoliths to Microservices</a:t>
            </a:r>
            <a:endParaRPr lang="en-US" sz="2400" b="0" u="none" strike="noStrike" dirty="0">
              <a:solidFill>
                <a:srgbClr val="000000"/>
              </a:solidFill>
              <a:effectLst/>
              <a:uFillTx/>
              <a:latin typeface="OpenSymbol"/>
            </a:endParaRPr>
          </a:p>
        </p:txBody>
      </p:sp>
      <p:grpSp>
        <p:nvGrpSpPr>
          <p:cNvPr id="14" name="Group 13">
            <a:extLst>
              <a:ext uri="{FF2B5EF4-FFF2-40B4-BE49-F238E27FC236}">
                <a16:creationId xmlns:a16="http://schemas.microsoft.com/office/drawing/2014/main" id="{15D8D138-958D-CC4A-95FA-6C4A6B6812A3}"/>
              </a:ext>
            </a:extLst>
          </p:cNvPr>
          <p:cNvGrpSpPr/>
          <p:nvPr/>
        </p:nvGrpSpPr>
        <p:grpSpPr>
          <a:xfrm>
            <a:off x="720000" y="1042757"/>
            <a:ext cx="2667177" cy="2791464"/>
            <a:chOff x="720000" y="1092958"/>
            <a:chExt cx="2667177" cy="2791464"/>
          </a:xfrm>
        </p:grpSpPr>
        <p:sp>
          <p:nvSpPr>
            <p:cNvPr id="9" name="PlaceHolder 2">
              <a:extLst>
                <a:ext uri="{FF2B5EF4-FFF2-40B4-BE49-F238E27FC236}">
                  <a16:creationId xmlns:a16="http://schemas.microsoft.com/office/drawing/2014/main" id="{7508F7F3-8CFB-BFAE-468C-747593DCDA0B}"/>
                </a:ext>
              </a:extLst>
            </p:cNvPr>
            <p:cNvSpPr txBox="1">
              <a:spLocks/>
            </p:cNvSpPr>
            <p:nvPr/>
          </p:nvSpPr>
          <p:spPr>
            <a:xfrm>
              <a:off x="720000" y="1092958"/>
              <a:ext cx="2667177" cy="466473"/>
            </a:xfrm>
            <a:prstGeom prst="rect">
              <a:avLst/>
            </a:prstGeom>
            <a:noFill/>
            <a:ln w="28575">
              <a:noFill/>
            </a:ln>
          </p:spPr>
          <p:txBody>
            <a:bodyPr lIns="91440" tIns="91440" rIns="91440" bIns="9144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tabLst>
                  <a:tab pos="0" algn="l"/>
                </a:tabLst>
              </a:pPr>
              <a:r>
                <a:rPr lang="en-US" sz="1600" b="1" dirty="0">
                  <a:solidFill>
                    <a:schemeClr val="dk1"/>
                  </a:solidFill>
                  <a:latin typeface="Manrope"/>
                  <a:ea typeface="+mn-ea"/>
                  <a:cs typeface="+mn-cs"/>
                </a:rPr>
                <a:t>MONOLITHIC</a:t>
              </a:r>
              <a:r>
                <a:rPr lang="en-US" sz="1600" b="1" dirty="0">
                  <a:solidFill>
                    <a:schemeClr val="dk1"/>
                  </a:solidFill>
                  <a:latin typeface="Manrope"/>
                  <a:ea typeface="Manrope"/>
                </a:rPr>
                <a:t> ARCHITECTURE</a:t>
              </a:r>
              <a:endParaRPr lang="en-US" sz="1600" b="1" dirty="0">
                <a:solidFill>
                  <a:srgbClr val="000000"/>
                </a:solidFill>
                <a:latin typeface="OpenSymbol"/>
              </a:endParaRPr>
            </a:p>
          </p:txBody>
        </p:sp>
        <p:pic>
          <p:nvPicPr>
            <p:cNvPr id="11" name="Picture 10">
              <a:extLst>
                <a:ext uri="{FF2B5EF4-FFF2-40B4-BE49-F238E27FC236}">
                  <a16:creationId xmlns:a16="http://schemas.microsoft.com/office/drawing/2014/main" id="{6DBD6A4C-989B-16B9-6BF9-07D10F3B1CA8}"/>
                </a:ext>
              </a:extLst>
            </p:cNvPr>
            <p:cNvPicPr>
              <a:picLocks noChangeAspect="1"/>
            </p:cNvPicPr>
            <p:nvPr/>
          </p:nvPicPr>
          <p:blipFill>
            <a:blip r:embed="rId3">
              <a:extLst>
                <a:ext uri="{28A0092B-C50C-407E-A947-70E740481C1C}">
                  <a14:useLocalDpi xmlns:a14="http://schemas.microsoft.com/office/drawing/2010/main" val="0"/>
                </a:ext>
              </a:extLst>
            </a:blip>
            <a:srcRect l="9702" t="23697" r="67414" b="4637"/>
            <a:stretch>
              <a:fillRect/>
            </a:stretch>
          </p:blipFill>
          <p:spPr>
            <a:xfrm>
              <a:off x="1327030" y="1609053"/>
              <a:ext cx="1453116" cy="2275369"/>
            </a:xfrm>
            <a:prstGeom prst="rect">
              <a:avLst/>
            </a:prstGeom>
          </p:spPr>
        </p:pic>
      </p:grpSp>
      <p:grpSp>
        <p:nvGrpSpPr>
          <p:cNvPr id="13" name="Group 12">
            <a:extLst>
              <a:ext uri="{FF2B5EF4-FFF2-40B4-BE49-F238E27FC236}">
                <a16:creationId xmlns:a16="http://schemas.microsoft.com/office/drawing/2014/main" id="{4097FA7A-1208-23A6-150C-4DB86AC98575}"/>
              </a:ext>
            </a:extLst>
          </p:cNvPr>
          <p:cNvGrpSpPr/>
          <p:nvPr/>
        </p:nvGrpSpPr>
        <p:grpSpPr>
          <a:xfrm>
            <a:off x="4618800" y="1042757"/>
            <a:ext cx="2955851" cy="2741842"/>
            <a:chOff x="4861119" y="1092958"/>
            <a:chExt cx="2955851" cy="2741842"/>
          </a:xfrm>
        </p:grpSpPr>
        <p:sp>
          <p:nvSpPr>
            <p:cNvPr id="10" name="PlaceHolder 2">
              <a:extLst>
                <a:ext uri="{FF2B5EF4-FFF2-40B4-BE49-F238E27FC236}">
                  <a16:creationId xmlns:a16="http://schemas.microsoft.com/office/drawing/2014/main" id="{125751BC-B802-7E0B-F3ED-FC0D479B1751}"/>
                </a:ext>
              </a:extLst>
            </p:cNvPr>
            <p:cNvSpPr txBox="1">
              <a:spLocks/>
            </p:cNvSpPr>
            <p:nvPr/>
          </p:nvSpPr>
          <p:spPr>
            <a:xfrm>
              <a:off x="4861119" y="1092958"/>
              <a:ext cx="2955321" cy="466473"/>
            </a:xfrm>
            <a:prstGeom prst="rect">
              <a:avLst/>
            </a:prstGeom>
            <a:noFill/>
            <a:ln w="28575">
              <a:noFill/>
            </a:ln>
          </p:spPr>
          <p:txBody>
            <a:bodyPr lIns="91440" tIns="91440" rIns="91440" bIns="9144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tabLst>
                  <a:tab pos="0" algn="l"/>
                </a:tabLst>
              </a:pPr>
              <a:r>
                <a:rPr lang="en-US" sz="1600" b="1" dirty="0">
                  <a:solidFill>
                    <a:schemeClr val="dk1"/>
                  </a:solidFill>
                  <a:latin typeface="Manrope"/>
                  <a:ea typeface="+mn-ea"/>
                  <a:cs typeface="+mn-cs"/>
                </a:rPr>
                <a:t>MICROSERVICE</a:t>
              </a:r>
              <a:r>
                <a:rPr lang="en-US" sz="1600" b="1" dirty="0">
                  <a:solidFill>
                    <a:schemeClr val="dk1"/>
                  </a:solidFill>
                  <a:latin typeface="Manrope"/>
                  <a:ea typeface="Manrope"/>
                </a:rPr>
                <a:t> ARCHITECTURE</a:t>
              </a:r>
              <a:endParaRPr lang="en-US" sz="1600" b="1" dirty="0">
                <a:solidFill>
                  <a:srgbClr val="000000"/>
                </a:solidFill>
                <a:latin typeface="OpenSymbol"/>
              </a:endParaRPr>
            </a:p>
          </p:txBody>
        </p:sp>
        <p:pic>
          <p:nvPicPr>
            <p:cNvPr id="12" name="Picture 11">
              <a:extLst>
                <a:ext uri="{FF2B5EF4-FFF2-40B4-BE49-F238E27FC236}">
                  <a16:creationId xmlns:a16="http://schemas.microsoft.com/office/drawing/2014/main" id="{8CBDFD72-5001-6FB6-3EC9-36392C66B818}"/>
                </a:ext>
              </a:extLst>
            </p:cNvPr>
            <p:cNvPicPr>
              <a:picLocks noChangeAspect="1"/>
            </p:cNvPicPr>
            <p:nvPr/>
          </p:nvPicPr>
          <p:blipFill>
            <a:blip r:embed="rId3">
              <a:extLst>
                <a:ext uri="{28A0092B-C50C-407E-A947-70E740481C1C}">
                  <a14:useLocalDpi xmlns:a14="http://schemas.microsoft.com/office/drawing/2010/main" val="0"/>
                </a:ext>
              </a:extLst>
            </a:blip>
            <a:srcRect l="47656" t="23697" r="5796" b="4637"/>
            <a:stretch>
              <a:fillRect/>
            </a:stretch>
          </p:blipFill>
          <p:spPr>
            <a:xfrm>
              <a:off x="4861119" y="1559431"/>
              <a:ext cx="2955851" cy="2275369"/>
            </a:xfrm>
            <a:prstGeom prst="rect">
              <a:avLst/>
            </a:prstGeom>
          </p:spPr>
        </p:pic>
      </p:grpSp>
      <p:sp>
        <p:nvSpPr>
          <p:cNvPr id="15" name="Right Arrow 14">
            <a:extLst>
              <a:ext uri="{FF2B5EF4-FFF2-40B4-BE49-F238E27FC236}">
                <a16:creationId xmlns:a16="http://schemas.microsoft.com/office/drawing/2014/main" id="{82276B68-5A8B-1029-AE1C-BB91A67BB452}"/>
              </a:ext>
            </a:extLst>
          </p:cNvPr>
          <p:cNvSpPr/>
          <p:nvPr/>
        </p:nvSpPr>
        <p:spPr>
          <a:xfrm>
            <a:off x="3203287" y="2250647"/>
            <a:ext cx="992372" cy="375684"/>
          </a:xfrm>
          <a:prstGeom prst="rightArrow">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T"/>
          </a:p>
        </p:txBody>
      </p:sp>
      <p:sp>
        <p:nvSpPr>
          <p:cNvPr id="17" name="Rectangle 16">
            <a:extLst>
              <a:ext uri="{FF2B5EF4-FFF2-40B4-BE49-F238E27FC236}">
                <a16:creationId xmlns:a16="http://schemas.microsoft.com/office/drawing/2014/main" id="{2AFB7E8A-C12A-F2DA-37AC-4CC77D317BDD}"/>
              </a:ext>
            </a:extLst>
          </p:cNvPr>
          <p:cNvSpPr/>
          <p:nvPr/>
        </p:nvSpPr>
        <p:spPr>
          <a:xfrm>
            <a:off x="118108" y="529696"/>
            <a:ext cx="180000" cy="360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T"/>
          </a:p>
        </p:txBody>
      </p:sp>
    </p:spTree>
    <p:extLst>
      <p:ext uri="{BB962C8B-B14F-4D97-AF65-F5344CB8AC3E}">
        <p14:creationId xmlns:p14="http://schemas.microsoft.com/office/powerpoint/2010/main" val="2474979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9AABB-1DA1-5A33-650C-7AEDB482F9B5}"/>
            </a:ext>
          </a:extLst>
        </p:cNvPr>
        <p:cNvGrpSpPr/>
        <p:nvPr/>
      </p:nvGrpSpPr>
      <p:grpSpPr>
        <a:xfrm>
          <a:off x="0" y="0"/>
          <a:ext cx="0" cy="0"/>
          <a:chOff x="0" y="0"/>
          <a:chExt cx="0" cy="0"/>
        </a:xfrm>
      </p:grpSpPr>
      <p:sp>
        <p:nvSpPr>
          <p:cNvPr id="407" name="Rectangle 406">
            <a:extLst>
              <a:ext uri="{FF2B5EF4-FFF2-40B4-BE49-F238E27FC236}">
                <a16:creationId xmlns:a16="http://schemas.microsoft.com/office/drawing/2014/main" id="{03EED282-86BD-1622-F476-91D54B125C77}"/>
              </a:ext>
            </a:extLst>
          </p:cNvPr>
          <p:cNvSpPr/>
          <p:nvPr/>
        </p:nvSpPr>
        <p:spPr>
          <a:xfrm>
            <a:off x="476280" y="476460"/>
            <a:ext cx="8191080" cy="466473"/>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1" u="none" strike="noStrike" dirty="0">
                <a:solidFill>
                  <a:schemeClr val="dk1"/>
                </a:solidFill>
                <a:effectLst/>
                <a:uFillTx/>
                <a:latin typeface="Archivo Black"/>
              </a:rPr>
              <a:t>Requirements and Features</a:t>
            </a:r>
            <a:endParaRPr lang="en-US" sz="2400" b="1" u="none" strike="noStrike" dirty="0">
              <a:solidFill>
                <a:srgbClr val="000000"/>
              </a:solidFill>
              <a:effectLst/>
              <a:uFillTx/>
              <a:latin typeface="OpenSymbol"/>
            </a:endParaRPr>
          </a:p>
        </p:txBody>
      </p:sp>
      <p:sp>
        <p:nvSpPr>
          <p:cNvPr id="408" name="Rectangle 407">
            <a:extLst>
              <a:ext uri="{FF2B5EF4-FFF2-40B4-BE49-F238E27FC236}">
                <a16:creationId xmlns:a16="http://schemas.microsoft.com/office/drawing/2014/main" id="{7FE4E862-BE86-9C07-2464-2045DBC3025E}"/>
              </a:ext>
            </a:extLst>
          </p:cNvPr>
          <p:cNvSpPr/>
          <p:nvPr/>
        </p:nvSpPr>
        <p:spPr>
          <a:xfrm>
            <a:off x="476279" y="942933"/>
            <a:ext cx="5811107" cy="3724107"/>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marL="285750" indent="-285750" defTabSz="914400">
              <a:lnSpc>
                <a:spcPct val="150000"/>
              </a:lnSpc>
              <a:buFont typeface="Arial" panose="020B0604020202020204" pitchFamily="34" charset="0"/>
              <a:buChar char="•"/>
              <a:tabLst>
                <a:tab pos="0" algn="l"/>
              </a:tabLst>
            </a:pPr>
            <a:r>
              <a:rPr lang="en-US" sz="1400" u="none" strike="noStrike" dirty="0">
                <a:solidFill>
                  <a:schemeClr val="dk1"/>
                </a:solidFill>
                <a:effectLst/>
                <a:uFillTx/>
                <a:latin typeface="Manrope"/>
              </a:rPr>
              <a:t>Full-stack</a:t>
            </a:r>
            <a:r>
              <a:rPr lang="en-US" sz="1400" b="1" u="none" strike="noStrike" dirty="0">
                <a:solidFill>
                  <a:schemeClr val="dk1"/>
                </a:solidFill>
                <a:effectLst/>
                <a:uFillTx/>
                <a:latin typeface="Manrope"/>
              </a:rPr>
              <a:t> e-commerce web application</a:t>
            </a:r>
            <a:r>
              <a:rPr lang="en-US" sz="1400" b="0" u="none" strike="noStrike" dirty="0">
                <a:solidFill>
                  <a:schemeClr val="dk1"/>
                </a:solidFill>
                <a:effectLst/>
                <a:uFillTx/>
                <a:latin typeface="Manrope"/>
              </a:rPr>
              <a:t> for purchasing </a:t>
            </a:r>
            <a:r>
              <a:rPr lang="en-US" sz="1400" b="1" u="none" strike="noStrike" dirty="0">
                <a:solidFill>
                  <a:schemeClr val="dk1"/>
                </a:solidFill>
                <a:effectLst/>
                <a:uFillTx/>
                <a:latin typeface="Manrope"/>
              </a:rPr>
              <a:t>travel packages</a:t>
            </a:r>
            <a:r>
              <a:rPr lang="en-US" sz="1400" b="0" u="none" strike="noStrike" dirty="0">
                <a:solidFill>
                  <a:schemeClr val="dk1"/>
                </a:solidFill>
                <a:effectLst/>
                <a:uFillTx/>
                <a:latin typeface="Manrope"/>
              </a:rPr>
              <a:t> (flights, hotels, activities).</a:t>
            </a:r>
          </a:p>
          <a:p>
            <a:pPr marL="285750" indent="-285750" defTabSz="914400">
              <a:lnSpc>
                <a:spcPct val="150000"/>
              </a:lnSpc>
              <a:buFont typeface="Arial" panose="020B0604020202020204" pitchFamily="34" charset="0"/>
              <a:buChar char="•"/>
              <a:tabLst>
                <a:tab pos="0" algn="l"/>
              </a:tabLst>
            </a:pPr>
            <a:r>
              <a:rPr lang="en-US" sz="1400" b="1" dirty="0">
                <a:solidFill>
                  <a:schemeClr val="dk1"/>
                </a:solidFill>
                <a:latin typeface="Manrope"/>
              </a:rPr>
              <a:t>Requirements</a:t>
            </a:r>
            <a:endParaRPr lang="en-US" sz="1400" dirty="0">
              <a:solidFill>
                <a:schemeClr val="dk1"/>
              </a:solidFill>
              <a:latin typeface="Manrope"/>
            </a:endParaRPr>
          </a:p>
          <a:p>
            <a:pPr marL="742950" lvl="1" indent="-285750">
              <a:lnSpc>
                <a:spcPct val="150000"/>
              </a:lnSpc>
              <a:buFont typeface="Courier New" panose="02070309020205020404" pitchFamily="49" charset="0"/>
              <a:buChar char="o"/>
              <a:tabLst>
                <a:tab pos="0" algn="l"/>
              </a:tabLst>
            </a:pPr>
            <a:r>
              <a:rPr lang="en-US" sz="1300" dirty="0">
                <a:solidFill>
                  <a:schemeClr val="dk1"/>
                </a:solidFill>
                <a:latin typeface="Manrope"/>
              </a:rPr>
              <a:t>Public access to the travel catalog and search for individual components.</a:t>
            </a:r>
          </a:p>
          <a:p>
            <a:pPr marL="742950" lvl="1" indent="-285750">
              <a:lnSpc>
                <a:spcPct val="150000"/>
              </a:lnSpc>
              <a:buFont typeface="Courier New" panose="02070309020205020404" pitchFamily="49" charset="0"/>
              <a:buChar char="o"/>
              <a:tabLst>
                <a:tab pos="0" algn="l"/>
              </a:tabLst>
            </a:pPr>
            <a:r>
              <a:rPr lang="en-US" sz="1300" dirty="0">
                <a:solidFill>
                  <a:schemeClr val="dk1"/>
                </a:solidFill>
                <a:latin typeface="Manrope"/>
              </a:rPr>
              <a:t>Purchase management and order visualization.</a:t>
            </a:r>
          </a:p>
          <a:p>
            <a:pPr marL="742950" lvl="1" indent="-285750">
              <a:lnSpc>
                <a:spcPct val="150000"/>
              </a:lnSpc>
              <a:buFont typeface="Courier New" panose="02070309020205020404" pitchFamily="49" charset="0"/>
              <a:buChar char="o"/>
              <a:tabLst>
                <a:tab pos="0" algn="l"/>
              </a:tabLst>
            </a:pPr>
            <a:r>
              <a:rPr lang="en-US" sz="1300" dirty="0">
                <a:solidFill>
                  <a:schemeClr val="dk1"/>
                </a:solidFill>
                <a:latin typeface="Manrope"/>
              </a:rPr>
              <a:t>Integration with external services (online payment gateways).</a:t>
            </a:r>
          </a:p>
          <a:p>
            <a:pPr marL="285750" indent="-285750" defTabSz="914400">
              <a:lnSpc>
                <a:spcPct val="150000"/>
              </a:lnSpc>
              <a:buFont typeface="Arial" panose="020B0604020202020204" pitchFamily="34" charset="0"/>
              <a:buChar char="•"/>
              <a:tabLst>
                <a:tab pos="0" algn="l"/>
              </a:tabLst>
            </a:pPr>
            <a:r>
              <a:rPr lang="en-US" sz="1400" b="1" dirty="0">
                <a:solidFill>
                  <a:schemeClr val="dk1"/>
                </a:solidFill>
                <a:latin typeface="Manrope"/>
              </a:rPr>
              <a:t>Features</a:t>
            </a:r>
            <a:endParaRPr lang="en-US" sz="1400" dirty="0">
              <a:solidFill>
                <a:schemeClr val="dk1"/>
              </a:solidFill>
              <a:latin typeface="Manrope"/>
            </a:endParaRPr>
          </a:p>
          <a:p>
            <a:pPr marL="742950" lvl="1" indent="-285750">
              <a:lnSpc>
                <a:spcPct val="150000"/>
              </a:lnSpc>
              <a:buFont typeface="Courier New" panose="02070309020205020404" pitchFamily="49" charset="0"/>
              <a:buChar char="o"/>
              <a:tabLst>
                <a:tab pos="0" algn="l"/>
              </a:tabLst>
            </a:pPr>
            <a:r>
              <a:rPr lang="en-US" sz="1300" dirty="0">
                <a:solidFill>
                  <a:schemeClr val="dk1"/>
                </a:solidFill>
                <a:latin typeface="Manrope"/>
              </a:rPr>
              <a:t>Travel catalog exploration with search and filtering capabilities.</a:t>
            </a:r>
          </a:p>
          <a:p>
            <a:pPr marL="742950" lvl="1" indent="-285750">
              <a:lnSpc>
                <a:spcPct val="150000"/>
              </a:lnSpc>
              <a:buFont typeface="Courier New" panose="02070309020205020404" pitchFamily="49" charset="0"/>
              <a:buChar char="o"/>
              <a:tabLst>
                <a:tab pos="0" algn="l"/>
              </a:tabLst>
            </a:pPr>
            <a:r>
              <a:rPr lang="en-US" sz="1300" dirty="0">
                <a:solidFill>
                  <a:schemeClr val="dk1"/>
                </a:solidFill>
                <a:latin typeface="Manrope"/>
              </a:rPr>
              <a:t>Flexible purchase of individual services or complete packages.</a:t>
            </a:r>
          </a:p>
          <a:p>
            <a:pPr marL="742950" lvl="1" indent="-285750">
              <a:lnSpc>
                <a:spcPct val="150000"/>
              </a:lnSpc>
              <a:buFont typeface="Courier New" panose="02070309020205020404" pitchFamily="49" charset="0"/>
              <a:buChar char="o"/>
              <a:tabLst>
                <a:tab pos="0" algn="l"/>
              </a:tabLst>
            </a:pPr>
            <a:r>
              <a:rPr lang="en-US" sz="1300" dirty="0">
                <a:solidFill>
                  <a:schemeClr val="dk1"/>
                </a:solidFill>
                <a:latin typeface="Manrope"/>
              </a:rPr>
              <a:t>Ability to modify the cart before checkout.</a:t>
            </a:r>
          </a:p>
          <a:p>
            <a:pPr marL="742950" lvl="1" indent="-285750">
              <a:lnSpc>
                <a:spcPct val="150000"/>
              </a:lnSpc>
              <a:buFont typeface="Courier New" panose="02070309020205020404" pitchFamily="49" charset="0"/>
              <a:buChar char="o"/>
              <a:tabLst>
                <a:tab pos="0" algn="l"/>
              </a:tabLst>
            </a:pPr>
            <a:r>
              <a:rPr lang="en-US" sz="1300" dirty="0">
                <a:solidFill>
                  <a:schemeClr val="dk1"/>
                </a:solidFill>
                <a:latin typeface="Manrope"/>
              </a:rPr>
              <a:t>Order status tracking via a personal user area.</a:t>
            </a:r>
          </a:p>
          <a:p>
            <a:pPr marL="742950" lvl="1" indent="-285750">
              <a:lnSpc>
                <a:spcPct val="150000"/>
              </a:lnSpc>
              <a:buFont typeface="Courier New" panose="02070309020205020404" pitchFamily="49" charset="0"/>
              <a:buChar char="o"/>
              <a:tabLst>
                <a:tab pos="0" algn="l"/>
              </a:tabLst>
            </a:pPr>
            <a:r>
              <a:rPr lang="en-US" sz="1300" dirty="0">
                <a:solidFill>
                  <a:schemeClr val="dk1"/>
                </a:solidFill>
                <a:latin typeface="Manrope"/>
              </a:rPr>
              <a:t>Email notifications for purchase confirmations.</a:t>
            </a:r>
          </a:p>
        </p:txBody>
      </p:sp>
      <p:pic>
        <p:nvPicPr>
          <p:cNvPr id="2" name="Segnaposto contenuto 5" descr="Immagine che contiene aeromobile, creatività, aeroplano, pialla/aereo&#10;&#10;Il contenuto generato dall'IA potrebbe non essere corretto.">
            <a:extLst>
              <a:ext uri="{FF2B5EF4-FFF2-40B4-BE49-F238E27FC236}">
                <a16:creationId xmlns:a16="http://schemas.microsoft.com/office/drawing/2014/main" id="{DEC73B80-574A-A5DF-A835-F3C43779D53C}"/>
              </a:ext>
            </a:extLst>
          </p:cNvPr>
          <p:cNvPicPr>
            <a:picLocks noChangeAspect="1"/>
          </p:cNvPicPr>
          <p:nvPr/>
        </p:nvPicPr>
        <p:blipFill>
          <a:blip r:embed="rId3"/>
          <a:stretch>
            <a:fillRect/>
          </a:stretch>
        </p:blipFill>
        <p:spPr>
          <a:xfrm>
            <a:off x="7003728" y="1287328"/>
            <a:ext cx="1663632" cy="2568843"/>
          </a:xfrm>
          <a:prstGeom prst="rect">
            <a:avLst/>
          </a:prstGeom>
          <a:effectLst>
            <a:outerShdw blurRad="50800" dist="38100" dir="2700000" algn="tl" rotWithShape="0">
              <a:prstClr val="black">
                <a:alpha val="40000"/>
              </a:prstClr>
            </a:outerShdw>
            <a:reflection blurRad="6350" stA="50000" endA="275" endPos="40000" dist="101600" dir="5400000" sy="-100000" algn="bl" rotWithShape="0"/>
          </a:effectLst>
        </p:spPr>
      </p:pic>
      <p:sp>
        <p:nvSpPr>
          <p:cNvPr id="3" name="Rectangle 2">
            <a:extLst>
              <a:ext uri="{FF2B5EF4-FFF2-40B4-BE49-F238E27FC236}">
                <a16:creationId xmlns:a16="http://schemas.microsoft.com/office/drawing/2014/main" id="{9AE091D9-B718-4250-C6A0-CC0AD9291DD4}"/>
              </a:ext>
            </a:extLst>
          </p:cNvPr>
          <p:cNvSpPr/>
          <p:nvPr/>
        </p:nvSpPr>
        <p:spPr>
          <a:xfrm>
            <a:off x="118108" y="529696"/>
            <a:ext cx="180000" cy="360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T"/>
          </a:p>
        </p:txBody>
      </p:sp>
    </p:spTree>
    <p:extLst>
      <p:ext uri="{BB962C8B-B14F-4D97-AF65-F5344CB8AC3E}">
        <p14:creationId xmlns:p14="http://schemas.microsoft.com/office/powerpoint/2010/main" val="2321548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ABB27-F144-4E0D-8668-860AA70AF585}"/>
            </a:ext>
          </a:extLst>
        </p:cNvPr>
        <p:cNvGrpSpPr/>
        <p:nvPr/>
      </p:nvGrpSpPr>
      <p:grpSpPr>
        <a:xfrm>
          <a:off x="0" y="0"/>
          <a:ext cx="0" cy="0"/>
          <a:chOff x="0" y="0"/>
          <a:chExt cx="0" cy="0"/>
        </a:xfrm>
      </p:grpSpPr>
      <p:sp>
        <p:nvSpPr>
          <p:cNvPr id="407" name="Rectangle 406">
            <a:extLst>
              <a:ext uri="{FF2B5EF4-FFF2-40B4-BE49-F238E27FC236}">
                <a16:creationId xmlns:a16="http://schemas.microsoft.com/office/drawing/2014/main" id="{D50F4E53-1D34-9FC6-A6B3-3F09AC3A54C8}"/>
              </a:ext>
            </a:extLst>
          </p:cNvPr>
          <p:cNvSpPr/>
          <p:nvPr/>
        </p:nvSpPr>
        <p:spPr>
          <a:xfrm>
            <a:off x="476280" y="476460"/>
            <a:ext cx="8191080" cy="466473"/>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1" u="none" strike="noStrike" dirty="0">
                <a:solidFill>
                  <a:schemeClr val="dk1"/>
                </a:solidFill>
                <a:effectLst/>
                <a:uFillTx/>
                <a:latin typeface="Archivo Black"/>
              </a:rPr>
              <a:t>User Roles</a:t>
            </a:r>
            <a:endParaRPr lang="en-US" sz="2400" b="1" u="none" strike="noStrike" dirty="0">
              <a:solidFill>
                <a:srgbClr val="000000"/>
              </a:solidFill>
              <a:effectLst/>
              <a:uFillTx/>
              <a:latin typeface="OpenSymbol"/>
            </a:endParaRPr>
          </a:p>
        </p:txBody>
      </p:sp>
      <p:sp>
        <p:nvSpPr>
          <p:cNvPr id="3" name="Rectangle 2">
            <a:extLst>
              <a:ext uri="{FF2B5EF4-FFF2-40B4-BE49-F238E27FC236}">
                <a16:creationId xmlns:a16="http://schemas.microsoft.com/office/drawing/2014/main" id="{7B4F850B-995D-46E9-E475-77A185129541}"/>
              </a:ext>
            </a:extLst>
          </p:cNvPr>
          <p:cNvSpPr/>
          <p:nvPr/>
        </p:nvSpPr>
        <p:spPr>
          <a:xfrm>
            <a:off x="118108" y="529696"/>
            <a:ext cx="180000" cy="360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T"/>
          </a:p>
        </p:txBody>
      </p:sp>
      <p:grpSp>
        <p:nvGrpSpPr>
          <p:cNvPr id="19" name="Group 18">
            <a:extLst>
              <a:ext uri="{FF2B5EF4-FFF2-40B4-BE49-F238E27FC236}">
                <a16:creationId xmlns:a16="http://schemas.microsoft.com/office/drawing/2014/main" id="{C1D4392C-2FD6-C99B-BE18-ED6EBD2ACAC9}"/>
              </a:ext>
            </a:extLst>
          </p:cNvPr>
          <p:cNvGrpSpPr/>
          <p:nvPr/>
        </p:nvGrpSpPr>
        <p:grpSpPr>
          <a:xfrm>
            <a:off x="476280" y="1123359"/>
            <a:ext cx="1851582" cy="1884636"/>
            <a:chOff x="1422435" y="1324811"/>
            <a:chExt cx="1851582" cy="1884636"/>
          </a:xfrm>
          <a:solidFill>
            <a:schemeClr val="tx1"/>
          </a:solidFill>
        </p:grpSpPr>
        <p:grpSp>
          <p:nvGrpSpPr>
            <p:cNvPr id="7" name="Gruppo 8">
              <a:extLst>
                <a:ext uri="{FF2B5EF4-FFF2-40B4-BE49-F238E27FC236}">
                  <a16:creationId xmlns:a16="http://schemas.microsoft.com/office/drawing/2014/main" id="{21928360-D6A4-80AA-8CE5-76EA9495F701}"/>
                </a:ext>
              </a:extLst>
            </p:cNvPr>
            <p:cNvGrpSpPr/>
            <p:nvPr/>
          </p:nvGrpSpPr>
          <p:grpSpPr>
            <a:xfrm>
              <a:off x="1422435" y="1324811"/>
              <a:ext cx="1851582" cy="1884636"/>
              <a:chOff x="1176843" y="3364542"/>
              <a:chExt cx="2011680" cy="2011680"/>
            </a:xfrm>
            <a:grpFill/>
          </p:grpSpPr>
          <p:sp>
            <p:nvSpPr>
              <p:cNvPr id="8" name="Rectangle: Rounded Corners 59">
                <a:extLst>
                  <a:ext uri="{FF2B5EF4-FFF2-40B4-BE49-F238E27FC236}">
                    <a16:creationId xmlns:a16="http://schemas.microsoft.com/office/drawing/2014/main" id="{A7D17B4B-BC60-7C0E-6619-8A5B2DCBF73D}"/>
                  </a:ext>
                </a:extLst>
              </p:cNvPr>
              <p:cNvSpPr/>
              <p:nvPr/>
            </p:nvSpPr>
            <p:spPr>
              <a:xfrm>
                <a:off x="1176843" y="3364542"/>
                <a:ext cx="2011680" cy="2011680"/>
              </a:xfrm>
              <a:prstGeom prst="roundRect">
                <a:avLst>
                  <a:gd name="adj" fmla="val 17530"/>
                </a:avLst>
              </a:prstGeom>
              <a:grp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ln w="0"/>
                  <a:solidFill>
                    <a:schemeClr val="accent1"/>
                  </a:solidFill>
                  <a:effectLst>
                    <a:outerShdw blurRad="38100" dist="25400" dir="5400000" algn="ctr" rotWithShape="0">
                      <a:srgbClr val="6E747A">
                        <a:alpha val="43000"/>
                      </a:srgbClr>
                    </a:outerShdw>
                  </a:effectLst>
                </a:endParaRPr>
              </a:p>
            </p:txBody>
          </p:sp>
          <p:sp>
            <p:nvSpPr>
              <p:cNvPr id="9" name="Google Shape;340;p43">
                <a:extLst>
                  <a:ext uri="{FF2B5EF4-FFF2-40B4-BE49-F238E27FC236}">
                    <a16:creationId xmlns:a16="http://schemas.microsoft.com/office/drawing/2014/main" id="{D49C7530-A799-C2ED-88E1-EE527D01F986}"/>
                  </a:ext>
                </a:extLst>
              </p:cNvPr>
              <p:cNvSpPr txBox="1">
                <a:spLocks/>
              </p:cNvSpPr>
              <p:nvPr/>
            </p:nvSpPr>
            <p:spPr>
              <a:xfrm>
                <a:off x="1248683" y="4742418"/>
                <a:ext cx="1856007" cy="468639"/>
              </a:xfrm>
              <a:prstGeom prst="rect">
                <a:avLst/>
              </a:prstGeom>
              <a:grpFill/>
              <a:ln/>
            </p:spPr>
            <p:style>
              <a:lnRef idx="2">
                <a:schemeClr val="dk1">
                  <a:shade val="15000"/>
                </a:schemeClr>
              </a:lnRef>
              <a:fillRef idx="1">
                <a:schemeClr val="dk1"/>
              </a:fillRef>
              <a:effectRef idx="0">
                <a:schemeClr val="dk1"/>
              </a:effectRef>
              <a:fontRef idx="minor">
                <a:schemeClr val="lt1"/>
              </a:fontRef>
            </p:style>
            <p:txBody>
              <a:bodyPr spcFirstLastPara="1" vert="horz" wrap="square" lIns="0" tIns="0" rIns="0" bIns="0" spcCol="360000" rtlCol="0" anchor="t" anchorCtr="0">
                <a:noAutofit/>
              </a:bodyPr>
              <a:lstStyle>
                <a:lvl1pPr marL="0" indent="0" algn="l" defTabSz="360000" rtl="0" eaLnBrk="1" latinLnBrk="0" hangingPunct="1">
                  <a:lnSpc>
                    <a:spcPct val="150000"/>
                  </a:lnSpc>
                  <a:spcBef>
                    <a:spcPts val="0"/>
                  </a:spcBef>
                  <a:buClr>
                    <a:schemeClr val="tx2"/>
                  </a:buClr>
                  <a:buFont typeface="Arial" panose="020B0604020202020204" pitchFamily="34" charset="0"/>
                  <a:buNone/>
                  <a:tabLst>
                    <a:tab pos="360000" algn="l"/>
                    <a:tab pos="720000" algn="l"/>
                    <a:tab pos="1080000" algn="l"/>
                    <a:tab pos="1440000" algn="l"/>
                    <a:tab pos="1800000" algn="l"/>
                    <a:tab pos="2160000" algn="l"/>
                    <a:tab pos="2520000" algn="l"/>
                  </a:tabLst>
                  <a:defRPr sz="1400" kern="1200" baseline="0">
                    <a:solidFill>
                      <a:schemeClr val="tx1"/>
                    </a:solidFill>
                    <a:latin typeface="Montserrat" panose="02000505000000020004" pitchFamily="2" charset="77"/>
                    <a:ea typeface="+mn-ea"/>
                    <a:cs typeface="+mn-cs"/>
                  </a:defRPr>
                </a:lvl1pPr>
                <a:lvl2pPr marL="14288" indent="0" algn="l" defTabSz="914400" rtl="0" eaLnBrk="1" latinLnBrk="0" hangingPunct="1">
                  <a:lnSpc>
                    <a:spcPct val="90000"/>
                  </a:lnSpc>
                  <a:spcBef>
                    <a:spcPts val="500"/>
                  </a:spcBef>
                  <a:buFontTx/>
                  <a:buNone/>
                  <a:tabLst/>
                  <a:defRPr sz="1600" b="0" i="0" kern="1200" cap="all" baseline="0">
                    <a:solidFill>
                      <a:schemeClr val="tx2"/>
                    </a:solidFill>
                    <a:latin typeface="Montserrat" panose="02000505000000020004" pitchFamily="2" charset="77"/>
                    <a:ea typeface="+mn-ea"/>
                    <a:cs typeface="+mn-cs"/>
                  </a:defRPr>
                </a:lvl2pPr>
                <a:lvl3pPr marL="14288" indent="0" algn="l" defTabSz="914400" rtl="0" eaLnBrk="1" latinLnBrk="0" hangingPunct="1">
                  <a:lnSpc>
                    <a:spcPct val="90000"/>
                  </a:lnSpc>
                  <a:spcBef>
                    <a:spcPts val="500"/>
                  </a:spcBef>
                  <a:buFont typeface="Arial" panose="020B0604020202020204" pitchFamily="34" charset="0"/>
                  <a:buNone/>
                  <a:tabLst/>
                  <a:defRPr sz="1400" b="1" kern="1200" cap="all" baseline="0">
                    <a:solidFill>
                      <a:schemeClr val="tx1"/>
                    </a:solidFill>
                    <a:latin typeface="Montserrat" panose="02000505000000020004" pitchFamily="2" charset="77"/>
                    <a:ea typeface="+mn-ea"/>
                    <a:cs typeface="+mn-cs"/>
                  </a:defRPr>
                </a:lvl3pPr>
                <a:lvl4pPr marL="312738" indent="-219075" algn="l" defTabSz="914400" rtl="0" eaLnBrk="1" latinLnBrk="0" hangingPunct="1">
                  <a:lnSpc>
                    <a:spcPct val="90000"/>
                  </a:lnSpc>
                  <a:spcBef>
                    <a:spcPts val="500"/>
                  </a:spcBef>
                  <a:buClr>
                    <a:schemeClr val="tx2"/>
                  </a:buClr>
                  <a:buFont typeface="Arial" panose="020B0604020202020204" pitchFamily="34" charset="0"/>
                  <a:buChar char="•"/>
                  <a:tabLst/>
                  <a:defRPr sz="1400" b="0" i="0" kern="1200">
                    <a:solidFill>
                      <a:schemeClr val="tx1"/>
                    </a:solidFill>
                    <a:latin typeface="Montserrat" panose="02000505000000020004" pitchFamily="2" charset="77"/>
                    <a:ea typeface="+mn-ea"/>
                    <a:cs typeface="+mn-cs"/>
                  </a:defRPr>
                </a:lvl4pPr>
                <a:lvl5pPr marL="627063" indent="-236538" algn="l" defTabSz="914400" rtl="0" eaLnBrk="1" latinLnBrk="0" hangingPunct="1">
                  <a:lnSpc>
                    <a:spcPct val="90000"/>
                  </a:lnSpc>
                  <a:spcBef>
                    <a:spcPts val="500"/>
                  </a:spcBef>
                  <a:buFont typeface="Arial" panose="020B0604020202020204" pitchFamily="34" charset="0"/>
                  <a:buChar char="•"/>
                  <a:tabLst/>
                  <a:defRPr sz="1200" b="0" i="0" kern="1200">
                    <a:solidFill>
                      <a:schemeClr val="tx1"/>
                    </a:solidFill>
                    <a:latin typeface="Montserrat" panose="02000505000000020004"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t-IT" dirty="0">
                    <a:ln w="0"/>
                    <a:solidFill>
                      <a:schemeClr val="accent1"/>
                    </a:solidFill>
                    <a:effectLst>
                      <a:outerShdw blurRad="38100" dist="25400" dir="5400000" algn="ctr" rotWithShape="0">
                        <a:srgbClr val="6E747A">
                          <a:alpha val="43000"/>
                        </a:srgbClr>
                      </a:outerShdw>
                    </a:effectLst>
                  </a:rPr>
                  <a:t>Customer </a:t>
                </a:r>
              </a:p>
            </p:txBody>
          </p:sp>
        </p:grpSp>
        <p:pic>
          <p:nvPicPr>
            <p:cNvPr id="10" name="Immagine 18">
              <a:extLst>
                <a:ext uri="{FF2B5EF4-FFF2-40B4-BE49-F238E27FC236}">
                  <a16:creationId xmlns:a16="http://schemas.microsoft.com/office/drawing/2014/main" id="{87CBE538-AA93-A9A6-B565-A5EC2ED579EB}"/>
                </a:ext>
              </a:extLst>
            </p:cNvPr>
            <p:cNvPicPr>
              <a:picLocks noChangeAspect="1"/>
            </p:cNvPicPr>
            <p:nvPr/>
          </p:nvPicPr>
          <p:blipFill>
            <a:blip r:embed="rId3"/>
            <a:stretch>
              <a:fillRect/>
            </a:stretch>
          </p:blipFill>
          <p:spPr>
            <a:xfrm>
              <a:off x="1870012" y="1611143"/>
              <a:ext cx="952500" cy="952500"/>
            </a:xfrm>
            <a:prstGeom prst="rect">
              <a:avLst/>
            </a:prstGeom>
            <a:grpFill/>
          </p:spPr>
          <p:style>
            <a:lnRef idx="2">
              <a:schemeClr val="dk1">
                <a:shade val="15000"/>
              </a:schemeClr>
            </a:lnRef>
            <a:fillRef idx="1">
              <a:schemeClr val="dk1"/>
            </a:fillRef>
            <a:effectRef idx="0">
              <a:schemeClr val="dk1"/>
            </a:effectRef>
            <a:fontRef idx="minor">
              <a:schemeClr val="lt1"/>
            </a:fontRef>
          </p:style>
        </p:pic>
      </p:grpSp>
      <p:grpSp>
        <p:nvGrpSpPr>
          <p:cNvPr id="11" name="Gruppo 20">
            <a:extLst>
              <a:ext uri="{FF2B5EF4-FFF2-40B4-BE49-F238E27FC236}">
                <a16:creationId xmlns:a16="http://schemas.microsoft.com/office/drawing/2014/main" id="{9C7FFDD0-8592-340D-2A01-5EA3AFA06D8A}"/>
              </a:ext>
            </a:extLst>
          </p:cNvPr>
          <p:cNvGrpSpPr/>
          <p:nvPr/>
        </p:nvGrpSpPr>
        <p:grpSpPr>
          <a:xfrm>
            <a:off x="3170673" y="1123359"/>
            <a:ext cx="1851582" cy="1884636"/>
            <a:chOff x="5171191" y="1315058"/>
            <a:chExt cx="1851582" cy="1884636"/>
          </a:xfrm>
          <a:solidFill>
            <a:schemeClr val="tx2">
              <a:lumMod val="60000"/>
              <a:lumOff val="40000"/>
            </a:schemeClr>
          </a:solidFill>
        </p:grpSpPr>
        <p:sp>
          <p:nvSpPr>
            <p:cNvPr id="12" name="Rectangle: Rounded Corners 59">
              <a:extLst>
                <a:ext uri="{FF2B5EF4-FFF2-40B4-BE49-F238E27FC236}">
                  <a16:creationId xmlns:a16="http://schemas.microsoft.com/office/drawing/2014/main" id="{BE18F5AD-E523-BF31-7AD1-6D44173828F7}"/>
                </a:ext>
              </a:extLst>
            </p:cNvPr>
            <p:cNvSpPr/>
            <p:nvPr/>
          </p:nvSpPr>
          <p:spPr>
            <a:xfrm>
              <a:off x="5171191" y="1315058"/>
              <a:ext cx="1851582" cy="1884636"/>
            </a:xfrm>
            <a:prstGeom prst="roundRect">
              <a:avLst>
                <a:gd name="adj" fmla="val 17530"/>
              </a:avLst>
            </a:prstGeom>
            <a:grpFill/>
            <a:ln>
              <a:noFill/>
            </a:ln>
          </p:spPr>
          <p:style>
            <a:lnRef idx="0">
              <a:scrgbClr r="0" g="0" b="0"/>
            </a:lnRef>
            <a:fillRef idx="1002">
              <a:schemeClr val="dk2"/>
            </a:fillRef>
            <a:effectRef idx="0">
              <a:scrgbClr r="0" g="0" b="0"/>
            </a:effectRef>
            <a:fontRef idx="minor">
              <a:schemeClr val="lt1"/>
            </a:fontRef>
          </p:style>
          <p:txBody>
            <a:bodyPr rtlCol="0" anchor="ctr"/>
            <a:lstStyle/>
            <a:p>
              <a:pPr algn="ctr"/>
              <a:endParaRPr lang="en-US" dirty="0"/>
            </a:p>
          </p:txBody>
        </p:sp>
        <p:pic>
          <p:nvPicPr>
            <p:cNvPr id="13" name="Immagine 22">
              <a:extLst>
                <a:ext uri="{FF2B5EF4-FFF2-40B4-BE49-F238E27FC236}">
                  <a16:creationId xmlns:a16="http://schemas.microsoft.com/office/drawing/2014/main" id="{75E61FE1-4028-2FB2-51E9-04CE34865986}"/>
                </a:ext>
              </a:extLst>
            </p:cNvPr>
            <p:cNvPicPr>
              <a:picLocks noChangeAspect="1"/>
            </p:cNvPicPr>
            <p:nvPr/>
          </p:nvPicPr>
          <p:blipFill>
            <a:blip r:embed="rId4"/>
            <a:stretch>
              <a:fillRect/>
            </a:stretch>
          </p:blipFill>
          <p:spPr>
            <a:xfrm>
              <a:off x="5618768" y="1601390"/>
              <a:ext cx="952500" cy="952500"/>
            </a:xfrm>
            <a:prstGeom prst="rect">
              <a:avLst/>
            </a:prstGeom>
            <a:grpFill/>
            <a:ln>
              <a:noFill/>
            </a:ln>
          </p:spPr>
          <p:style>
            <a:lnRef idx="0">
              <a:scrgbClr r="0" g="0" b="0"/>
            </a:lnRef>
            <a:fillRef idx="1002">
              <a:schemeClr val="dk2"/>
            </a:fillRef>
            <a:effectRef idx="0">
              <a:scrgbClr r="0" g="0" b="0"/>
            </a:effectRef>
            <a:fontRef idx="minor">
              <a:schemeClr val="lt1"/>
            </a:fontRef>
          </p:style>
        </p:pic>
        <p:sp>
          <p:nvSpPr>
            <p:cNvPr id="14" name="Google Shape;340;p43">
              <a:extLst>
                <a:ext uri="{FF2B5EF4-FFF2-40B4-BE49-F238E27FC236}">
                  <a16:creationId xmlns:a16="http://schemas.microsoft.com/office/drawing/2014/main" id="{2E75FA19-4553-8520-F040-1F801492DCCD}"/>
                </a:ext>
              </a:extLst>
            </p:cNvPr>
            <p:cNvSpPr txBox="1">
              <a:spLocks/>
            </p:cNvSpPr>
            <p:nvPr/>
          </p:nvSpPr>
          <p:spPr>
            <a:xfrm>
              <a:off x="5233183" y="2602892"/>
              <a:ext cx="1736651" cy="439043"/>
            </a:xfrm>
            <a:prstGeom prst="rect">
              <a:avLst/>
            </a:prstGeom>
            <a:grpFill/>
            <a:ln>
              <a:noFill/>
            </a:ln>
          </p:spPr>
          <p:style>
            <a:lnRef idx="0">
              <a:scrgbClr r="0" g="0" b="0"/>
            </a:lnRef>
            <a:fillRef idx="1002">
              <a:schemeClr val="dk2"/>
            </a:fillRef>
            <a:effectRef idx="0">
              <a:scrgbClr r="0" g="0" b="0"/>
            </a:effectRef>
            <a:fontRef idx="minor">
              <a:schemeClr val="lt1"/>
            </a:fontRef>
          </p:style>
          <p:txBody>
            <a:bodyPr spcFirstLastPara="1" vert="horz" wrap="square" lIns="0" tIns="0" rIns="0" bIns="0" spcCol="360000" rtlCol="0" anchor="t" anchorCtr="0">
              <a:noAutofit/>
            </a:bodyPr>
            <a:lstStyle>
              <a:lvl1pPr marL="0" indent="0" algn="l" defTabSz="360000" rtl="0" eaLnBrk="1" latinLnBrk="0" hangingPunct="1">
                <a:lnSpc>
                  <a:spcPct val="150000"/>
                </a:lnSpc>
                <a:spcBef>
                  <a:spcPts val="0"/>
                </a:spcBef>
                <a:buClr>
                  <a:schemeClr val="tx2"/>
                </a:buClr>
                <a:buFont typeface="Arial" panose="020B0604020202020204" pitchFamily="34" charset="0"/>
                <a:buNone/>
                <a:tabLst>
                  <a:tab pos="360000" algn="l"/>
                  <a:tab pos="720000" algn="l"/>
                  <a:tab pos="1080000" algn="l"/>
                  <a:tab pos="1440000" algn="l"/>
                  <a:tab pos="1800000" algn="l"/>
                  <a:tab pos="2160000" algn="l"/>
                  <a:tab pos="2520000" algn="l"/>
                </a:tabLst>
                <a:defRPr sz="1400" kern="1200" baseline="0">
                  <a:solidFill>
                    <a:schemeClr val="tx1"/>
                  </a:solidFill>
                  <a:latin typeface="Montserrat" panose="02000505000000020004" pitchFamily="2" charset="77"/>
                  <a:ea typeface="+mn-ea"/>
                  <a:cs typeface="+mn-cs"/>
                </a:defRPr>
              </a:lvl1pPr>
              <a:lvl2pPr marL="14288" indent="0" algn="l" defTabSz="914400" rtl="0" eaLnBrk="1" latinLnBrk="0" hangingPunct="1">
                <a:lnSpc>
                  <a:spcPct val="90000"/>
                </a:lnSpc>
                <a:spcBef>
                  <a:spcPts val="500"/>
                </a:spcBef>
                <a:buFontTx/>
                <a:buNone/>
                <a:tabLst/>
                <a:defRPr sz="1600" b="0" i="0" kern="1200" cap="all" baseline="0">
                  <a:solidFill>
                    <a:schemeClr val="tx2"/>
                  </a:solidFill>
                  <a:latin typeface="Montserrat" panose="02000505000000020004" pitchFamily="2" charset="77"/>
                  <a:ea typeface="+mn-ea"/>
                  <a:cs typeface="+mn-cs"/>
                </a:defRPr>
              </a:lvl2pPr>
              <a:lvl3pPr marL="14288" indent="0" algn="l" defTabSz="914400" rtl="0" eaLnBrk="1" latinLnBrk="0" hangingPunct="1">
                <a:lnSpc>
                  <a:spcPct val="90000"/>
                </a:lnSpc>
                <a:spcBef>
                  <a:spcPts val="500"/>
                </a:spcBef>
                <a:buFont typeface="Arial" panose="020B0604020202020204" pitchFamily="34" charset="0"/>
                <a:buNone/>
                <a:tabLst/>
                <a:defRPr sz="1400" b="1" kern="1200" cap="all" baseline="0">
                  <a:solidFill>
                    <a:schemeClr val="tx1"/>
                  </a:solidFill>
                  <a:latin typeface="Montserrat" panose="02000505000000020004" pitchFamily="2" charset="77"/>
                  <a:ea typeface="+mn-ea"/>
                  <a:cs typeface="+mn-cs"/>
                </a:defRPr>
              </a:lvl3pPr>
              <a:lvl4pPr marL="312738" indent="-219075" algn="l" defTabSz="914400" rtl="0" eaLnBrk="1" latinLnBrk="0" hangingPunct="1">
                <a:lnSpc>
                  <a:spcPct val="90000"/>
                </a:lnSpc>
                <a:spcBef>
                  <a:spcPts val="500"/>
                </a:spcBef>
                <a:buClr>
                  <a:schemeClr val="tx2"/>
                </a:buClr>
                <a:buFont typeface="Arial" panose="020B0604020202020204" pitchFamily="34" charset="0"/>
                <a:buChar char="•"/>
                <a:tabLst/>
                <a:defRPr sz="1400" b="0" i="0" kern="1200">
                  <a:solidFill>
                    <a:schemeClr val="tx1"/>
                  </a:solidFill>
                  <a:latin typeface="Montserrat" panose="02000505000000020004" pitchFamily="2" charset="77"/>
                  <a:ea typeface="+mn-ea"/>
                  <a:cs typeface="+mn-cs"/>
                </a:defRPr>
              </a:lvl4pPr>
              <a:lvl5pPr marL="627063" indent="-236538" algn="l" defTabSz="914400" rtl="0" eaLnBrk="1" latinLnBrk="0" hangingPunct="1">
                <a:lnSpc>
                  <a:spcPct val="90000"/>
                </a:lnSpc>
                <a:spcBef>
                  <a:spcPts val="500"/>
                </a:spcBef>
                <a:buFont typeface="Arial" panose="020B0604020202020204" pitchFamily="34" charset="0"/>
                <a:buChar char="•"/>
                <a:tabLst/>
                <a:defRPr sz="1200" b="0" i="0" kern="1200">
                  <a:solidFill>
                    <a:schemeClr val="tx1"/>
                  </a:solidFill>
                  <a:latin typeface="Montserrat" panose="02000505000000020004"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t-IT" dirty="0">
                  <a:ln w="0"/>
                  <a:solidFill>
                    <a:schemeClr val="accent1"/>
                  </a:solidFill>
                  <a:effectLst>
                    <a:outerShdw blurRad="38100" dist="25400" dir="5400000" algn="ctr" rotWithShape="0">
                      <a:srgbClr val="6E747A">
                        <a:alpha val="43000"/>
                      </a:srgbClr>
                    </a:outerShdw>
                  </a:effectLst>
                </a:rPr>
                <a:t>Travel Agent</a:t>
              </a:r>
            </a:p>
          </p:txBody>
        </p:sp>
      </p:grpSp>
      <p:grpSp>
        <p:nvGrpSpPr>
          <p:cNvPr id="15" name="Gruppo 11">
            <a:extLst>
              <a:ext uri="{FF2B5EF4-FFF2-40B4-BE49-F238E27FC236}">
                <a16:creationId xmlns:a16="http://schemas.microsoft.com/office/drawing/2014/main" id="{5082EFCD-3951-4578-285C-0BC2E75BF066}"/>
              </a:ext>
            </a:extLst>
          </p:cNvPr>
          <p:cNvGrpSpPr/>
          <p:nvPr/>
        </p:nvGrpSpPr>
        <p:grpSpPr>
          <a:xfrm>
            <a:off x="5865066" y="1123359"/>
            <a:ext cx="1851582" cy="1884636"/>
            <a:chOff x="8758042" y="1382014"/>
            <a:chExt cx="1851582" cy="1884636"/>
          </a:xfrm>
          <a:solidFill>
            <a:schemeClr val="accent1">
              <a:lumMod val="65000"/>
            </a:schemeClr>
          </a:solidFill>
        </p:grpSpPr>
        <p:sp>
          <p:nvSpPr>
            <p:cNvPr id="16" name="Rectangle: Rounded Corners 59">
              <a:extLst>
                <a:ext uri="{FF2B5EF4-FFF2-40B4-BE49-F238E27FC236}">
                  <a16:creationId xmlns:a16="http://schemas.microsoft.com/office/drawing/2014/main" id="{EE4340D2-1273-9BFF-7481-E0BFB049D82C}"/>
                </a:ext>
              </a:extLst>
            </p:cNvPr>
            <p:cNvSpPr/>
            <p:nvPr/>
          </p:nvSpPr>
          <p:spPr>
            <a:xfrm>
              <a:off x="8758042" y="1382014"/>
              <a:ext cx="1851582" cy="1884636"/>
            </a:xfrm>
            <a:prstGeom prst="roundRect">
              <a:avLst>
                <a:gd name="adj" fmla="val 17530"/>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bg1"/>
                </a:solidFill>
              </a:endParaRPr>
            </a:p>
          </p:txBody>
        </p:sp>
        <p:sp>
          <p:nvSpPr>
            <p:cNvPr id="17" name="Google Shape;340;p43">
              <a:extLst>
                <a:ext uri="{FF2B5EF4-FFF2-40B4-BE49-F238E27FC236}">
                  <a16:creationId xmlns:a16="http://schemas.microsoft.com/office/drawing/2014/main" id="{A4E446C9-D684-5D2E-5404-180A9F761605}"/>
                </a:ext>
              </a:extLst>
            </p:cNvPr>
            <p:cNvSpPr txBox="1">
              <a:spLocks/>
            </p:cNvSpPr>
            <p:nvPr/>
          </p:nvSpPr>
          <p:spPr>
            <a:xfrm>
              <a:off x="8810777" y="2647420"/>
              <a:ext cx="1743740" cy="439043"/>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1" vert="horz" wrap="square" lIns="0" tIns="0" rIns="0" bIns="0" spcCol="360000" rtlCol="0" anchor="t" anchorCtr="0">
              <a:noAutofit/>
            </a:bodyPr>
            <a:lstStyle>
              <a:lvl1pPr marL="0" indent="0" algn="l" defTabSz="360000" rtl="0" eaLnBrk="1" latinLnBrk="0" hangingPunct="1">
                <a:lnSpc>
                  <a:spcPct val="150000"/>
                </a:lnSpc>
                <a:spcBef>
                  <a:spcPts val="0"/>
                </a:spcBef>
                <a:buClr>
                  <a:schemeClr val="tx2"/>
                </a:buClr>
                <a:buFont typeface="Arial" panose="020B0604020202020204" pitchFamily="34" charset="0"/>
                <a:buNone/>
                <a:tabLst>
                  <a:tab pos="360000" algn="l"/>
                  <a:tab pos="720000" algn="l"/>
                  <a:tab pos="1080000" algn="l"/>
                  <a:tab pos="1440000" algn="l"/>
                  <a:tab pos="1800000" algn="l"/>
                  <a:tab pos="2160000" algn="l"/>
                  <a:tab pos="2520000" algn="l"/>
                </a:tabLst>
                <a:defRPr sz="1400" kern="1200" baseline="0">
                  <a:solidFill>
                    <a:schemeClr val="tx1"/>
                  </a:solidFill>
                  <a:latin typeface="Montserrat" panose="02000505000000020004" pitchFamily="2" charset="77"/>
                  <a:ea typeface="+mn-ea"/>
                  <a:cs typeface="+mn-cs"/>
                </a:defRPr>
              </a:lvl1pPr>
              <a:lvl2pPr marL="14288" indent="0" algn="l" defTabSz="914400" rtl="0" eaLnBrk="1" latinLnBrk="0" hangingPunct="1">
                <a:lnSpc>
                  <a:spcPct val="90000"/>
                </a:lnSpc>
                <a:spcBef>
                  <a:spcPts val="500"/>
                </a:spcBef>
                <a:buFontTx/>
                <a:buNone/>
                <a:tabLst/>
                <a:defRPr sz="1600" b="0" i="0" kern="1200" cap="all" baseline="0">
                  <a:solidFill>
                    <a:schemeClr val="tx2"/>
                  </a:solidFill>
                  <a:latin typeface="Montserrat" panose="02000505000000020004" pitchFamily="2" charset="77"/>
                  <a:ea typeface="+mn-ea"/>
                  <a:cs typeface="+mn-cs"/>
                </a:defRPr>
              </a:lvl2pPr>
              <a:lvl3pPr marL="14288" indent="0" algn="l" defTabSz="914400" rtl="0" eaLnBrk="1" latinLnBrk="0" hangingPunct="1">
                <a:lnSpc>
                  <a:spcPct val="90000"/>
                </a:lnSpc>
                <a:spcBef>
                  <a:spcPts val="500"/>
                </a:spcBef>
                <a:buFont typeface="Arial" panose="020B0604020202020204" pitchFamily="34" charset="0"/>
                <a:buNone/>
                <a:tabLst/>
                <a:defRPr sz="1400" b="1" kern="1200" cap="all" baseline="0">
                  <a:solidFill>
                    <a:schemeClr val="tx1"/>
                  </a:solidFill>
                  <a:latin typeface="Montserrat" panose="02000505000000020004" pitchFamily="2" charset="77"/>
                  <a:ea typeface="+mn-ea"/>
                  <a:cs typeface="+mn-cs"/>
                </a:defRPr>
              </a:lvl3pPr>
              <a:lvl4pPr marL="312738" indent="-219075" algn="l" defTabSz="914400" rtl="0" eaLnBrk="1" latinLnBrk="0" hangingPunct="1">
                <a:lnSpc>
                  <a:spcPct val="90000"/>
                </a:lnSpc>
                <a:spcBef>
                  <a:spcPts val="500"/>
                </a:spcBef>
                <a:buClr>
                  <a:schemeClr val="tx2"/>
                </a:buClr>
                <a:buFont typeface="Arial" panose="020B0604020202020204" pitchFamily="34" charset="0"/>
                <a:buChar char="•"/>
                <a:tabLst/>
                <a:defRPr sz="1400" b="0" i="0" kern="1200">
                  <a:solidFill>
                    <a:schemeClr val="tx1"/>
                  </a:solidFill>
                  <a:latin typeface="Montserrat" panose="02000505000000020004" pitchFamily="2" charset="77"/>
                  <a:ea typeface="+mn-ea"/>
                  <a:cs typeface="+mn-cs"/>
                </a:defRPr>
              </a:lvl4pPr>
              <a:lvl5pPr marL="627063" indent="-236538" algn="l" defTabSz="914400" rtl="0" eaLnBrk="1" latinLnBrk="0" hangingPunct="1">
                <a:lnSpc>
                  <a:spcPct val="90000"/>
                </a:lnSpc>
                <a:spcBef>
                  <a:spcPts val="500"/>
                </a:spcBef>
                <a:buFont typeface="Arial" panose="020B0604020202020204" pitchFamily="34" charset="0"/>
                <a:buChar char="•"/>
                <a:tabLst/>
                <a:defRPr sz="1200" b="0" i="0" kern="1200">
                  <a:solidFill>
                    <a:schemeClr val="tx1"/>
                  </a:solidFill>
                  <a:latin typeface="Montserrat" panose="02000505000000020004"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t-IT" dirty="0">
                  <a:ln w="0"/>
                  <a:solidFill>
                    <a:schemeClr val="bg1"/>
                  </a:solidFill>
                  <a:effectLst>
                    <a:outerShdw blurRad="38100" dist="19050" dir="2700000" algn="tl" rotWithShape="0">
                      <a:schemeClr val="dk1">
                        <a:alpha val="40000"/>
                      </a:schemeClr>
                    </a:outerShdw>
                  </a:effectLst>
                </a:rPr>
                <a:t>Administrator</a:t>
              </a:r>
            </a:p>
          </p:txBody>
        </p:sp>
        <p:pic>
          <p:nvPicPr>
            <p:cNvPr id="18" name="Immagine 14">
              <a:extLst>
                <a:ext uri="{FF2B5EF4-FFF2-40B4-BE49-F238E27FC236}">
                  <a16:creationId xmlns:a16="http://schemas.microsoft.com/office/drawing/2014/main" id="{26F3FAF5-1117-5C2F-F6A0-51EF47560159}"/>
                </a:ext>
              </a:extLst>
            </p:cNvPr>
            <p:cNvPicPr>
              <a:picLocks noChangeAspect="1"/>
            </p:cNvPicPr>
            <p:nvPr/>
          </p:nvPicPr>
          <p:blipFill>
            <a:blip r:embed="rId5"/>
            <a:stretch>
              <a:fillRect/>
            </a:stretch>
          </p:blipFill>
          <p:spPr>
            <a:xfrm>
              <a:off x="9205619" y="1668346"/>
              <a:ext cx="952500" cy="952500"/>
            </a:xfrm>
            <a:prstGeom prst="rect">
              <a:avLst/>
            </a:prstGeom>
            <a:grpFill/>
            <a:ln>
              <a:noFill/>
            </a:ln>
          </p:spPr>
          <p:style>
            <a:lnRef idx="0">
              <a:scrgbClr r="0" g="0" b="0"/>
            </a:lnRef>
            <a:fillRef idx="0">
              <a:scrgbClr r="0" g="0" b="0"/>
            </a:fillRef>
            <a:effectRef idx="0">
              <a:scrgbClr r="0" g="0" b="0"/>
            </a:effectRef>
            <a:fontRef idx="minor">
              <a:schemeClr val="lt1"/>
            </a:fontRef>
          </p:style>
        </p:pic>
      </p:grpSp>
      <p:sp>
        <p:nvSpPr>
          <p:cNvPr id="20" name="Rectangle 19">
            <a:extLst>
              <a:ext uri="{FF2B5EF4-FFF2-40B4-BE49-F238E27FC236}">
                <a16:creationId xmlns:a16="http://schemas.microsoft.com/office/drawing/2014/main" id="{6E478252-B921-A2F6-A10A-D527B956824C}"/>
              </a:ext>
            </a:extLst>
          </p:cNvPr>
          <p:cNvSpPr/>
          <p:nvPr/>
        </p:nvSpPr>
        <p:spPr>
          <a:xfrm>
            <a:off x="244889" y="3188421"/>
            <a:ext cx="2464444" cy="1820039"/>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285750" indent="-285750" defTabSz="914400">
              <a:lnSpc>
                <a:spcPct val="150000"/>
              </a:lnSpc>
              <a:buFont typeface="Arial" panose="020B0604020202020204" pitchFamily="34" charset="0"/>
              <a:buChar char="•"/>
              <a:tabLst>
                <a:tab pos="0" algn="l"/>
              </a:tabLst>
            </a:pPr>
            <a:r>
              <a:rPr lang="en-US" sz="1200" b="0" u="none" strike="noStrike" dirty="0">
                <a:solidFill>
                  <a:schemeClr val="dk1"/>
                </a:solidFill>
                <a:effectLst/>
                <a:uFillTx/>
                <a:latin typeface="Manrope"/>
              </a:rPr>
              <a:t>Search and purchase packages.</a:t>
            </a:r>
          </a:p>
          <a:p>
            <a:pPr marL="285750" indent="-285750" defTabSz="914400">
              <a:lnSpc>
                <a:spcPct val="150000"/>
              </a:lnSpc>
              <a:buFont typeface="Arial" panose="020B0604020202020204" pitchFamily="34" charset="0"/>
              <a:buChar char="•"/>
              <a:tabLst>
                <a:tab pos="0" algn="l"/>
              </a:tabLst>
            </a:pPr>
            <a:r>
              <a:rPr lang="en-US" sz="1200" b="0" u="none" strike="noStrike" dirty="0">
                <a:solidFill>
                  <a:schemeClr val="dk1"/>
                </a:solidFill>
                <a:effectLst/>
                <a:uFillTx/>
                <a:latin typeface="Manrope"/>
              </a:rPr>
              <a:t>View order history.</a:t>
            </a:r>
          </a:p>
          <a:p>
            <a:pPr marL="285750" indent="-285750" defTabSz="914400">
              <a:lnSpc>
                <a:spcPct val="150000"/>
              </a:lnSpc>
              <a:buFont typeface="Arial" panose="020B0604020202020204" pitchFamily="34" charset="0"/>
              <a:buChar char="•"/>
              <a:tabLst>
                <a:tab pos="0" algn="l"/>
              </a:tabLst>
            </a:pPr>
            <a:r>
              <a:rPr lang="en-US" sz="1200" b="0" u="none" strike="noStrike" dirty="0">
                <a:solidFill>
                  <a:schemeClr val="dk1"/>
                </a:solidFill>
                <a:effectLst/>
                <a:uFillTx/>
                <a:latin typeface="Manrope"/>
              </a:rPr>
              <a:t>Receive order confirmation notifications.</a:t>
            </a:r>
            <a:endParaRPr lang="en-US" sz="1200" b="0" u="none" strike="noStrike" dirty="0">
              <a:solidFill>
                <a:srgbClr val="000000"/>
              </a:solidFill>
              <a:effectLst/>
              <a:uFillTx/>
              <a:latin typeface="OpenSymbol"/>
            </a:endParaRPr>
          </a:p>
        </p:txBody>
      </p:sp>
      <p:sp>
        <p:nvSpPr>
          <p:cNvPr id="21" name="Rectangle 20">
            <a:extLst>
              <a:ext uri="{FF2B5EF4-FFF2-40B4-BE49-F238E27FC236}">
                <a16:creationId xmlns:a16="http://schemas.microsoft.com/office/drawing/2014/main" id="{24F07463-38EC-CA6B-174B-D2F9AA38DE1E}"/>
              </a:ext>
            </a:extLst>
          </p:cNvPr>
          <p:cNvSpPr/>
          <p:nvPr/>
        </p:nvSpPr>
        <p:spPr>
          <a:xfrm>
            <a:off x="2902437" y="3188421"/>
            <a:ext cx="2617829" cy="1820039"/>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285750" indent="-285750" defTabSz="914400">
              <a:lnSpc>
                <a:spcPct val="150000"/>
              </a:lnSpc>
              <a:buFont typeface="Arial" panose="020B0604020202020204" pitchFamily="34" charset="0"/>
              <a:buChar char="•"/>
              <a:tabLst>
                <a:tab pos="0" algn="l"/>
              </a:tabLst>
            </a:pPr>
            <a:r>
              <a:rPr lang="en-US" sz="1200" b="0" u="none" strike="noStrike" dirty="0">
                <a:solidFill>
                  <a:schemeClr val="dk1"/>
                </a:solidFill>
                <a:effectLst/>
                <a:uFillTx/>
                <a:latin typeface="Manrope"/>
              </a:rPr>
              <a:t>Manage travel catalog (create, publish and archive packages).</a:t>
            </a:r>
          </a:p>
          <a:p>
            <a:pPr marL="285750" indent="-285750" defTabSz="914400">
              <a:lnSpc>
                <a:spcPct val="150000"/>
              </a:lnSpc>
              <a:buFont typeface="Arial" panose="020B0604020202020204" pitchFamily="34" charset="0"/>
              <a:buChar char="•"/>
              <a:tabLst>
                <a:tab pos="0" algn="l"/>
              </a:tabLst>
            </a:pPr>
            <a:r>
              <a:rPr lang="en-US" sz="1200" b="0" u="none" strike="noStrike" dirty="0">
                <a:solidFill>
                  <a:schemeClr val="dk1"/>
                </a:solidFill>
                <a:effectLst/>
                <a:uFillTx/>
                <a:latin typeface="Manrope"/>
              </a:rPr>
              <a:t>Monitor orders and payments.</a:t>
            </a:r>
            <a:endParaRPr lang="en-US" sz="1200" b="0" u="none" strike="noStrike" dirty="0">
              <a:solidFill>
                <a:srgbClr val="000000"/>
              </a:solidFill>
              <a:effectLst/>
              <a:uFillTx/>
              <a:latin typeface="OpenSymbol"/>
            </a:endParaRPr>
          </a:p>
        </p:txBody>
      </p:sp>
      <p:sp>
        <p:nvSpPr>
          <p:cNvPr id="22" name="Rectangle 21">
            <a:extLst>
              <a:ext uri="{FF2B5EF4-FFF2-40B4-BE49-F238E27FC236}">
                <a16:creationId xmlns:a16="http://schemas.microsoft.com/office/drawing/2014/main" id="{174CDF70-903F-90D5-C32F-ACEC2D2BA268}"/>
              </a:ext>
            </a:extLst>
          </p:cNvPr>
          <p:cNvSpPr/>
          <p:nvPr/>
        </p:nvSpPr>
        <p:spPr>
          <a:xfrm>
            <a:off x="5596830" y="3188420"/>
            <a:ext cx="2378769" cy="1326873"/>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285750" indent="-285750" defTabSz="914400">
              <a:lnSpc>
                <a:spcPct val="150000"/>
              </a:lnSpc>
              <a:buFont typeface="Arial" panose="020B0604020202020204" pitchFamily="34" charset="0"/>
              <a:buChar char="•"/>
              <a:tabLst>
                <a:tab pos="0" algn="l"/>
              </a:tabLst>
            </a:pPr>
            <a:r>
              <a:rPr lang="en-US" sz="1200" b="0" u="none" strike="noStrike" dirty="0">
                <a:solidFill>
                  <a:schemeClr val="dk1"/>
                </a:solidFill>
                <a:effectLst/>
                <a:uFillTx/>
                <a:latin typeface="Manrope"/>
              </a:rPr>
              <a:t>User management (creation, deletion).</a:t>
            </a:r>
          </a:p>
          <a:p>
            <a:pPr marL="285750" indent="-285750" defTabSz="914400">
              <a:lnSpc>
                <a:spcPct val="150000"/>
              </a:lnSpc>
              <a:buFont typeface="Arial" panose="020B0604020202020204" pitchFamily="34" charset="0"/>
              <a:buChar char="•"/>
              <a:tabLst>
                <a:tab pos="0" algn="l"/>
              </a:tabLst>
            </a:pPr>
            <a:r>
              <a:rPr lang="en-US" sz="1200" b="0" u="none" strike="noStrike" dirty="0">
                <a:solidFill>
                  <a:schemeClr val="dk1"/>
                </a:solidFill>
                <a:effectLst/>
                <a:uFillTx/>
                <a:latin typeface="Manrope"/>
              </a:rPr>
              <a:t>Same capabilities of the Travel Agent.</a:t>
            </a:r>
            <a:endParaRPr lang="en-US" sz="1200" b="0" u="none" strike="noStrike" dirty="0">
              <a:solidFill>
                <a:srgbClr val="000000"/>
              </a:solidFill>
              <a:effectLst/>
              <a:uFillTx/>
              <a:latin typeface="OpenSymbol"/>
            </a:endParaRPr>
          </a:p>
        </p:txBody>
      </p:sp>
    </p:spTree>
    <p:extLst>
      <p:ext uri="{BB962C8B-B14F-4D97-AF65-F5344CB8AC3E}">
        <p14:creationId xmlns:p14="http://schemas.microsoft.com/office/powerpoint/2010/main" val="2831562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4ED25-4D9F-A445-F8B8-CF76D02F07ED}"/>
            </a:ext>
          </a:extLst>
        </p:cNvPr>
        <p:cNvGrpSpPr/>
        <p:nvPr/>
      </p:nvGrpSpPr>
      <p:grpSpPr>
        <a:xfrm>
          <a:off x="0" y="0"/>
          <a:ext cx="0" cy="0"/>
          <a:chOff x="0" y="0"/>
          <a:chExt cx="0" cy="0"/>
        </a:xfrm>
      </p:grpSpPr>
      <p:sp>
        <p:nvSpPr>
          <p:cNvPr id="407" name="Rectangle 406">
            <a:extLst>
              <a:ext uri="{FF2B5EF4-FFF2-40B4-BE49-F238E27FC236}">
                <a16:creationId xmlns:a16="http://schemas.microsoft.com/office/drawing/2014/main" id="{2B8CF7D6-5359-0DF5-7C33-41CF7E4EC353}"/>
              </a:ext>
            </a:extLst>
          </p:cNvPr>
          <p:cNvSpPr/>
          <p:nvPr/>
        </p:nvSpPr>
        <p:spPr>
          <a:xfrm>
            <a:off x="476280" y="476460"/>
            <a:ext cx="8191080" cy="466473"/>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1" u="none" strike="noStrike" dirty="0">
                <a:solidFill>
                  <a:schemeClr val="dk1"/>
                </a:solidFill>
                <a:effectLst/>
                <a:uFillTx/>
                <a:latin typeface="Archivo Black"/>
              </a:rPr>
              <a:t>Technologies and Tools</a:t>
            </a:r>
            <a:endParaRPr lang="en-US" sz="2400" b="1" u="none" strike="noStrike" dirty="0">
              <a:solidFill>
                <a:srgbClr val="000000"/>
              </a:solidFill>
              <a:effectLst/>
              <a:uFillTx/>
              <a:latin typeface="OpenSymbol"/>
            </a:endParaRPr>
          </a:p>
        </p:txBody>
      </p:sp>
      <p:sp>
        <p:nvSpPr>
          <p:cNvPr id="3" name="Rectangle 2">
            <a:extLst>
              <a:ext uri="{FF2B5EF4-FFF2-40B4-BE49-F238E27FC236}">
                <a16:creationId xmlns:a16="http://schemas.microsoft.com/office/drawing/2014/main" id="{0A6F511C-CF4A-C233-4588-B3F82EFB8754}"/>
              </a:ext>
            </a:extLst>
          </p:cNvPr>
          <p:cNvSpPr/>
          <p:nvPr/>
        </p:nvSpPr>
        <p:spPr>
          <a:xfrm>
            <a:off x="118108" y="529696"/>
            <a:ext cx="180000" cy="360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T"/>
          </a:p>
        </p:txBody>
      </p:sp>
      <p:grpSp>
        <p:nvGrpSpPr>
          <p:cNvPr id="391" name="Group 390">
            <a:extLst>
              <a:ext uri="{FF2B5EF4-FFF2-40B4-BE49-F238E27FC236}">
                <a16:creationId xmlns:a16="http://schemas.microsoft.com/office/drawing/2014/main" id="{BDD0A289-DF64-58C4-7659-EA02591855B8}"/>
              </a:ext>
            </a:extLst>
          </p:cNvPr>
          <p:cNvGrpSpPr/>
          <p:nvPr/>
        </p:nvGrpSpPr>
        <p:grpSpPr>
          <a:xfrm>
            <a:off x="118108" y="1265759"/>
            <a:ext cx="2880000" cy="1800000"/>
            <a:chOff x="583600" y="1304933"/>
            <a:chExt cx="3639800" cy="2322000"/>
          </a:xfrm>
          <a:solidFill>
            <a:schemeClr val="tx1"/>
          </a:solidFill>
        </p:grpSpPr>
        <p:sp>
          <p:nvSpPr>
            <p:cNvPr id="392" name="Google Shape;254;p37">
              <a:extLst>
                <a:ext uri="{FF2B5EF4-FFF2-40B4-BE49-F238E27FC236}">
                  <a16:creationId xmlns:a16="http://schemas.microsoft.com/office/drawing/2014/main" id="{DF3D2C33-AE2D-EB13-6506-48A933707023}"/>
                </a:ext>
              </a:extLst>
            </p:cNvPr>
            <p:cNvSpPr/>
            <p:nvPr/>
          </p:nvSpPr>
          <p:spPr>
            <a:xfrm>
              <a:off x="583800" y="1304933"/>
              <a:ext cx="3639600" cy="2322000"/>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1" wrap="square" lIns="121900" tIns="121900" rIns="121900" bIns="121900" anchor="t" anchorCtr="0">
              <a:noAutofit/>
            </a:bodyPr>
            <a:lstStyle/>
            <a:p>
              <a:pPr algn="ctr"/>
              <a:endParaRPr sz="2400" dirty="0">
                <a:solidFill>
                  <a:srgbClr val="FFFFFF"/>
                </a:solidFill>
              </a:endParaRPr>
            </a:p>
            <a:p>
              <a:pPr algn="ctr"/>
              <a:endParaRPr sz="2400" dirty="0">
                <a:solidFill>
                  <a:srgbClr val="FFFFFF"/>
                </a:solidFill>
              </a:endParaRPr>
            </a:p>
            <a:p>
              <a:pPr algn="ctr"/>
              <a:endParaRPr sz="2400" dirty="0">
                <a:solidFill>
                  <a:srgbClr val="FFFFFF"/>
                </a:solidFill>
              </a:endParaRPr>
            </a:p>
            <a:p>
              <a:pPr algn="ctr"/>
              <a:endParaRPr sz="2400" dirty="0">
                <a:solidFill>
                  <a:srgbClr val="FFFFFF"/>
                </a:solidFill>
              </a:endParaRPr>
            </a:p>
            <a:p>
              <a:endParaRPr sz="2400" dirty="0">
                <a:solidFill>
                  <a:srgbClr val="FFFFFF"/>
                </a:solidFill>
              </a:endParaRPr>
            </a:p>
          </p:txBody>
        </p:sp>
        <p:pic>
          <p:nvPicPr>
            <p:cNvPr id="393" name="Google Shape;255;p37">
              <a:extLst>
                <a:ext uri="{FF2B5EF4-FFF2-40B4-BE49-F238E27FC236}">
                  <a16:creationId xmlns:a16="http://schemas.microsoft.com/office/drawing/2014/main" id="{7EFBA7D5-C6F1-9071-EDCA-9AF835132FB8}"/>
                </a:ext>
              </a:extLst>
            </p:cNvPr>
            <p:cNvPicPr preferRelativeResize="0"/>
            <p:nvPr/>
          </p:nvPicPr>
          <p:blipFill rotWithShape="1">
            <a:blip r:embed="rId3">
              <a:alphaModFix/>
            </a:blip>
            <a:srcRect/>
            <a:stretch/>
          </p:blipFill>
          <p:spPr>
            <a:xfrm>
              <a:off x="857801" y="1866885"/>
              <a:ext cx="591967" cy="591967"/>
            </a:xfrm>
            <a:prstGeom prst="rect">
              <a:avLst/>
            </a:prstGeom>
            <a:grpFill/>
            <a:ln>
              <a:noFill/>
            </a:ln>
          </p:spPr>
        </p:pic>
        <p:sp>
          <p:nvSpPr>
            <p:cNvPr id="394" name="Google Shape;278;p37">
              <a:extLst>
                <a:ext uri="{FF2B5EF4-FFF2-40B4-BE49-F238E27FC236}">
                  <a16:creationId xmlns:a16="http://schemas.microsoft.com/office/drawing/2014/main" id="{3CE7BEB9-D00F-361D-B8CD-0E5C1388462F}"/>
                </a:ext>
              </a:extLst>
            </p:cNvPr>
            <p:cNvSpPr txBox="1">
              <a:spLocks/>
            </p:cNvSpPr>
            <p:nvPr/>
          </p:nvSpPr>
          <p:spPr>
            <a:xfrm>
              <a:off x="583600" y="1418551"/>
              <a:ext cx="3639600" cy="362400"/>
            </a:xfrm>
            <a:prstGeom prst="rect">
              <a:avLst/>
            </a:prstGeom>
            <a:grpFill/>
            <a:ln>
              <a:noFill/>
            </a:ln>
          </p:spPr>
          <p:txBody>
            <a:bodyPr spcFirstLastPara="1" vert="horz" wrap="square" lIns="0" tIns="0" rIns="0" bIns="0" spcCol="360000" rtlCol="0" anchor="t" anchorCtr="0">
              <a:noAutofit/>
            </a:bodyPr>
            <a:lstStyle>
              <a:lvl1pPr marL="0" indent="0" algn="l" defTabSz="360000" rtl="0" eaLnBrk="1" latinLnBrk="0" hangingPunct="1">
                <a:lnSpc>
                  <a:spcPct val="150000"/>
                </a:lnSpc>
                <a:spcBef>
                  <a:spcPts val="0"/>
                </a:spcBef>
                <a:buClr>
                  <a:schemeClr val="tx2"/>
                </a:buClr>
                <a:buFont typeface="Arial" panose="020B0604020202020204" pitchFamily="34" charset="0"/>
                <a:buNone/>
                <a:tabLst>
                  <a:tab pos="360000" algn="l"/>
                  <a:tab pos="720000" algn="l"/>
                  <a:tab pos="1080000" algn="l"/>
                  <a:tab pos="1440000" algn="l"/>
                  <a:tab pos="1800000" algn="l"/>
                  <a:tab pos="2160000" algn="l"/>
                  <a:tab pos="2520000" algn="l"/>
                </a:tabLst>
                <a:defRPr sz="1400" kern="1200" baseline="0">
                  <a:solidFill>
                    <a:schemeClr val="tx1"/>
                  </a:solidFill>
                  <a:latin typeface="Montserrat" panose="02000505000000020004" pitchFamily="2" charset="77"/>
                  <a:ea typeface="+mn-ea"/>
                  <a:cs typeface="+mn-cs"/>
                </a:defRPr>
              </a:lvl1pPr>
              <a:lvl2pPr marL="14288" indent="0" algn="l" defTabSz="914400" rtl="0" eaLnBrk="1" latinLnBrk="0" hangingPunct="1">
                <a:lnSpc>
                  <a:spcPct val="90000"/>
                </a:lnSpc>
                <a:spcBef>
                  <a:spcPts val="500"/>
                </a:spcBef>
                <a:buFontTx/>
                <a:buNone/>
                <a:tabLst/>
                <a:defRPr sz="1600" b="0" i="0" kern="1200" cap="all" baseline="0">
                  <a:solidFill>
                    <a:schemeClr val="tx2"/>
                  </a:solidFill>
                  <a:latin typeface="Montserrat" panose="02000505000000020004" pitchFamily="2" charset="77"/>
                  <a:ea typeface="+mn-ea"/>
                  <a:cs typeface="+mn-cs"/>
                </a:defRPr>
              </a:lvl2pPr>
              <a:lvl3pPr marL="14288" indent="0" algn="l" defTabSz="914400" rtl="0" eaLnBrk="1" latinLnBrk="0" hangingPunct="1">
                <a:lnSpc>
                  <a:spcPct val="90000"/>
                </a:lnSpc>
                <a:spcBef>
                  <a:spcPts val="500"/>
                </a:spcBef>
                <a:buFont typeface="Arial" panose="020B0604020202020204" pitchFamily="34" charset="0"/>
                <a:buNone/>
                <a:tabLst/>
                <a:defRPr sz="1400" b="1" kern="1200" cap="all" baseline="0">
                  <a:solidFill>
                    <a:schemeClr val="tx1"/>
                  </a:solidFill>
                  <a:latin typeface="Montserrat" panose="02000505000000020004" pitchFamily="2" charset="77"/>
                  <a:ea typeface="+mn-ea"/>
                  <a:cs typeface="+mn-cs"/>
                </a:defRPr>
              </a:lvl3pPr>
              <a:lvl4pPr marL="312738" indent="-219075" algn="l" defTabSz="914400" rtl="0" eaLnBrk="1" latinLnBrk="0" hangingPunct="1">
                <a:lnSpc>
                  <a:spcPct val="90000"/>
                </a:lnSpc>
                <a:spcBef>
                  <a:spcPts val="500"/>
                </a:spcBef>
                <a:buClr>
                  <a:schemeClr val="tx2"/>
                </a:buClr>
                <a:buFont typeface="Arial" panose="020B0604020202020204" pitchFamily="34" charset="0"/>
                <a:buChar char="•"/>
                <a:tabLst/>
                <a:defRPr sz="1400" b="0" i="0" kern="1200">
                  <a:solidFill>
                    <a:schemeClr val="tx1"/>
                  </a:solidFill>
                  <a:latin typeface="Montserrat" panose="02000505000000020004" pitchFamily="2" charset="77"/>
                  <a:ea typeface="+mn-ea"/>
                  <a:cs typeface="+mn-cs"/>
                </a:defRPr>
              </a:lvl4pPr>
              <a:lvl5pPr marL="627063" indent="-236538" algn="l" defTabSz="914400" rtl="0" eaLnBrk="1" latinLnBrk="0" hangingPunct="1">
                <a:lnSpc>
                  <a:spcPct val="90000"/>
                </a:lnSpc>
                <a:spcBef>
                  <a:spcPts val="500"/>
                </a:spcBef>
                <a:buFont typeface="Arial" panose="020B0604020202020204" pitchFamily="34" charset="0"/>
                <a:buChar char="•"/>
                <a:tabLst/>
                <a:defRPr sz="1200" b="0" i="0" kern="1200">
                  <a:solidFill>
                    <a:schemeClr val="tx1"/>
                  </a:solidFill>
                  <a:latin typeface="Montserrat" panose="02000505000000020004"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5000"/>
                </a:lnSpc>
                <a:buSzPts val="852"/>
              </a:pPr>
              <a:r>
                <a:rPr lang="it-IT" sz="1800" b="1" dirty="0" err="1">
                  <a:solidFill>
                    <a:schemeClr val="bg1"/>
                  </a:solidFill>
                  <a:latin typeface="Manrope"/>
                </a:rPr>
                <a:t>Frontend</a:t>
              </a:r>
              <a:endParaRPr lang="it-IT" sz="1800" b="1" dirty="0">
                <a:solidFill>
                  <a:schemeClr val="bg1"/>
                </a:solidFill>
                <a:latin typeface="Manrope"/>
              </a:endParaRPr>
            </a:p>
            <a:p>
              <a:pPr>
                <a:lnSpc>
                  <a:spcPct val="140000"/>
                </a:lnSpc>
                <a:buSzPts val="852"/>
              </a:pPr>
              <a:endParaRPr lang="it-IT" sz="1100" dirty="0"/>
            </a:p>
          </p:txBody>
        </p:sp>
        <p:sp>
          <p:nvSpPr>
            <p:cNvPr id="395" name="Google Shape;286;p37">
              <a:extLst>
                <a:ext uri="{FF2B5EF4-FFF2-40B4-BE49-F238E27FC236}">
                  <a16:creationId xmlns:a16="http://schemas.microsoft.com/office/drawing/2014/main" id="{7C0600CF-03F4-D24B-2B36-ABBFD89F8762}"/>
                </a:ext>
              </a:extLst>
            </p:cNvPr>
            <p:cNvSpPr/>
            <p:nvPr/>
          </p:nvSpPr>
          <p:spPr>
            <a:xfrm>
              <a:off x="1733187" y="1866884"/>
              <a:ext cx="2469379" cy="486000"/>
            </a:xfrm>
            <a:prstGeom prst="rect">
              <a:avLst/>
            </a:prstGeom>
            <a:grpFill/>
            <a:ln w="9525" cap="flat" cmpd="sng">
              <a:noFill/>
              <a:prstDash val="solid"/>
              <a:round/>
              <a:headEnd type="none" w="sm" len="sm"/>
              <a:tailEnd type="none" w="sm" len="sm"/>
            </a:ln>
          </p:spPr>
          <p:txBody>
            <a:bodyPr spcFirstLastPara="1" wrap="square" lIns="121900" tIns="121900" rIns="121900" bIns="121900" anchor="t" anchorCtr="0">
              <a:noAutofit/>
            </a:bodyPr>
            <a:lstStyle/>
            <a:p>
              <a:r>
                <a:rPr lang="it" sz="1600" dirty="0">
                  <a:solidFill>
                    <a:schemeClr val="bg1"/>
                  </a:solidFill>
                  <a:latin typeface="Manrope"/>
                </a:rPr>
                <a:t>Angular</a:t>
              </a:r>
              <a:endParaRPr dirty="0">
                <a:solidFill>
                  <a:schemeClr val="bg1"/>
                </a:solidFill>
                <a:latin typeface="Manrope"/>
              </a:endParaRPr>
            </a:p>
          </p:txBody>
        </p:sp>
        <p:sp>
          <p:nvSpPr>
            <p:cNvPr id="396" name="Google Shape;287;p37">
              <a:extLst>
                <a:ext uri="{FF2B5EF4-FFF2-40B4-BE49-F238E27FC236}">
                  <a16:creationId xmlns:a16="http://schemas.microsoft.com/office/drawing/2014/main" id="{2F08F1C3-C841-CB26-438C-5C200E3D88B3}"/>
                </a:ext>
              </a:extLst>
            </p:cNvPr>
            <p:cNvSpPr/>
            <p:nvPr/>
          </p:nvSpPr>
          <p:spPr>
            <a:xfrm>
              <a:off x="1723736" y="2634033"/>
              <a:ext cx="2478846" cy="486000"/>
            </a:xfrm>
            <a:prstGeom prst="rect">
              <a:avLst/>
            </a:prstGeom>
            <a:grpFill/>
            <a:ln w="9525" cap="flat" cmpd="sng">
              <a:noFill/>
              <a:prstDash val="solid"/>
              <a:round/>
              <a:headEnd type="none" w="sm" len="sm"/>
              <a:tailEnd type="none" w="sm" len="sm"/>
            </a:ln>
          </p:spPr>
          <p:txBody>
            <a:bodyPr spcFirstLastPara="1" wrap="square" lIns="121900" tIns="121900" rIns="121900" bIns="121900" anchor="t" anchorCtr="0">
              <a:noAutofit/>
            </a:bodyPr>
            <a:lstStyle/>
            <a:p>
              <a:r>
                <a:rPr lang="it" sz="1600" dirty="0">
                  <a:solidFill>
                    <a:schemeClr val="bg1"/>
                  </a:solidFill>
                  <a:latin typeface="Manrope"/>
                </a:rPr>
                <a:t>PrimeNG</a:t>
              </a:r>
              <a:endParaRPr sz="1600" dirty="0">
                <a:solidFill>
                  <a:schemeClr val="bg1"/>
                </a:solidFill>
                <a:latin typeface="Manrope"/>
              </a:endParaRPr>
            </a:p>
          </p:txBody>
        </p:sp>
        <p:grpSp>
          <p:nvGrpSpPr>
            <p:cNvPr id="397" name="Gruppo 59">
              <a:extLst>
                <a:ext uri="{FF2B5EF4-FFF2-40B4-BE49-F238E27FC236}">
                  <a16:creationId xmlns:a16="http://schemas.microsoft.com/office/drawing/2014/main" id="{AA65CF05-B9FE-A8F2-54AE-C5BFE27E4622}"/>
                </a:ext>
              </a:extLst>
            </p:cNvPr>
            <p:cNvGrpSpPr/>
            <p:nvPr/>
          </p:nvGrpSpPr>
          <p:grpSpPr>
            <a:xfrm>
              <a:off x="861753" y="2657666"/>
              <a:ext cx="602201" cy="591967"/>
              <a:chOff x="861753" y="2657666"/>
              <a:chExt cx="602201" cy="591967"/>
            </a:xfrm>
            <a:grpFill/>
          </p:grpSpPr>
          <p:sp>
            <p:nvSpPr>
              <p:cNvPr id="398" name="Ovale 60">
                <a:extLst>
                  <a:ext uri="{FF2B5EF4-FFF2-40B4-BE49-F238E27FC236}">
                    <a16:creationId xmlns:a16="http://schemas.microsoft.com/office/drawing/2014/main" id="{F4E48B1F-88FF-6D92-90FE-9511D4F544A4}"/>
                  </a:ext>
                </a:extLst>
              </p:cNvPr>
              <p:cNvSpPr/>
              <p:nvPr/>
            </p:nvSpPr>
            <p:spPr>
              <a:xfrm>
                <a:off x="861753" y="2657666"/>
                <a:ext cx="602201" cy="591967"/>
              </a:xfrm>
              <a:prstGeom prst="ellipse">
                <a:avLst/>
              </a:prstGeom>
              <a:grpFill/>
            </p:spPr>
            <p:style>
              <a:lnRef idx="2">
                <a:schemeClr val="accent1"/>
              </a:lnRef>
              <a:fillRef idx="1">
                <a:schemeClr val="lt1"/>
              </a:fillRef>
              <a:effectRef idx="0">
                <a:schemeClr val="accent1"/>
              </a:effectRef>
              <a:fontRef idx="minor">
                <a:schemeClr val="dk1"/>
              </a:fontRef>
            </p:style>
            <p:txBody>
              <a:bodyPr rtlCol="0" anchor="ctr"/>
              <a:lstStyle/>
              <a:p>
                <a:pPr algn="ctr"/>
                <a:endParaRPr lang="it-IT"/>
              </a:p>
            </p:txBody>
          </p:sp>
          <p:pic>
            <p:nvPicPr>
              <p:cNvPr id="399" name="Immagine 61">
                <a:extLst>
                  <a:ext uri="{FF2B5EF4-FFF2-40B4-BE49-F238E27FC236}">
                    <a16:creationId xmlns:a16="http://schemas.microsoft.com/office/drawing/2014/main" id="{A443299B-DB54-9BEF-B26E-3A1A181A992F}"/>
                  </a:ext>
                </a:extLst>
              </p:cNvPr>
              <p:cNvPicPr>
                <a:picLocks noChangeAspect="1"/>
              </p:cNvPicPr>
              <p:nvPr/>
            </p:nvPicPr>
            <p:blipFill>
              <a:blip r:embed="rId4"/>
              <a:stretch>
                <a:fillRect/>
              </a:stretch>
            </p:blipFill>
            <p:spPr>
              <a:xfrm>
                <a:off x="903328" y="2715427"/>
                <a:ext cx="526235" cy="526235"/>
              </a:xfrm>
              <a:prstGeom prst="rect">
                <a:avLst/>
              </a:prstGeom>
              <a:grpFill/>
            </p:spPr>
          </p:pic>
        </p:grpSp>
      </p:grpSp>
      <p:grpSp>
        <p:nvGrpSpPr>
          <p:cNvPr id="453" name="Group 452">
            <a:extLst>
              <a:ext uri="{FF2B5EF4-FFF2-40B4-BE49-F238E27FC236}">
                <a16:creationId xmlns:a16="http://schemas.microsoft.com/office/drawing/2014/main" id="{A4C2DE2D-95FF-1A6B-A1A5-947170BB39AD}"/>
              </a:ext>
            </a:extLst>
          </p:cNvPr>
          <p:cNvGrpSpPr/>
          <p:nvPr/>
        </p:nvGrpSpPr>
        <p:grpSpPr>
          <a:xfrm>
            <a:off x="3101382" y="1260270"/>
            <a:ext cx="2870851" cy="1800000"/>
            <a:chOff x="4287331" y="1313133"/>
            <a:chExt cx="3640069" cy="2305600"/>
          </a:xfrm>
          <a:solidFill>
            <a:schemeClr val="tx2"/>
          </a:solidFill>
        </p:grpSpPr>
        <p:sp>
          <p:nvSpPr>
            <p:cNvPr id="454" name="Google Shape;257;p37">
              <a:extLst>
                <a:ext uri="{FF2B5EF4-FFF2-40B4-BE49-F238E27FC236}">
                  <a16:creationId xmlns:a16="http://schemas.microsoft.com/office/drawing/2014/main" id="{6434E601-C112-927D-662D-601671F0B901}"/>
                </a:ext>
              </a:extLst>
            </p:cNvPr>
            <p:cNvSpPr/>
            <p:nvPr/>
          </p:nvSpPr>
          <p:spPr>
            <a:xfrm>
              <a:off x="4287800" y="1313133"/>
              <a:ext cx="3639600" cy="2305600"/>
            </a:xfrm>
            <a:prstGeom prst="rect">
              <a:avLst/>
            </a:prstGeom>
            <a:grpFill/>
            <a:ln>
              <a:noFill/>
            </a:ln>
            <a:effectLst/>
          </p:spPr>
          <p:style>
            <a:lnRef idx="0">
              <a:scrgbClr r="0" g="0" b="0"/>
            </a:lnRef>
            <a:fillRef idx="0">
              <a:scrgbClr r="0" g="0" b="0"/>
            </a:fillRef>
            <a:effectRef idx="0">
              <a:scrgbClr r="0" g="0" b="0"/>
            </a:effectRef>
            <a:fontRef idx="minor">
              <a:schemeClr val="lt1"/>
            </a:fontRef>
          </p:style>
          <p:txBody>
            <a:bodyPr spcFirstLastPara="1" wrap="square" lIns="121900" tIns="121900" rIns="121900" bIns="121900" anchor="t" anchorCtr="0">
              <a:noAutofit/>
            </a:bodyPr>
            <a:lstStyle/>
            <a:p>
              <a:pPr algn="ctr"/>
              <a:endParaRPr sz="2400" dirty="0">
                <a:solidFill>
                  <a:schemeClr val="lt1"/>
                </a:solidFill>
              </a:endParaRPr>
            </a:p>
            <a:p>
              <a:endParaRPr sz="2400" dirty="0">
                <a:solidFill>
                  <a:schemeClr val="lt1"/>
                </a:solidFill>
              </a:endParaRPr>
            </a:p>
            <a:p>
              <a:pPr algn="ctr"/>
              <a:endParaRPr sz="2400" dirty="0">
                <a:solidFill>
                  <a:schemeClr val="lt1"/>
                </a:solidFill>
              </a:endParaRPr>
            </a:p>
          </p:txBody>
        </p:sp>
        <p:pic>
          <p:nvPicPr>
            <p:cNvPr id="455" name="Google Shape;259;p37">
              <a:extLst>
                <a:ext uri="{FF2B5EF4-FFF2-40B4-BE49-F238E27FC236}">
                  <a16:creationId xmlns:a16="http://schemas.microsoft.com/office/drawing/2014/main" id="{B26F58BC-1C3C-49AA-79E9-1BBAD5EAF35F}"/>
                </a:ext>
              </a:extLst>
            </p:cNvPr>
            <p:cNvPicPr preferRelativeResize="0"/>
            <p:nvPr/>
          </p:nvPicPr>
          <p:blipFill rotWithShape="1">
            <a:blip r:embed="rId5">
              <a:alphaModFix/>
            </a:blip>
            <a:srcRect/>
            <a:stretch/>
          </p:blipFill>
          <p:spPr>
            <a:xfrm>
              <a:off x="4543483" y="2652343"/>
              <a:ext cx="591967" cy="591967"/>
            </a:xfrm>
            <a:prstGeom prst="rect">
              <a:avLst/>
            </a:prstGeom>
            <a:grpFill/>
            <a:ln>
              <a:noFill/>
            </a:ln>
          </p:spPr>
        </p:pic>
        <p:sp>
          <p:nvSpPr>
            <p:cNvPr id="456" name="Google Shape;261;p37">
              <a:extLst>
                <a:ext uri="{FF2B5EF4-FFF2-40B4-BE49-F238E27FC236}">
                  <a16:creationId xmlns:a16="http://schemas.microsoft.com/office/drawing/2014/main" id="{D07DFA33-6BF7-5C6B-1005-6D59BC5D7DC3}"/>
                </a:ext>
              </a:extLst>
            </p:cNvPr>
            <p:cNvSpPr/>
            <p:nvPr/>
          </p:nvSpPr>
          <p:spPr>
            <a:xfrm>
              <a:off x="5408607" y="1919867"/>
              <a:ext cx="2479926" cy="486000"/>
            </a:xfrm>
            <a:prstGeom prst="rect">
              <a:avLst/>
            </a:prstGeom>
            <a:grpFill/>
            <a:ln w="9525" cap="flat" cmpd="sng">
              <a:noFill/>
              <a:prstDash val="solid"/>
              <a:round/>
              <a:headEnd type="none" w="sm" len="sm"/>
              <a:tailEnd type="none" w="sm" len="sm"/>
            </a:ln>
          </p:spPr>
          <p:txBody>
            <a:bodyPr spcFirstLastPara="1" wrap="square" lIns="121900" tIns="121900" rIns="121900" bIns="121900" anchor="ctr" anchorCtr="0">
              <a:noAutofit/>
            </a:bodyPr>
            <a:lstStyle/>
            <a:p>
              <a:r>
                <a:rPr lang="it" sz="1600" dirty="0">
                  <a:solidFill>
                    <a:schemeClr val="bg1"/>
                  </a:solidFill>
                  <a:latin typeface="Manrope"/>
                </a:rPr>
                <a:t>Quarkus</a:t>
              </a:r>
              <a:endParaRPr sz="1600" dirty="0">
                <a:solidFill>
                  <a:schemeClr val="bg1"/>
                </a:solidFill>
                <a:latin typeface="Manrope"/>
              </a:endParaRPr>
            </a:p>
          </p:txBody>
        </p:sp>
        <p:sp>
          <p:nvSpPr>
            <p:cNvPr id="457" name="Google Shape;262;p37">
              <a:extLst>
                <a:ext uri="{FF2B5EF4-FFF2-40B4-BE49-F238E27FC236}">
                  <a16:creationId xmlns:a16="http://schemas.microsoft.com/office/drawing/2014/main" id="{55CEE57C-0DB6-DD8F-3095-51A60FA06696}"/>
                </a:ext>
              </a:extLst>
            </p:cNvPr>
            <p:cNvSpPr/>
            <p:nvPr/>
          </p:nvSpPr>
          <p:spPr>
            <a:xfrm>
              <a:off x="5447372" y="2705317"/>
              <a:ext cx="2479927" cy="486000"/>
            </a:xfrm>
            <a:prstGeom prst="rect">
              <a:avLst/>
            </a:prstGeom>
            <a:grpFill/>
            <a:ln>
              <a:noFill/>
            </a:ln>
          </p:spPr>
          <p:txBody>
            <a:bodyPr spcFirstLastPara="1" wrap="square" lIns="121900" tIns="121900" rIns="121900" bIns="121900" anchor="ctr" anchorCtr="0">
              <a:noAutofit/>
            </a:bodyPr>
            <a:lstStyle/>
            <a:p>
              <a:r>
                <a:rPr lang="it" sz="1600" dirty="0">
                  <a:solidFill>
                    <a:schemeClr val="bg1"/>
                  </a:solidFill>
                  <a:latin typeface="Manrope"/>
                </a:rPr>
                <a:t>Spring</a:t>
              </a:r>
              <a:r>
                <a:rPr lang="it" sz="2400" dirty="0">
                  <a:solidFill>
                    <a:schemeClr val="lt1"/>
                  </a:solidFill>
                </a:rPr>
                <a:t> </a:t>
              </a:r>
              <a:r>
                <a:rPr lang="it" sz="1600" dirty="0">
                  <a:solidFill>
                    <a:schemeClr val="bg1"/>
                  </a:solidFill>
                  <a:latin typeface="Manrope"/>
                </a:rPr>
                <a:t>Boot</a:t>
              </a:r>
              <a:endParaRPr sz="1600" dirty="0">
                <a:solidFill>
                  <a:schemeClr val="bg1"/>
                </a:solidFill>
                <a:latin typeface="Manrope"/>
              </a:endParaRPr>
            </a:p>
          </p:txBody>
        </p:sp>
        <p:sp>
          <p:nvSpPr>
            <p:cNvPr id="458" name="Google Shape;279;p37">
              <a:extLst>
                <a:ext uri="{FF2B5EF4-FFF2-40B4-BE49-F238E27FC236}">
                  <a16:creationId xmlns:a16="http://schemas.microsoft.com/office/drawing/2014/main" id="{CF542082-FA65-25CE-997C-BF906BBDEECF}"/>
                </a:ext>
              </a:extLst>
            </p:cNvPr>
            <p:cNvSpPr txBox="1">
              <a:spLocks/>
            </p:cNvSpPr>
            <p:nvPr/>
          </p:nvSpPr>
          <p:spPr>
            <a:xfrm>
              <a:off x="4287331" y="1436011"/>
              <a:ext cx="3628737" cy="361950"/>
            </a:xfrm>
            <a:prstGeom prst="rect">
              <a:avLst/>
            </a:prstGeom>
            <a:grpFill/>
            <a:ln>
              <a:noFill/>
            </a:ln>
          </p:spPr>
          <p:txBody>
            <a:bodyPr spcFirstLastPara="1" vert="horz" wrap="square" lIns="0" tIns="0" rIns="0" bIns="0" spcCol="360000" rtlCol="0" anchor="t" anchorCtr="0">
              <a:noAutofit/>
            </a:bodyPr>
            <a:lstStyle>
              <a:lvl1pPr marL="0" indent="0" algn="l" defTabSz="360000" rtl="0" eaLnBrk="1" latinLnBrk="0" hangingPunct="1">
                <a:lnSpc>
                  <a:spcPct val="150000"/>
                </a:lnSpc>
                <a:spcBef>
                  <a:spcPts val="0"/>
                </a:spcBef>
                <a:buClr>
                  <a:schemeClr val="tx2"/>
                </a:buClr>
                <a:buFont typeface="Arial" panose="020B0604020202020204" pitchFamily="34" charset="0"/>
                <a:buNone/>
                <a:tabLst>
                  <a:tab pos="360000" algn="l"/>
                  <a:tab pos="720000" algn="l"/>
                  <a:tab pos="1080000" algn="l"/>
                  <a:tab pos="1440000" algn="l"/>
                  <a:tab pos="1800000" algn="l"/>
                  <a:tab pos="2160000" algn="l"/>
                  <a:tab pos="2520000" algn="l"/>
                </a:tabLst>
                <a:defRPr sz="1400" kern="1200" baseline="0">
                  <a:solidFill>
                    <a:schemeClr val="tx1"/>
                  </a:solidFill>
                  <a:latin typeface="Montserrat" panose="02000505000000020004" pitchFamily="2" charset="77"/>
                  <a:ea typeface="+mn-ea"/>
                  <a:cs typeface="+mn-cs"/>
                </a:defRPr>
              </a:lvl1pPr>
              <a:lvl2pPr marL="14288" indent="0" algn="l" defTabSz="914400" rtl="0" eaLnBrk="1" latinLnBrk="0" hangingPunct="1">
                <a:lnSpc>
                  <a:spcPct val="90000"/>
                </a:lnSpc>
                <a:spcBef>
                  <a:spcPts val="500"/>
                </a:spcBef>
                <a:buFontTx/>
                <a:buNone/>
                <a:tabLst/>
                <a:defRPr sz="1600" b="0" i="0" kern="1200" cap="all" baseline="0">
                  <a:solidFill>
                    <a:schemeClr val="tx2"/>
                  </a:solidFill>
                  <a:latin typeface="Montserrat" panose="02000505000000020004" pitchFamily="2" charset="77"/>
                  <a:ea typeface="+mn-ea"/>
                  <a:cs typeface="+mn-cs"/>
                </a:defRPr>
              </a:lvl2pPr>
              <a:lvl3pPr marL="14288" indent="0" algn="l" defTabSz="914400" rtl="0" eaLnBrk="1" latinLnBrk="0" hangingPunct="1">
                <a:lnSpc>
                  <a:spcPct val="90000"/>
                </a:lnSpc>
                <a:spcBef>
                  <a:spcPts val="500"/>
                </a:spcBef>
                <a:buFont typeface="Arial" panose="020B0604020202020204" pitchFamily="34" charset="0"/>
                <a:buNone/>
                <a:tabLst/>
                <a:defRPr sz="1400" b="1" kern="1200" cap="all" baseline="0">
                  <a:solidFill>
                    <a:schemeClr val="tx1"/>
                  </a:solidFill>
                  <a:latin typeface="Montserrat" panose="02000505000000020004" pitchFamily="2" charset="77"/>
                  <a:ea typeface="+mn-ea"/>
                  <a:cs typeface="+mn-cs"/>
                </a:defRPr>
              </a:lvl3pPr>
              <a:lvl4pPr marL="312738" indent="-219075" algn="l" defTabSz="914400" rtl="0" eaLnBrk="1" latinLnBrk="0" hangingPunct="1">
                <a:lnSpc>
                  <a:spcPct val="90000"/>
                </a:lnSpc>
                <a:spcBef>
                  <a:spcPts val="500"/>
                </a:spcBef>
                <a:buClr>
                  <a:schemeClr val="tx2"/>
                </a:buClr>
                <a:buFont typeface="Arial" panose="020B0604020202020204" pitchFamily="34" charset="0"/>
                <a:buChar char="•"/>
                <a:tabLst/>
                <a:defRPr sz="1400" b="0" i="0" kern="1200">
                  <a:solidFill>
                    <a:schemeClr val="tx1"/>
                  </a:solidFill>
                  <a:latin typeface="Montserrat" panose="02000505000000020004" pitchFamily="2" charset="77"/>
                  <a:ea typeface="+mn-ea"/>
                  <a:cs typeface="+mn-cs"/>
                </a:defRPr>
              </a:lvl4pPr>
              <a:lvl5pPr marL="627063" indent="-236538" algn="l" defTabSz="914400" rtl="0" eaLnBrk="1" latinLnBrk="0" hangingPunct="1">
                <a:lnSpc>
                  <a:spcPct val="90000"/>
                </a:lnSpc>
                <a:spcBef>
                  <a:spcPts val="500"/>
                </a:spcBef>
                <a:buFont typeface="Arial" panose="020B0604020202020204" pitchFamily="34" charset="0"/>
                <a:buChar char="•"/>
                <a:tabLst/>
                <a:defRPr sz="1200" b="0" i="0" kern="1200">
                  <a:solidFill>
                    <a:schemeClr val="tx1"/>
                  </a:solidFill>
                  <a:latin typeface="Montserrat" panose="02000505000000020004"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5000"/>
                </a:lnSpc>
                <a:buSzPts val="852"/>
              </a:pPr>
              <a:r>
                <a:rPr lang="it-IT" sz="1800" b="1" dirty="0" err="1">
                  <a:solidFill>
                    <a:schemeClr val="bg1"/>
                  </a:solidFill>
                  <a:latin typeface="Manrope"/>
                </a:rPr>
                <a:t>Backend</a:t>
              </a:r>
              <a:endParaRPr lang="it-IT" sz="1800" b="1" dirty="0">
                <a:solidFill>
                  <a:schemeClr val="bg1"/>
                </a:solidFill>
                <a:latin typeface="Manrope"/>
              </a:endParaRPr>
            </a:p>
            <a:p>
              <a:pPr algn="ctr">
                <a:lnSpc>
                  <a:spcPct val="140000"/>
                </a:lnSpc>
                <a:buSzPts val="852"/>
              </a:pPr>
              <a:endParaRPr lang="it-IT" sz="1136" dirty="0"/>
            </a:p>
          </p:txBody>
        </p:sp>
        <p:grpSp>
          <p:nvGrpSpPr>
            <p:cNvPr id="459" name="Gruppo 37">
              <a:extLst>
                <a:ext uri="{FF2B5EF4-FFF2-40B4-BE49-F238E27FC236}">
                  <a16:creationId xmlns:a16="http://schemas.microsoft.com/office/drawing/2014/main" id="{7E97B472-0A2C-0C13-8C28-0A1AF567E99F}"/>
                </a:ext>
              </a:extLst>
            </p:cNvPr>
            <p:cNvGrpSpPr/>
            <p:nvPr/>
          </p:nvGrpSpPr>
          <p:grpSpPr>
            <a:xfrm>
              <a:off x="4543483" y="1872160"/>
              <a:ext cx="602201" cy="591967"/>
              <a:chOff x="4543483" y="1872160"/>
              <a:chExt cx="602201" cy="591967"/>
            </a:xfrm>
            <a:grpFill/>
          </p:grpSpPr>
          <p:sp>
            <p:nvSpPr>
              <p:cNvPr id="460" name="Ovale 38">
                <a:extLst>
                  <a:ext uri="{FF2B5EF4-FFF2-40B4-BE49-F238E27FC236}">
                    <a16:creationId xmlns:a16="http://schemas.microsoft.com/office/drawing/2014/main" id="{992907B6-6A58-AAC9-70E5-8A9C3B6FE2CE}"/>
                  </a:ext>
                </a:extLst>
              </p:cNvPr>
              <p:cNvSpPr/>
              <p:nvPr/>
            </p:nvSpPr>
            <p:spPr>
              <a:xfrm>
                <a:off x="4543483" y="1872160"/>
                <a:ext cx="602201" cy="591967"/>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it-IT"/>
              </a:p>
            </p:txBody>
          </p:sp>
          <p:pic>
            <p:nvPicPr>
              <p:cNvPr id="461" name="Immagine 39">
                <a:extLst>
                  <a:ext uri="{FF2B5EF4-FFF2-40B4-BE49-F238E27FC236}">
                    <a16:creationId xmlns:a16="http://schemas.microsoft.com/office/drawing/2014/main" id="{11D4F829-2D47-B64B-B6DB-5DC813ABD5F4}"/>
                  </a:ext>
                </a:extLst>
              </p:cNvPr>
              <p:cNvPicPr>
                <a:picLocks noChangeAspect="1"/>
              </p:cNvPicPr>
              <p:nvPr/>
            </p:nvPicPr>
            <p:blipFill>
              <a:blip r:embed="rId6"/>
              <a:stretch>
                <a:fillRect/>
              </a:stretch>
            </p:blipFill>
            <p:spPr>
              <a:xfrm>
                <a:off x="4621349" y="1939495"/>
                <a:ext cx="463370" cy="463370"/>
              </a:xfrm>
              <a:prstGeom prst="rect">
                <a:avLst/>
              </a:prstGeom>
              <a:noFill/>
            </p:spPr>
          </p:pic>
        </p:grpSp>
      </p:grpSp>
      <p:grpSp>
        <p:nvGrpSpPr>
          <p:cNvPr id="462" name="Group 461">
            <a:extLst>
              <a:ext uri="{FF2B5EF4-FFF2-40B4-BE49-F238E27FC236}">
                <a16:creationId xmlns:a16="http://schemas.microsoft.com/office/drawing/2014/main" id="{553F9CF3-E2FB-0E10-168C-F108628046D0}"/>
              </a:ext>
            </a:extLst>
          </p:cNvPr>
          <p:cNvGrpSpPr/>
          <p:nvPr/>
        </p:nvGrpSpPr>
        <p:grpSpPr>
          <a:xfrm>
            <a:off x="6075877" y="1258860"/>
            <a:ext cx="2861603" cy="1800000"/>
            <a:chOff x="7991799" y="1313133"/>
            <a:chExt cx="3639601" cy="2305600"/>
          </a:xfrm>
          <a:solidFill>
            <a:schemeClr val="tx1"/>
          </a:solidFill>
        </p:grpSpPr>
        <p:sp>
          <p:nvSpPr>
            <p:cNvPr id="463" name="Google Shape;258;p37">
              <a:extLst>
                <a:ext uri="{FF2B5EF4-FFF2-40B4-BE49-F238E27FC236}">
                  <a16:creationId xmlns:a16="http://schemas.microsoft.com/office/drawing/2014/main" id="{F0EE30B6-0BE0-5DBD-AF14-B076FFB802D0}"/>
                </a:ext>
              </a:extLst>
            </p:cNvPr>
            <p:cNvSpPr/>
            <p:nvPr/>
          </p:nvSpPr>
          <p:spPr>
            <a:xfrm>
              <a:off x="7991799" y="1313133"/>
              <a:ext cx="3639600" cy="2305600"/>
            </a:xfrm>
            <a:prstGeom prst="rect">
              <a:avLst/>
            </a:prstGeom>
            <a:solidFill>
              <a:schemeClr val="tx1"/>
            </a:solidFill>
            <a:ln>
              <a:noFill/>
            </a:ln>
          </p:spPr>
          <p:style>
            <a:lnRef idx="0">
              <a:scrgbClr r="0" g="0" b="0"/>
            </a:lnRef>
            <a:fillRef idx="0">
              <a:scrgbClr r="0" g="0" b="0"/>
            </a:fillRef>
            <a:effectRef idx="0">
              <a:scrgbClr r="0" g="0" b="0"/>
            </a:effectRef>
            <a:fontRef idx="minor">
              <a:schemeClr val="lt1"/>
            </a:fontRef>
          </p:style>
          <p:txBody>
            <a:bodyPr spcFirstLastPara="1" wrap="square" lIns="121900" tIns="121900" rIns="121900" bIns="121900" anchor="t" anchorCtr="0">
              <a:noAutofit/>
            </a:bodyPr>
            <a:lstStyle/>
            <a:p>
              <a:pPr algn="ctr"/>
              <a:endParaRPr sz="2400">
                <a:solidFill>
                  <a:schemeClr val="lt1"/>
                </a:solidFill>
              </a:endParaRPr>
            </a:p>
          </p:txBody>
        </p:sp>
        <p:sp>
          <p:nvSpPr>
            <p:cNvPr id="464" name="Google Shape;263;p37">
              <a:extLst>
                <a:ext uri="{FF2B5EF4-FFF2-40B4-BE49-F238E27FC236}">
                  <a16:creationId xmlns:a16="http://schemas.microsoft.com/office/drawing/2014/main" id="{5C4457AF-1001-3C8A-6646-E497FC7F36B7}"/>
                </a:ext>
              </a:extLst>
            </p:cNvPr>
            <p:cNvSpPr/>
            <p:nvPr/>
          </p:nvSpPr>
          <p:spPr>
            <a:xfrm>
              <a:off x="9103665" y="1966533"/>
              <a:ext cx="2412768" cy="486000"/>
            </a:xfrm>
            <a:prstGeom prst="rect">
              <a:avLst/>
            </a:prstGeom>
            <a:grpFill/>
            <a:ln>
              <a:noFill/>
            </a:ln>
          </p:spPr>
          <p:txBody>
            <a:bodyPr spcFirstLastPara="1" wrap="square" lIns="121900" tIns="121900" rIns="121900" bIns="121900" anchor="ctr" anchorCtr="0">
              <a:noAutofit/>
            </a:bodyPr>
            <a:lstStyle/>
            <a:p>
              <a:r>
                <a:rPr lang="it" sz="1600" dirty="0">
                  <a:solidFill>
                    <a:schemeClr val="bg1"/>
                  </a:solidFill>
                  <a:latin typeface="Manrope"/>
                </a:rPr>
                <a:t>Debezium</a:t>
              </a:r>
              <a:endParaRPr sz="1600" dirty="0">
                <a:solidFill>
                  <a:schemeClr val="bg1"/>
                </a:solidFill>
                <a:latin typeface="Manrope"/>
              </a:endParaRPr>
            </a:p>
          </p:txBody>
        </p:sp>
        <p:sp>
          <p:nvSpPr>
            <p:cNvPr id="465" name="Google Shape;264;p37">
              <a:extLst>
                <a:ext uri="{FF2B5EF4-FFF2-40B4-BE49-F238E27FC236}">
                  <a16:creationId xmlns:a16="http://schemas.microsoft.com/office/drawing/2014/main" id="{8369A80A-2552-799A-4A04-5A830F341279}"/>
                </a:ext>
              </a:extLst>
            </p:cNvPr>
            <p:cNvSpPr/>
            <p:nvPr/>
          </p:nvSpPr>
          <p:spPr>
            <a:xfrm>
              <a:off x="9103665" y="2763633"/>
              <a:ext cx="2412768" cy="486000"/>
            </a:xfrm>
            <a:prstGeom prst="rect">
              <a:avLst/>
            </a:prstGeom>
            <a:grpFill/>
            <a:ln w="9525" cap="flat" cmpd="sng">
              <a:noFill/>
              <a:prstDash val="solid"/>
              <a:round/>
              <a:headEnd type="none" w="sm" len="sm"/>
              <a:tailEnd type="none" w="sm" len="sm"/>
            </a:ln>
          </p:spPr>
          <p:txBody>
            <a:bodyPr spcFirstLastPara="1" wrap="square" lIns="121900" tIns="121900" rIns="121900" bIns="121900" anchor="t" anchorCtr="0">
              <a:noAutofit/>
            </a:bodyPr>
            <a:lstStyle/>
            <a:p>
              <a:r>
                <a:rPr lang="it" sz="1600" dirty="0">
                  <a:solidFill>
                    <a:schemeClr val="bg1"/>
                  </a:solidFill>
                  <a:latin typeface="Manrope"/>
                </a:rPr>
                <a:t>RabbitMQ</a:t>
              </a:r>
              <a:endParaRPr sz="1600" dirty="0">
                <a:solidFill>
                  <a:schemeClr val="bg1"/>
                </a:solidFill>
                <a:latin typeface="Manrope"/>
              </a:endParaRPr>
            </a:p>
          </p:txBody>
        </p:sp>
        <p:sp>
          <p:nvSpPr>
            <p:cNvPr id="466" name="Google Shape;280;p37">
              <a:extLst>
                <a:ext uri="{FF2B5EF4-FFF2-40B4-BE49-F238E27FC236}">
                  <a16:creationId xmlns:a16="http://schemas.microsoft.com/office/drawing/2014/main" id="{08ED4146-1A7D-C3A3-6D00-50542500C202}"/>
                </a:ext>
              </a:extLst>
            </p:cNvPr>
            <p:cNvSpPr txBox="1">
              <a:spLocks/>
            </p:cNvSpPr>
            <p:nvPr/>
          </p:nvSpPr>
          <p:spPr>
            <a:xfrm>
              <a:off x="8015200" y="1433236"/>
              <a:ext cx="3616200" cy="362401"/>
            </a:xfrm>
            <a:prstGeom prst="rect">
              <a:avLst/>
            </a:prstGeom>
            <a:grpFill/>
            <a:ln>
              <a:noFill/>
            </a:ln>
          </p:spPr>
          <p:txBody>
            <a:bodyPr spcFirstLastPara="1" vert="horz" wrap="square" lIns="0" tIns="0" rIns="0" bIns="0" spcCol="360000" rtlCol="0" anchor="t" anchorCtr="0">
              <a:noAutofit/>
            </a:bodyPr>
            <a:lstStyle>
              <a:lvl1pPr marL="0" indent="0" algn="l" defTabSz="360000" rtl="0" eaLnBrk="1" latinLnBrk="0" hangingPunct="1">
                <a:lnSpc>
                  <a:spcPct val="150000"/>
                </a:lnSpc>
                <a:spcBef>
                  <a:spcPts val="0"/>
                </a:spcBef>
                <a:buClr>
                  <a:schemeClr val="tx2"/>
                </a:buClr>
                <a:buFont typeface="Arial" panose="020B0604020202020204" pitchFamily="34" charset="0"/>
                <a:buNone/>
                <a:tabLst>
                  <a:tab pos="360000" algn="l"/>
                  <a:tab pos="720000" algn="l"/>
                  <a:tab pos="1080000" algn="l"/>
                  <a:tab pos="1440000" algn="l"/>
                  <a:tab pos="1800000" algn="l"/>
                  <a:tab pos="2160000" algn="l"/>
                  <a:tab pos="2520000" algn="l"/>
                </a:tabLst>
                <a:defRPr sz="1400" kern="1200" baseline="0">
                  <a:solidFill>
                    <a:schemeClr val="tx1"/>
                  </a:solidFill>
                  <a:latin typeface="Montserrat" panose="02000505000000020004" pitchFamily="2" charset="77"/>
                  <a:ea typeface="+mn-ea"/>
                  <a:cs typeface="+mn-cs"/>
                </a:defRPr>
              </a:lvl1pPr>
              <a:lvl2pPr marL="14288" indent="0" algn="l" defTabSz="914400" rtl="0" eaLnBrk="1" latinLnBrk="0" hangingPunct="1">
                <a:lnSpc>
                  <a:spcPct val="90000"/>
                </a:lnSpc>
                <a:spcBef>
                  <a:spcPts val="500"/>
                </a:spcBef>
                <a:buFontTx/>
                <a:buNone/>
                <a:tabLst/>
                <a:defRPr sz="1600" b="0" i="0" kern="1200" cap="all" baseline="0">
                  <a:solidFill>
                    <a:schemeClr val="tx2"/>
                  </a:solidFill>
                  <a:latin typeface="Montserrat" panose="02000505000000020004" pitchFamily="2" charset="77"/>
                  <a:ea typeface="+mn-ea"/>
                  <a:cs typeface="+mn-cs"/>
                </a:defRPr>
              </a:lvl2pPr>
              <a:lvl3pPr marL="14288" indent="0" algn="l" defTabSz="914400" rtl="0" eaLnBrk="1" latinLnBrk="0" hangingPunct="1">
                <a:lnSpc>
                  <a:spcPct val="90000"/>
                </a:lnSpc>
                <a:spcBef>
                  <a:spcPts val="500"/>
                </a:spcBef>
                <a:buFont typeface="Arial" panose="020B0604020202020204" pitchFamily="34" charset="0"/>
                <a:buNone/>
                <a:tabLst/>
                <a:defRPr sz="1400" b="1" kern="1200" cap="all" baseline="0">
                  <a:solidFill>
                    <a:schemeClr val="tx1"/>
                  </a:solidFill>
                  <a:latin typeface="Montserrat" panose="02000505000000020004" pitchFamily="2" charset="77"/>
                  <a:ea typeface="+mn-ea"/>
                  <a:cs typeface="+mn-cs"/>
                </a:defRPr>
              </a:lvl3pPr>
              <a:lvl4pPr marL="312738" indent="-219075" algn="l" defTabSz="914400" rtl="0" eaLnBrk="1" latinLnBrk="0" hangingPunct="1">
                <a:lnSpc>
                  <a:spcPct val="90000"/>
                </a:lnSpc>
                <a:spcBef>
                  <a:spcPts val="500"/>
                </a:spcBef>
                <a:buClr>
                  <a:schemeClr val="tx2"/>
                </a:buClr>
                <a:buFont typeface="Arial" panose="020B0604020202020204" pitchFamily="34" charset="0"/>
                <a:buChar char="•"/>
                <a:tabLst/>
                <a:defRPr sz="1400" b="0" i="0" kern="1200">
                  <a:solidFill>
                    <a:schemeClr val="tx1"/>
                  </a:solidFill>
                  <a:latin typeface="Montserrat" panose="02000505000000020004" pitchFamily="2" charset="77"/>
                  <a:ea typeface="+mn-ea"/>
                  <a:cs typeface="+mn-cs"/>
                </a:defRPr>
              </a:lvl4pPr>
              <a:lvl5pPr marL="627063" indent="-236538" algn="l" defTabSz="914400" rtl="0" eaLnBrk="1" latinLnBrk="0" hangingPunct="1">
                <a:lnSpc>
                  <a:spcPct val="90000"/>
                </a:lnSpc>
                <a:spcBef>
                  <a:spcPts val="500"/>
                </a:spcBef>
                <a:buFont typeface="Arial" panose="020B0604020202020204" pitchFamily="34" charset="0"/>
                <a:buChar char="•"/>
                <a:tabLst/>
                <a:defRPr sz="1200" b="0" i="0" kern="1200">
                  <a:solidFill>
                    <a:schemeClr val="tx1"/>
                  </a:solidFill>
                  <a:latin typeface="Montserrat" panose="02000505000000020004"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5000"/>
                </a:lnSpc>
                <a:buSzPts val="852"/>
              </a:pPr>
              <a:r>
                <a:rPr lang="it-IT" sz="1800" b="1" dirty="0">
                  <a:solidFill>
                    <a:schemeClr val="bg1"/>
                  </a:solidFill>
                  <a:latin typeface="Manrope"/>
                </a:rPr>
                <a:t>Event </a:t>
              </a:r>
              <a:r>
                <a:rPr lang="it-IT" sz="1800" b="1" dirty="0" err="1">
                  <a:solidFill>
                    <a:schemeClr val="bg1"/>
                  </a:solidFill>
                  <a:latin typeface="Manrope"/>
                </a:rPr>
                <a:t>handling</a:t>
              </a:r>
              <a:endParaRPr lang="it-IT" sz="1800" b="1" dirty="0">
                <a:solidFill>
                  <a:schemeClr val="bg1"/>
                </a:solidFill>
                <a:latin typeface="Manrope"/>
              </a:endParaRPr>
            </a:p>
            <a:p>
              <a:pPr>
                <a:lnSpc>
                  <a:spcPct val="140000"/>
                </a:lnSpc>
                <a:buSzPts val="852"/>
              </a:pPr>
              <a:endParaRPr lang="it-IT" sz="1136" dirty="0">
                <a:solidFill>
                  <a:schemeClr val="bg1"/>
                </a:solidFill>
              </a:endParaRPr>
            </a:p>
          </p:txBody>
        </p:sp>
        <p:grpSp>
          <p:nvGrpSpPr>
            <p:cNvPr id="467" name="Gruppo 46">
              <a:extLst>
                <a:ext uri="{FF2B5EF4-FFF2-40B4-BE49-F238E27FC236}">
                  <a16:creationId xmlns:a16="http://schemas.microsoft.com/office/drawing/2014/main" id="{E270A9F3-B124-B76E-E0C4-829D65B14778}"/>
                </a:ext>
              </a:extLst>
            </p:cNvPr>
            <p:cNvGrpSpPr/>
            <p:nvPr/>
          </p:nvGrpSpPr>
          <p:grpSpPr>
            <a:xfrm>
              <a:off x="8246632" y="2707166"/>
              <a:ext cx="602201" cy="591967"/>
              <a:chOff x="8246632" y="2707166"/>
              <a:chExt cx="602201" cy="591967"/>
            </a:xfrm>
            <a:grpFill/>
          </p:grpSpPr>
          <p:sp>
            <p:nvSpPr>
              <p:cNvPr id="471" name="Ovale 47">
                <a:extLst>
                  <a:ext uri="{FF2B5EF4-FFF2-40B4-BE49-F238E27FC236}">
                    <a16:creationId xmlns:a16="http://schemas.microsoft.com/office/drawing/2014/main" id="{3A827DF1-F809-1E0F-8BFD-D0377EA883F0}"/>
                  </a:ext>
                </a:extLst>
              </p:cNvPr>
              <p:cNvSpPr/>
              <p:nvPr/>
            </p:nvSpPr>
            <p:spPr>
              <a:xfrm>
                <a:off x="8246632" y="2707166"/>
                <a:ext cx="602201" cy="591967"/>
              </a:xfrm>
              <a:prstGeom prst="ellipse">
                <a:avLst/>
              </a:prstGeom>
              <a:solidFill>
                <a:schemeClr val="bg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it-IT"/>
              </a:p>
            </p:txBody>
          </p:sp>
          <p:pic>
            <p:nvPicPr>
              <p:cNvPr id="472" name="Immagine 48">
                <a:extLst>
                  <a:ext uri="{FF2B5EF4-FFF2-40B4-BE49-F238E27FC236}">
                    <a16:creationId xmlns:a16="http://schemas.microsoft.com/office/drawing/2014/main" id="{1602A809-F903-3846-4C2F-ED83D8B9AF22}"/>
                  </a:ext>
                </a:extLst>
              </p:cNvPr>
              <p:cNvPicPr>
                <a:picLocks noChangeAspect="1"/>
              </p:cNvPicPr>
              <p:nvPr/>
            </p:nvPicPr>
            <p:blipFill>
              <a:blip r:embed="rId7"/>
              <a:stretch>
                <a:fillRect/>
              </a:stretch>
            </p:blipFill>
            <p:spPr>
              <a:xfrm>
                <a:off x="8379571" y="2793960"/>
                <a:ext cx="383307" cy="383307"/>
              </a:xfrm>
              <a:prstGeom prst="rect">
                <a:avLst/>
              </a:prstGeom>
              <a:solidFill>
                <a:schemeClr val="bg1"/>
              </a:solidFill>
            </p:spPr>
          </p:pic>
        </p:grpSp>
        <p:grpSp>
          <p:nvGrpSpPr>
            <p:cNvPr id="468" name="Gruppo 55">
              <a:extLst>
                <a:ext uri="{FF2B5EF4-FFF2-40B4-BE49-F238E27FC236}">
                  <a16:creationId xmlns:a16="http://schemas.microsoft.com/office/drawing/2014/main" id="{BA815D77-695C-522C-1264-62319DFBE218}"/>
                </a:ext>
              </a:extLst>
            </p:cNvPr>
            <p:cNvGrpSpPr/>
            <p:nvPr/>
          </p:nvGrpSpPr>
          <p:grpSpPr>
            <a:xfrm>
              <a:off x="8218903" y="1857933"/>
              <a:ext cx="602201" cy="591967"/>
              <a:chOff x="8218903" y="1857933"/>
              <a:chExt cx="602201" cy="591967"/>
            </a:xfrm>
            <a:grpFill/>
          </p:grpSpPr>
          <p:sp>
            <p:nvSpPr>
              <p:cNvPr id="469" name="Ovale 56">
                <a:extLst>
                  <a:ext uri="{FF2B5EF4-FFF2-40B4-BE49-F238E27FC236}">
                    <a16:creationId xmlns:a16="http://schemas.microsoft.com/office/drawing/2014/main" id="{C98CDB28-2976-CB86-239D-899DDA520E05}"/>
                  </a:ext>
                </a:extLst>
              </p:cNvPr>
              <p:cNvSpPr/>
              <p:nvPr/>
            </p:nvSpPr>
            <p:spPr>
              <a:xfrm>
                <a:off x="8218903" y="1857933"/>
                <a:ext cx="602201" cy="591967"/>
              </a:xfrm>
              <a:prstGeom prst="ellipse">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it-IT"/>
              </a:p>
            </p:txBody>
          </p:sp>
          <p:pic>
            <p:nvPicPr>
              <p:cNvPr id="470" name="Picture 14" descr="@debezium">
                <a:extLst>
                  <a:ext uri="{FF2B5EF4-FFF2-40B4-BE49-F238E27FC236}">
                    <a16:creationId xmlns:a16="http://schemas.microsoft.com/office/drawing/2014/main" id="{F6DA29C1-6613-A0D1-F949-E31DF2C070C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16083" y="1948586"/>
                <a:ext cx="406838" cy="406838"/>
              </a:xfrm>
              <a:prstGeom prst="rect">
                <a:avLst/>
              </a:prstGeom>
              <a:solidFill>
                <a:schemeClr val="bg1"/>
              </a:solidFill>
            </p:spPr>
          </p:pic>
        </p:grpSp>
      </p:grpSp>
      <p:grpSp>
        <p:nvGrpSpPr>
          <p:cNvPr id="483" name="Group 482">
            <a:extLst>
              <a:ext uri="{FF2B5EF4-FFF2-40B4-BE49-F238E27FC236}">
                <a16:creationId xmlns:a16="http://schemas.microsoft.com/office/drawing/2014/main" id="{8FCB2540-1C8A-C4D7-6DFA-F2FB158E1CD6}"/>
              </a:ext>
            </a:extLst>
          </p:cNvPr>
          <p:cNvGrpSpPr/>
          <p:nvPr/>
        </p:nvGrpSpPr>
        <p:grpSpPr>
          <a:xfrm>
            <a:off x="136232" y="3214817"/>
            <a:ext cx="2880000" cy="1800000"/>
            <a:chOff x="136232" y="3096279"/>
            <a:chExt cx="2880000" cy="1800000"/>
          </a:xfrm>
        </p:grpSpPr>
        <p:sp>
          <p:nvSpPr>
            <p:cNvPr id="474" name="Google Shape;251;p37">
              <a:extLst>
                <a:ext uri="{FF2B5EF4-FFF2-40B4-BE49-F238E27FC236}">
                  <a16:creationId xmlns:a16="http://schemas.microsoft.com/office/drawing/2014/main" id="{099B78EF-BA1D-72CD-A7F8-F1FE42BF231B}"/>
                </a:ext>
              </a:extLst>
            </p:cNvPr>
            <p:cNvSpPr txBox="1">
              <a:spLocks/>
            </p:cNvSpPr>
            <p:nvPr/>
          </p:nvSpPr>
          <p:spPr>
            <a:xfrm>
              <a:off x="136232" y="3096279"/>
              <a:ext cx="2880000" cy="1800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spcFirstLastPara="1" vert="horz" wrap="square" lIns="180000" tIns="180000" rIns="180000" bIns="180000" spcCol="360000" rtlCol="0" anchor="t" anchorCtr="0">
              <a:noAutofit/>
            </a:bodyPr>
            <a:lstStyle>
              <a:lvl1pPr marL="0" indent="0" algn="l" defTabSz="360000" rtl="0" eaLnBrk="1" latinLnBrk="0" hangingPunct="1">
                <a:lnSpc>
                  <a:spcPct val="150000"/>
                </a:lnSpc>
                <a:spcBef>
                  <a:spcPts val="0"/>
                </a:spcBef>
                <a:buClr>
                  <a:schemeClr val="tx2"/>
                </a:buClr>
                <a:buFont typeface="Arial" panose="020B0604020202020204" pitchFamily="34" charset="0"/>
                <a:buNone/>
                <a:tabLst>
                  <a:tab pos="360000" algn="l"/>
                  <a:tab pos="720000" algn="l"/>
                  <a:tab pos="1080000" algn="l"/>
                  <a:tab pos="1440000" algn="l"/>
                  <a:tab pos="1800000" algn="l"/>
                  <a:tab pos="2160000" algn="l"/>
                  <a:tab pos="2520000" algn="l"/>
                </a:tabLst>
                <a:defRPr sz="1400" kern="1200" baseline="0">
                  <a:solidFill>
                    <a:schemeClr val="lt1"/>
                  </a:solidFill>
                  <a:latin typeface="+mn-lt"/>
                  <a:ea typeface="+mn-ea"/>
                  <a:cs typeface="+mn-cs"/>
                </a:defRPr>
              </a:lvl1pPr>
              <a:lvl2pPr marL="14288" indent="0" algn="l" defTabSz="914400" rtl="0" eaLnBrk="1" latinLnBrk="0" hangingPunct="1">
                <a:lnSpc>
                  <a:spcPct val="90000"/>
                </a:lnSpc>
                <a:spcBef>
                  <a:spcPts val="500"/>
                </a:spcBef>
                <a:buFontTx/>
                <a:buNone/>
                <a:tabLst/>
                <a:defRPr sz="1600" b="0" i="0" kern="1200" cap="all" baseline="0">
                  <a:solidFill>
                    <a:schemeClr val="lt1"/>
                  </a:solidFill>
                  <a:latin typeface="+mn-lt"/>
                  <a:ea typeface="+mn-ea"/>
                  <a:cs typeface="+mn-cs"/>
                </a:defRPr>
              </a:lvl2pPr>
              <a:lvl3pPr marL="14288" indent="0" algn="l" defTabSz="914400" rtl="0" eaLnBrk="1" latinLnBrk="0" hangingPunct="1">
                <a:lnSpc>
                  <a:spcPct val="90000"/>
                </a:lnSpc>
                <a:spcBef>
                  <a:spcPts val="500"/>
                </a:spcBef>
                <a:buFont typeface="Arial" panose="020B0604020202020204" pitchFamily="34" charset="0"/>
                <a:buNone/>
                <a:tabLst/>
                <a:defRPr sz="1400" b="1" kern="1200" cap="all" baseline="0">
                  <a:solidFill>
                    <a:schemeClr val="lt1"/>
                  </a:solidFill>
                  <a:latin typeface="+mn-lt"/>
                  <a:ea typeface="+mn-ea"/>
                  <a:cs typeface="+mn-cs"/>
                </a:defRPr>
              </a:lvl3pPr>
              <a:lvl4pPr marL="312738" indent="-219075" algn="l" defTabSz="914400" rtl="0" eaLnBrk="1" latinLnBrk="0" hangingPunct="1">
                <a:lnSpc>
                  <a:spcPct val="90000"/>
                </a:lnSpc>
                <a:spcBef>
                  <a:spcPts val="500"/>
                </a:spcBef>
                <a:buClr>
                  <a:schemeClr val="tx2"/>
                </a:buClr>
                <a:buFont typeface="Arial" panose="020B0604020202020204" pitchFamily="34" charset="0"/>
                <a:buChar char="•"/>
                <a:tabLst/>
                <a:defRPr sz="1400" b="0" i="0" kern="1200">
                  <a:solidFill>
                    <a:schemeClr val="lt1"/>
                  </a:solidFill>
                  <a:latin typeface="+mn-lt"/>
                  <a:ea typeface="+mn-ea"/>
                  <a:cs typeface="+mn-cs"/>
                </a:defRPr>
              </a:lvl4pPr>
              <a:lvl5pPr marL="627063" indent="-236538" algn="l" defTabSz="914400" rtl="0" eaLnBrk="1" latinLnBrk="0" hangingPunct="1">
                <a:lnSpc>
                  <a:spcPct val="90000"/>
                </a:lnSpc>
                <a:spcBef>
                  <a:spcPts val="500"/>
                </a:spcBef>
                <a:buFont typeface="Arial" panose="020B0604020202020204" pitchFamily="34" charset="0"/>
                <a:buChar char="•"/>
                <a:tabLst/>
                <a:defRPr sz="12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endParaRPr lang="it-IT" sz="1867" dirty="0">
                <a:latin typeface="Arial"/>
                <a:ea typeface="Arial"/>
                <a:cs typeface="Arial"/>
                <a:sym typeface="Arial"/>
              </a:endParaRPr>
            </a:p>
            <a:p>
              <a:endParaRPr lang="it-IT" sz="1867" dirty="0">
                <a:latin typeface="Arial"/>
                <a:ea typeface="Arial"/>
                <a:cs typeface="Arial"/>
                <a:sym typeface="Arial"/>
              </a:endParaRPr>
            </a:p>
          </p:txBody>
        </p:sp>
        <p:sp>
          <p:nvSpPr>
            <p:cNvPr id="475" name="Google Shape;267;p37">
              <a:extLst>
                <a:ext uri="{FF2B5EF4-FFF2-40B4-BE49-F238E27FC236}">
                  <a16:creationId xmlns:a16="http://schemas.microsoft.com/office/drawing/2014/main" id="{406A30F7-278C-5519-0463-661452D3C0A2}"/>
                </a:ext>
              </a:extLst>
            </p:cNvPr>
            <p:cNvSpPr/>
            <p:nvPr/>
          </p:nvSpPr>
          <p:spPr>
            <a:xfrm>
              <a:off x="1013167" y="3554835"/>
              <a:ext cx="1930147" cy="376744"/>
            </a:xfrm>
            <a:prstGeom prst="rect">
              <a:avLst/>
            </a:prstGeom>
            <a:solidFill>
              <a:schemeClr val="tx2"/>
            </a:solidFill>
            <a:ln>
              <a:noFill/>
            </a:ln>
          </p:spPr>
          <p:txBody>
            <a:bodyPr spcFirstLastPara="1" wrap="square" lIns="121900" tIns="121900" rIns="121900" bIns="121900" anchor="ctr" anchorCtr="0">
              <a:noAutofit/>
            </a:bodyPr>
            <a:lstStyle/>
            <a:p>
              <a:r>
                <a:rPr lang="it" sz="1600" dirty="0">
                  <a:solidFill>
                    <a:schemeClr val="bg1"/>
                  </a:solidFill>
                  <a:latin typeface="Manrope"/>
                </a:rPr>
                <a:t>MongoDB</a:t>
              </a:r>
              <a:endParaRPr sz="1600" dirty="0">
                <a:solidFill>
                  <a:schemeClr val="bg1"/>
                </a:solidFill>
                <a:latin typeface="Manrope"/>
              </a:endParaRPr>
            </a:p>
          </p:txBody>
        </p:sp>
        <p:sp>
          <p:nvSpPr>
            <p:cNvPr id="476" name="Google Shape;273;p37">
              <a:extLst>
                <a:ext uri="{FF2B5EF4-FFF2-40B4-BE49-F238E27FC236}">
                  <a16:creationId xmlns:a16="http://schemas.microsoft.com/office/drawing/2014/main" id="{13D64338-1E90-DDA5-FC75-073448CF3AA5}"/>
                </a:ext>
              </a:extLst>
            </p:cNvPr>
            <p:cNvSpPr/>
            <p:nvPr/>
          </p:nvSpPr>
          <p:spPr>
            <a:xfrm>
              <a:off x="1013167" y="4181622"/>
              <a:ext cx="1896710" cy="494709"/>
            </a:xfrm>
            <a:prstGeom prst="rect">
              <a:avLst/>
            </a:prstGeom>
            <a:solidFill>
              <a:schemeClr val="tx2"/>
            </a:solidFill>
            <a:ln>
              <a:noFill/>
            </a:ln>
          </p:spPr>
          <p:txBody>
            <a:bodyPr spcFirstLastPara="1" wrap="square" lIns="121900" tIns="121900" rIns="121900" bIns="121900" anchor="t" anchorCtr="0">
              <a:noAutofit/>
            </a:bodyPr>
            <a:lstStyle/>
            <a:p>
              <a:r>
                <a:rPr lang="it-IT" sz="1600" dirty="0" err="1">
                  <a:solidFill>
                    <a:schemeClr val="bg1"/>
                  </a:solidFill>
                  <a:latin typeface="Manrope"/>
                </a:rPr>
                <a:t>MongoDB</a:t>
              </a:r>
              <a:r>
                <a:rPr lang="it-IT" sz="1600" dirty="0">
                  <a:solidFill>
                    <a:schemeClr val="bg1"/>
                  </a:solidFill>
                  <a:latin typeface="Manrope"/>
                </a:rPr>
                <a:t> </a:t>
              </a:r>
              <a:r>
                <a:rPr lang="it-IT" sz="1600" dirty="0" err="1">
                  <a:solidFill>
                    <a:schemeClr val="bg1"/>
                  </a:solidFill>
                  <a:latin typeface="Manrope"/>
                </a:rPr>
                <a:t>Compass</a:t>
              </a:r>
              <a:endParaRPr sz="1600" dirty="0">
                <a:solidFill>
                  <a:schemeClr val="bg1"/>
                </a:solidFill>
                <a:latin typeface="Manrope"/>
              </a:endParaRPr>
            </a:p>
          </p:txBody>
        </p:sp>
        <p:sp>
          <p:nvSpPr>
            <p:cNvPr id="477" name="Google Shape;281;p37">
              <a:extLst>
                <a:ext uri="{FF2B5EF4-FFF2-40B4-BE49-F238E27FC236}">
                  <a16:creationId xmlns:a16="http://schemas.microsoft.com/office/drawing/2014/main" id="{2D046CF3-D5F8-45D4-0661-833D6991F00C}"/>
                </a:ext>
              </a:extLst>
            </p:cNvPr>
            <p:cNvSpPr txBox="1">
              <a:spLocks/>
            </p:cNvSpPr>
            <p:nvPr/>
          </p:nvSpPr>
          <p:spPr>
            <a:xfrm>
              <a:off x="172796" y="3178764"/>
              <a:ext cx="2825154" cy="280930"/>
            </a:xfrm>
            <a:prstGeom prst="rect">
              <a:avLst/>
            </a:prstGeom>
            <a:solidFill>
              <a:schemeClr val="tx2"/>
            </a:solidFill>
            <a:ln>
              <a:noFill/>
            </a:ln>
          </p:spPr>
          <p:txBody>
            <a:bodyPr spcFirstLastPara="1" vert="horz" wrap="square" lIns="0" tIns="0" rIns="0" bIns="0" spcCol="360000" rtlCol="0" anchor="t" anchorCtr="0">
              <a:noAutofit/>
            </a:bodyPr>
            <a:lstStyle>
              <a:lvl1pPr marL="0" indent="0" algn="l" defTabSz="360000" rtl="0" eaLnBrk="1" latinLnBrk="0" hangingPunct="1">
                <a:lnSpc>
                  <a:spcPct val="150000"/>
                </a:lnSpc>
                <a:spcBef>
                  <a:spcPts val="0"/>
                </a:spcBef>
                <a:buClr>
                  <a:schemeClr val="tx2"/>
                </a:buClr>
                <a:buFont typeface="Arial" panose="020B0604020202020204" pitchFamily="34" charset="0"/>
                <a:buNone/>
                <a:tabLst>
                  <a:tab pos="360000" algn="l"/>
                  <a:tab pos="720000" algn="l"/>
                  <a:tab pos="1080000" algn="l"/>
                  <a:tab pos="1440000" algn="l"/>
                  <a:tab pos="1800000" algn="l"/>
                  <a:tab pos="2160000" algn="l"/>
                  <a:tab pos="2520000" algn="l"/>
                </a:tabLst>
                <a:defRPr sz="1400" kern="1200" baseline="0">
                  <a:solidFill>
                    <a:schemeClr val="tx1"/>
                  </a:solidFill>
                  <a:latin typeface="Montserrat" panose="02000505000000020004" pitchFamily="2" charset="77"/>
                  <a:ea typeface="+mn-ea"/>
                  <a:cs typeface="+mn-cs"/>
                </a:defRPr>
              </a:lvl1pPr>
              <a:lvl2pPr marL="14288" indent="0" algn="l" defTabSz="914400" rtl="0" eaLnBrk="1" latinLnBrk="0" hangingPunct="1">
                <a:lnSpc>
                  <a:spcPct val="90000"/>
                </a:lnSpc>
                <a:spcBef>
                  <a:spcPts val="500"/>
                </a:spcBef>
                <a:buFontTx/>
                <a:buNone/>
                <a:tabLst/>
                <a:defRPr sz="1600" b="0" i="0" kern="1200" cap="all" baseline="0">
                  <a:solidFill>
                    <a:schemeClr val="tx2"/>
                  </a:solidFill>
                  <a:latin typeface="Montserrat" panose="02000505000000020004" pitchFamily="2" charset="77"/>
                  <a:ea typeface="+mn-ea"/>
                  <a:cs typeface="+mn-cs"/>
                </a:defRPr>
              </a:lvl2pPr>
              <a:lvl3pPr marL="14288" indent="0" algn="l" defTabSz="914400" rtl="0" eaLnBrk="1" latinLnBrk="0" hangingPunct="1">
                <a:lnSpc>
                  <a:spcPct val="90000"/>
                </a:lnSpc>
                <a:spcBef>
                  <a:spcPts val="500"/>
                </a:spcBef>
                <a:buFont typeface="Arial" panose="020B0604020202020204" pitchFamily="34" charset="0"/>
                <a:buNone/>
                <a:tabLst/>
                <a:defRPr sz="1400" b="1" kern="1200" cap="all" baseline="0">
                  <a:solidFill>
                    <a:schemeClr val="tx1"/>
                  </a:solidFill>
                  <a:latin typeface="Montserrat" panose="02000505000000020004" pitchFamily="2" charset="77"/>
                  <a:ea typeface="+mn-ea"/>
                  <a:cs typeface="+mn-cs"/>
                </a:defRPr>
              </a:lvl3pPr>
              <a:lvl4pPr marL="312738" indent="-219075" algn="l" defTabSz="914400" rtl="0" eaLnBrk="1" latinLnBrk="0" hangingPunct="1">
                <a:lnSpc>
                  <a:spcPct val="90000"/>
                </a:lnSpc>
                <a:spcBef>
                  <a:spcPts val="500"/>
                </a:spcBef>
                <a:buClr>
                  <a:schemeClr val="tx2"/>
                </a:buClr>
                <a:buFont typeface="Arial" panose="020B0604020202020204" pitchFamily="34" charset="0"/>
                <a:buChar char="•"/>
                <a:tabLst/>
                <a:defRPr sz="1400" b="0" i="0" kern="1200">
                  <a:solidFill>
                    <a:schemeClr val="tx1"/>
                  </a:solidFill>
                  <a:latin typeface="Montserrat" panose="02000505000000020004" pitchFamily="2" charset="77"/>
                  <a:ea typeface="+mn-ea"/>
                  <a:cs typeface="+mn-cs"/>
                </a:defRPr>
              </a:lvl4pPr>
              <a:lvl5pPr marL="627063" indent="-236538" algn="l" defTabSz="914400" rtl="0" eaLnBrk="1" latinLnBrk="0" hangingPunct="1">
                <a:lnSpc>
                  <a:spcPct val="90000"/>
                </a:lnSpc>
                <a:spcBef>
                  <a:spcPts val="500"/>
                </a:spcBef>
                <a:buFont typeface="Arial" panose="020B0604020202020204" pitchFamily="34" charset="0"/>
                <a:buChar char="•"/>
                <a:tabLst/>
                <a:defRPr sz="1200" b="0" i="0" kern="1200">
                  <a:solidFill>
                    <a:schemeClr val="tx1"/>
                  </a:solidFill>
                  <a:latin typeface="Montserrat" panose="02000505000000020004"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5000"/>
                </a:lnSpc>
                <a:buSzPts val="852"/>
              </a:pPr>
              <a:r>
                <a:rPr lang="it-IT" sz="1800" b="1" dirty="0">
                  <a:solidFill>
                    <a:schemeClr val="bg1"/>
                  </a:solidFill>
                  <a:latin typeface="Manrope"/>
                </a:rPr>
                <a:t>Database</a:t>
              </a:r>
            </a:p>
            <a:p>
              <a:pPr algn="ctr">
                <a:lnSpc>
                  <a:spcPct val="140000"/>
                </a:lnSpc>
                <a:buSzPts val="852"/>
              </a:pPr>
              <a:endParaRPr lang="it-IT" sz="1136" dirty="0">
                <a:solidFill>
                  <a:schemeClr val="bg1"/>
                </a:solidFill>
              </a:endParaRPr>
            </a:p>
          </p:txBody>
        </p:sp>
        <p:grpSp>
          <p:nvGrpSpPr>
            <p:cNvPr id="478" name="Gruppo 49">
              <a:extLst>
                <a:ext uri="{FF2B5EF4-FFF2-40B4-BE49-F238E27FC236}">
                  <a16:creationId xmlns:a16="http://schemas.microsoft.com/office/drawing/2014/main" id="{0DC9DC10-1816-E145-9A1C-EC28916C6BDC}"/>
                </a:ext>
              </a:extLst>
            </p:cNvPr>
            <p:cNvGrpSpPr/>
            <p:nvPr/>
          </p:nvGrpSpPr>
          <p:grpSpPr>
            <a:xfrm>
              <a:off x="329305" y="4181622"/>
              <a:ext cx="470469" cy="458889"/>
              <a:chOff x="830933" y="5160392"/>
              <a:chExt cx="602201" cy="591967"/>
            </a:xfrm>
            <a:solidFill>
              <a:schemeClr val="bg1"/>
            </a:solidFill>
          </p:grpSpPr>
          <p:sp>
            <p:nvSpPr>
              <p:cNvPr id="480" name="Ovale 50">
                <a:extLst>
                  <a:ext uri="{FF2B5EF4-FFF2-40B4-BE49-F238E27FC236}">
                    <a16:creationId xmlns:a16="http://schemas.microsoft.com/office/drawing/2014/main" id="{BFE2EDA1-334C-3519-2F9B-58154B664765}"/>
                  </a:ext>
                </a:extLst>
              </p:cNvPr>
              <p:cNvSpPr/>
              <p:nvPr/>
            </p:nvSpPr>
            <p:spPr>
              <a:xfrm>
                <a:off x="830933" y="5160392"/>
                <a:ext cx="602201" cy="591967"/>
              </a:xfrm>
              <a:prstGeom prst="ellips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it-IT"/>
              </a:p>
            </p:txBody>
          </p:sp>
          <p:pic>
            <p:nvPicPr>
              <p:cNvPr id="481" name="Immagine 51">
                <a:extLst>
                  <a:ext uri="{FF2B5EF4-FFF2-40B4-BE49-F238E27FC236}">
                    <a16:creationId xmlns:a16="http://schemas.microsoft.com/office/drawing/2014/main" id="{A6065513-9606-5463-EF21-91FA97D9F4D9}"/>
                  </a:ext>
                </a:extLst>
              </p:cNvPr>
              <p:cNvPicPr>
                <a:picLocks noChangeAspect="1"/>
              </p:cNvPicPr>
              <p:nvPr/>
            </p:nvPicPr>
            <p:blipFill>
              <a:blip r:embed="rId9"/>
              <a:stretch>
                <a:fillRect/>
              </a:stretch>
            </p:blipFill>
            <p:spPr>
              <a:xfrm>
                <a:off x="891341" y="5212660"/>
                <a:ext cx="495851" cy="495851"/>
              </a:xfrm>
              <a:prstGeom prst="rect">
                <a:avLst/>
              </a:prstGeom>
              <a:noFill/>
            </p:spPr>
          </p:pic>
        </p:grpSp>
        <p:pic>
          <p:nvPicPr>
            <p:cNvPr id="479" name="Picture 16" descr="Icons">
              <a:extLst>
                <a:ext uri="{FF2B5EF4-FFF2-40B4-BE49-F238E27FC236}">
                  <a16:creationId xmlns:a16="http://schemas.microsoft.com/office/drawing/2014/main" id="{F33A06A1-254A-66C7-261D-92A3CD7689B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9305" y="3500626"/>
              <a:ext cx="494547" cy="490714"/>
            </a:xfrm>
            <a:prstGeom prst="rect">
              <a:avLst/>
            </a:prstGeom>
            <a:solidFill>
              <a:schemeClr val="tx2"/>
            </a:solidFill>
            <a:extLst>
              <a:ext uri="{909E8E84-426E-40DD-AFC4-6F175D3DCCD1}">
                <a14:hiddenFill xmlns:a14="http://schemas.microsoft.com/office/drawing/2010/main">
                  <a:solidFill>
                    <a:srgbClr val="FFFFFF"/>
                  </a:solidFill>
                </a14:hiddenFill>
              </a:ext>
            </a:extLst>
          </p:spPr>
        </p:pic>
      </p:grpSp>
      <p:grpSp>
        <p:nvGrpSpPr>
          <p:cNvPr id="507" name="Group 506">
            <a:extLst>
              <a:ext uri="{FF2B5EF4-FFF2-40B4-BE49-F238E27FC236}">
                <a16:creationId xmlns:a16="http://schemas.microsoft.com/office/drawing/2014/main" id="{48518F36-1994-8366-2E3C-414C3381EFB4}"/>
              </a:ext>
            </a:extLst>
          </p:cNvPr>
          <p:cNvGrpSpPr/>
          <p:nvPr/>
        </p:nvGrpSpPr>
        <p:grpSpPr>
          <a:xfrm>
            <a:off x="3101382" y="3197921"/>
            <a:ext cx="2880001" cy="1800000"/>
            <a:chOff x="3101382" y="3197921"/>
            <a:chExt cx="2880001" cy="1800000"/>
          </a:xfrm>
        </p:grpSpPr>
        <p:sp>
          <p:nvSpPr>
            <p:cNvPr id="485" name="Google Shape;276;p37">
              <a:extLst>
                <a:ext uri="{FF2B5EF4-FFF2-40B4-BE49-F238E27FC236}">
                  <a16:creationId xmlns:a16="http://schemas.microsoft.com/office/drawing/2014/main" id="{90485ABA-5206-A597-47EF-FA19383E449F}"/>
                </a:ext>
              </a:extLst>
            </p:cNvPr>
            <p:cNvSpPr txBox="1">
              <a:spLocks/>
            </p:cNvSpPr>
            <p:nvPr/>
          </p:nvSpPr>
          <p:spPr>
            <a:xfrm>
              <a:off x="3101382" y="3197921"/>
              <a:ext cx="2880001" cy="1800000"/>
            </a:xfrm>
            <a:prstGeom prst="rect">
              <a:avLst/>
            </a:prstGeom>
            <a:solidFill>
              <a:schemeClr val="tx1"/>
            </a:solidFill>
            <a:ln>
              <a:noFill/>
            </a:ln>
          </p:spPr>
          <p:style>
            <a:lnRef idx="0">
              <a:scrgbClr r="0" g="0" b="0"/>
            </a:lnRef>
            <a:fillRef idx="0">
              <a:scrgbClr r="0" g="0" b="0"/>
            </a:fillRef>
            <a:effectRef idx="0">
              <a:scrgbClr r="0" g="0" b="0"/>
            </a:effectRef>
            <a:fontRef idx="minor">
              <a:schemeClr val="lt1"/>
            </a:fontRef>
          </p:style>
          <p:txBody>
            <a:bodyPr spcFirstLastPara="1" vert="horz" wrap="square" lIns="180000" tIns="180000" rIns="180000" bIns="180000" spcCol="360000" rtlCol="0" anchor="t" anchorCtr="0">
              <a:noAutofit/>
            </a:bodyPr>
            <a:lstStyle>
              <a:lvl1pPr marL="0" indent="0" algn="l" defTabSz="360000" rtl="0" eaLnBrk="1" latinLnBrk="0" hangingPunct="1">
                <a:lnSpc>
                  <a:spcPct val="150000"/>
                </a:lnSpc>
                <a:spcBef>
                  <a:spcPts val="0"/>
                </a:spcBef>
                <a:buClr>
                  <a:schemeClr val="tx2"/>
                </a:buClr>
                <a:buFont typeface="Arial" panose="020B0604020202020204" pitchFamily="34" charset="0"/>
                <a:buNone/>
                <a:tabLst>
                  <a:tab pos="360000" algn="l"/>
                  <a:tab pos="720000" algn="l"/>
                  <a:tab pos="1080000" algn="l"/>
                  <a:tab pos="1440000" algn="l"/>
                  <a:tab pos="1800000" algn="l"/>
                  <a:tab pos="2160000" algn="l"/>
                  <a:tab pos="2520000" algn="l"/>
                </a:tabLst>
                <a:defRPr sz="1400" kern="1200" baseline="0">
                  <a:solidFill>
                    <a:schemeClr val="lt1"/>
                  </a:solidFill>
                  <a:latin typeface="+mn-lt"/>
                  <a:ea typeface="+mn-ea"/>
                  <a:cs typeface="+mn-cs"/>
                </a:defRPr>
              </a:lvl1pPr>
              <a:lvl2pPr marL="14288" indent="0" algn="l" defTabSz="914400" rtl="0" eaLnBrk="1" latinLnBrk="0" hangingPunct="1">
                <a:lnSpc>
                  <a:spcPct val="90000"/>
                </a:lnSpc>
                <a:spcBef>
                  <a:spcPts val="500"/>
                </a:spcBef>
                <a:buFontTx/>
                <a:buNone/>
                <a:tabLst/>
                <a:defRPr sz="1600" b="0" i="0" kern="1200" cap="all" baseline="0">
                  <a:solidFill>
                    <a:schemeClr val="lt1"/>
                  </a:solidFill>
                  <a:latin typeface="+mn-lt"/>
                  <a:ea typeface="+mn-ea"/>
                  <a:cs typeface="+mn-cs"/>
                </a:defRPr>
              </a:lvl2pPr>
              <a:lvl3pPr marL="14288" indent="0" algn="l" defTabSz="914400" rtl="0" eaLnBrk="1" latinLnBrk="0" hangingPunct="1">
                <a:lnSpc>
                  <a:spcPct val="90000"/>
                </a:lnSpc>
                <a:spcBef>
                  <a:spcPts val="500"/>
                </a:spcBef>
                <a:buFont typeface="Arial" panose="020B0604020202020204" pitchFamily="34" charset="0"/>
                <a:buNone/>
                <a:tabLst/>
                <a:defRPr sz="1400" b="1" kern="1200" cap="all" baseline="0">
                  <a:solidFill>
                    <a:schemeClr val="lt1"/>
                  </a:solidFill>
                  <a:latin typeface="+mn-lt"/>
                  <a:ea typeface="+mn-ea"/>
                  <a:cs typeface="+mn-cs"/>
                </a:defRPr>
              </a:lvl3pPr>
              <a:lvl4pPr marL="312738" indent="-219075" algn="l" defTabSz="914400" rtl="0" eaLnBrk="1" latinLnBrk="0" hangingPunct="1">
                <a:lnSpc>
                  <a:spcPct val="90000"/>
                </a:lnSpc>
                <a:spcBef>
                  <a:spcPts val="500"/>
                </a:spcBef>
                <a:buClr>
                  <a:schemeClr val="tx2"/>
                </a:buClr>
                <a:buFont typeface="Arial" panose="020B0604020202020204" pitchFamily="34" charset="0"/>
                <a:buChar char="•"/>
                <a:tabLst/>
                <a:defRPr sz="1400" b="0" i="0" kern="1200">
                  <a:solidFill>
                    <a:schemeClr val="lt1"/>
                  </a:solidFill>
                  <a:latin typeface="+mn-lt"/>
                  <a:ea typeface="+mn-ea"/>
                  <a:cs typeface="+mn-cs"/>
                </a:defRPr>
              </a:lvl4pPr>
              <a:lvl5pPr marL="627063" indent="-236538" algn="l" defTabSz="914400" rtl="0" eaLnBrk="1" latinLnBrk="0" hangingPunct="1">
                <a:lnSpc>
                  <a:spcPct val="90000"/>
                </a:lnSpc>
                <a:spcBef>
                  <a:spcPts val="500"/>
                </a:spcBef>
                <a:buFont typeface="Arial" panose="020B0604020202020204" pitchFamily="34" charset="0"/>
                <a:buChar char="•"/>
                <a:tabLst/>
                <a:defRPr sz="12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endParaRPr lang="it-IT" sz="1867" dirty="0">
                <a:latin typeface="Arial"/>
                <a:ea typeface="Arial"/>
                <a:cs typeface="Arial"/>
                <a:sym typeface="Arial"/>
              </a:endParaRPr>
            </a:p>
            <a:p>
              <a:endParaRPr lang="it-IT" sz="1867" dirty="0">
                <a:latin typeface="Arial"/>
                <a:ea typeface="Arial"/>
                <a:cs typeface="Arial"/>
                <a:sym typeface="Arial"/>
              </a:endParaRPr>
            </a:p>
          </p:txBody>
        </p:sp>
        <p:sp>
          <p:nvSpPr>
            <p:cNvPr id="486" name="Google Shape;277;p37">
              <a:extLst>
                <a:ext uri="{FF2B5EF4-FFF2-40B4-BE49-F238E27FC236}">
                  <a16:creationId xmlns:a16="http://schemas.microsoft.com/office/drawing/2014/main" id="{EA631D62-9BDF-1C4A-50AC-E0E101D4DA59}"/>
                </a:ext>
              </a:extLst>
            </p:cNvPr>
            <p:cNvSpPr/>
            <p:nvPr/>
          </p:nvSpPr>
          <p:spPr>
            <a:xfrm>
              <a:off x="3979013" y="3744390"/>
              <a:ext cx="1928150" cy="384570"/>
            </a:xfrm>
            <a:prstGeom prst="rect">
              <a:avLst/>
            </a:prstGeom>
            <a:solidFill>
              <a:schemeClr val="tx1"/>
            </a:solidFill>
            <a:ln>
              <a:noFill/>
            </a:ln>
          </p:spPr>
          <p:txBody>
            <a:bodyPr spcFirstLastPara="1" wrap="square" lIns="121900" tIns="121900" rIns="121900" bIns="121900" anchor="ctr" anchorCtr="0">
              <a:noAutofit/>
            </a:bodyPr>
            <a:lstStyle/>
            <a:p>
              <a:r>
                <a:rPr lang="it" sz="1600" dirty="0">
                  <a:solidFill>
                    <a:schemeClr val="bg1"/>
                  </a:solidFill>
                  <a:latin typeface="Manrope"/>
                </a:rPr>
                <a:t>GraphQL</a:t>
              </a:r>
              <a:endParaRPr sz="1600" dirty="0">
                <a:solidFill>
                  <a:schemeClr val="bg1"/>
                </a:solidFill>
                <a:latin typeface="Manrope"/>
              </a:endParaRPr>
            </a:p>
          </p:txBody>
        </p:sp>
        <p:sp>
          <p:nvSpPr>
            <p:cNvPr id="487" name="Google Shape;282;p37">
              <a:extLst>
                <a:ext uri="{FF2B5EF4-FFF2-40B4-BE49-F238E27FC236}">
                  <a16:creationId xmlns:a16="http://schemas.microsoft.com/office/drawing/2014/main" id="{244508B6-D441-0E39-E778-6974AD2C80F0}"/>
                </a:ext>
              </a:extLst>
            </p:cNvPr>
            <p:cNvSpPr txBox="1">
              <a:spLocks/>
            </p:cNvSpPr>
            <p:nvPr/>
          </p:nvSpPr>
          <p:spPr>
            <a:xfrm>
              <a:off x="3101382" y="3271762"/>
              <a:ext cx="2880001" cy="286766"/>
            </a:xfrm>
            <a:prstGeom prst="rect">
              <a:avLst/>
            </a:prstGeom>
            <a:solidFill>
              <a:schemeClr val="tx1"/>
            </a:solidFill>
            <a:ln>
              <a:noFill/>
            </a:ln>
          </p:spPr>
          <p:txBody>
            <a:bodyPr spcFirstLastPara="1" vert="horz" wrap="square" lIns="0" tIns="0" rIns="0" bIns="0" spcCol="360000" rtlCol="0" anchor="t" anchorCtr="0">
              <a:noAutofit/>
            </a:bodyPr>
            <a:lstStyle>
              <a:lvl1pPr marL="0" indent="0" algn="l" defTabSz="360000" rtl="0" eaLnBrk="1" latinLnBrk="0" hangingPunct="1">
                <a:lnSpc>
                  <a:spcPct val="150000"/>
                </a:lnSpc>
                <a:spcBef>
                  <a:spcPts val="0"/>
                </a:spcBef>
                <a:buClr>
                  <a:schemeClr val="tx2"/>
                </a:buClr>
                <a:buFont typeface="Arial" panose="020B0604020202020204" pitchFamily="34" charset="0"/>
                <a:buNone/>
                <a:tabLst>
                  <a:tab pos="360000" algn="l"/>
                  <a:tab pos="720000" algn="l"/>
                  <a:tab pos="1080000" algn="l"/>
                  <a:tab pos="1440000" algn="l"/>
                  <a:tab pos="1800000" algn="l"/>
                  <a:tab pos="2160000" algn="l"/>
                  <a:tab pos="2520000" algn="l"/>
                </a:tabLst>
                <a:defRPr sz="1400" kern="1200" baseline="0">
                  <a:solidFill>
                    <a:schemeClr val="tx1"/>
                  </a:solidFill>
                  <a:latin typeface="Montserrat" panose="02000505000000020004" pitchFamily="2" charset="77"/>
                  <a:ea typeface="+mn-ea"/>
                  <a:cs typeface="+mn-cs"/>
                </a:defRPr>
              </a:lvl1pPr>
              <a:lvl2pPr marL="14288" indent="0" algn="l" defTabSz="914400" rtl="0" eaLnBrk="1" latinLnBrk="0" hangingPunct="1">
                <a:lnSpc>
                  <a:spcPct val="90000"/>
                </a:lnSpc>
                <a:spcBef>
                  <a:spcPts val="500"/>
                </a:spcBef>
                <a:buFontTx/>
                <a:buNone/>
                <a:tabLst/>
                <a:defRPr sz="1600" b="0" i="0" kern="1200" cap="all" baseline="0">
                  <a:solidFill>
                    <a:schemeClr val="tx2"/>
                  </a:solidFill>
                  <a:latin typeface="Montserrat" panose="02000505000000020004" pitchFamily="2" charset="77"/>
                  <a:ea typeface="+mn-ea"/>
                  <a:cs typeface="+mn-cs"/>
                </a:defRPr>
              </a:lvl2pPr>
              <a:lvl3pPr marL="14288" indent="0" algn="l" defTabSz="914400" rtl="0" eaLnBrk="1" latinLnBrk="0" hangingPunct="1">
                <a:lnSpc>
                  <a:spcPct val="90000"/>
                </a:lnSpc>
                <a:spcBef>
                  <a:spcPts val="500"/>
                </a:spcBef>
                <a:buFont typeface="Arial" panose="020B0604020202020204" pitchFamily="34" charset="0"/>
                <a:buNone/>
                <a:tabLst/>
                <a:defRPr sz="1400" b="1" kern="1200" cap="all" baseline="0">
                  <a:solidFill>
                    <a:schemeClr val="tx1"/>
                  </a:solidFill>
                  <a:latin typeface="Montserrat" panose="02000505000000020004" pitchFamily="2" charset="77"/>
                  <a:ea typeface="+mn-ea"/>
                  <a:cs typeface="+mn-cs"/>
                </a:defRPr>
              </a:lvl3pPr>
              <a:lvl4pPr marL="312738" indent="-219075" algn="l" defTabSz="914400" rtl="0" eaLnBrk="1" latinLnBrk="0" hangingPunct="1">
                <a:lnSpc>
                  <a:spcPct val="90000"/>
                </a:lnSpc>
                <a:spcBef>
                  <a:spcPts val="500"/>
                </a:spcBef>
                <a:buClr>
                  <a:schemeClr val="tx2"/>
                </a:buClr>
                <a:buFont typeface="Arial" panose="020B0604020202020204" pitchFamily="34" charset="0"/>
                <a:buChar char="•"/>
                <a:tabLst/>
                <a:defRPr sz="1400" b="0" i="0" kern="1200">
                  <a:solidFill>
                    <a:schemeClr val="tx1"/>
                  </a:solidFill>
                  <a:latin typeface="Montserrat" panose="02000505000000020004" pitchFamily="2" charset="77"/>
                  <a:ea typeface="+mn-ea"/>
                  <a:cs typeface="+mn-cs"/>
                </a:defRPr>
              </a:lvl4pPr>
              <a:lvl5pPr marL="627063" indent="-236538" algn="l" defTabSz="914400" rtl="0" eaLnBrk="1" latinLnBrk="0" hangingPunct="1">
                <a:lnSpc>
                  <a:spcPct val="90000"/>
                </a:lnSpc>
                <a:spcBef>
                  <a:spcPts val="500"/>
                </a:spcBef>
                <a:buFont typeface="Arial" panose="020B0604020202020204" pitchFamily="34" charset="0"/>
                <a:buChar char="•"/>
                <a:tabLst/>
                <a:defRPr sz="1200" b="0" i="0" kern="1200">
                  <a:solidFill>
                    <a:schemeClr val="tx1"/>
                  </a:solidFill>
                  <a:latin typeface="Montserrat" panose="02000505000000020004"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5000"/>
                </a:lnSpc>
                <a:buSzPts val="852"/>
              </a:pPr>
              <a:r>
                <a:rPr lang="it-IT" sz="1800" b="1" dirty="0">
                  <a:solidFill>
                    <a:schemeClr val="bg1"/>
                  </a:solidFill>
                  <a:latin typeface="Manrope"/>
                </a:rPr>
                <a:t>Design &amp; API Testing</a:t>
              </a:r>
            </a:p>
            <a:p>
              <a:pPr algn="ctr">
                <a:lnSpc>
                  <a:spcPct val="140000"/>
                </a:lnSpc>
                <a:buSzPts val="852"/>
              </a:pPr>
              <a:endParaRPr lang="it-IT" sz="1136" dirty="0">
                <a:solidFill>
                  <a:schemeClr val="bg1"/>
                </a:solidFill>
              </a:endParaRPr>
            </a:p>
          </p:txBody>
        </p:sp>
        <p:sp>
          <p:nvSpPr>
            <p:cNvPr id="488" name="Google Shape;284;p37">
              <a:extLst>
                <a:ext uri="{FF2B5EF4-FFF2-40B4-BE49-F238E27FC236}">
                  <a16:creationId xmlns:a16="http://schemas.microsoft.com/office/drawing/2014/main" id="{6D4AC437-BE84-CD11-B7C3-5EDFAD861B15}"/>
                </a:ext>
              </a:extLst>
            </p:cNvPr>
            <p:cNvSpPr/>
            <p:nvPr/>
          </p:nvSpPr>
          <p:spPr>
            <a:xfrm>
              <a:off x="4009689" y="4285847"/>
              <a:ext cx="1918665" cy="384570"/>
            </a:xfrm>
            <a:prstGeom prst="rect">
              <a:avLst/>
            </a:prstGeom>
            <a:solidFill>
              <a:schemeClr val="tx1"/>
            </a:solidFill>
            <a:ln>
              <a:noFill/>
            </a:ln>
          </p:spPr>
          <p:txBody>
            <a:bodyPr spcFirstLastPara="1" wrap="square" lIns="121900" tIns="121900" rIns="121900" bIns="121900" anchor="t" anchorCtr="0">
              <a:noAutofit/>
            </a:bodyPr>
            <a:lstStyle/>
            <a:p>
              <a:r>
                <a:rPr lang="it" sz="1600" dirty="0">
                  <a:solidFill>
                    <a:schemeClr val="bg1"/>
                  </a:solidFill>
                  <a:latin typeface="Manrope"/>
                </a:rPr>
                <a:t>Postman</a:t>
              </a:r>
              <a:endParaRPr sz="1600" dirty="0">
                <a:solidFill>
                  <a:schemeClr val="bg1"/>
                </a:solidFill>
                <a:latin typeface="Manrope"/>
              </a:endParaRPr>
            </a:p>
          </p:txBody>
        </p:sp>
        <p:pic>
          <p:nvPicPr>
            <p:cNvPr id="489" name="Google Shape;285;p37">
              <a:extLst>
                <a:ext uri="{FF2B5EF4-FFF2-40B4-BE49-F238E27FC236}">
                  <a16:creationId xmlns:a16="http://schemas.microsoft.com/office/drawing/2014/main" id="{3F7E5313-37EB-BB76-A444-15DB6A1B3B7C}"/>
                </a:ext>
              </a:extLst>
            </p:cNvPr>
            <p:cNvPicPr preferRelativeResize="0"/>
            <p:nvPr/>
          </p:nvPicPr>
          <p:blipFill rotWithShape="1">
            <a:blip r:embed="rId11">
              <a:alphaModFix/>
            </a:blip>
            <a:srcRect/>
            <a:stretch/>
          </p:blipFill>
          <p:spPr>
            <a:xfrm>
              <a:off x="3317519" y="4246873"/>
              <a:ext cx="462486" cy="462522"/>
            </a:xfrm>
            <a:prstGeom prst="rect">
              <a:avLst/>
            </a:prstGeom>
            <a:solidFill>
              <a:schemeClr val="tx1"/>
            </a:solidFill>
            <a:ln>
              <a:noFill/>
            </a:ln>
          </p:spPr>
        </p:pic>
        <p:sp>
          <p:nvSpPr>
            <p:cNvPr id="491" name="Ovale 53">
              <a:extLst>
                <a:ext uri="{FF2B5EF4-FFF2-40B4-BE49-F238E27FC236}">
                  <a16:creationId xmlns:a16="http://schemas.microsoft.com/office/drawing/2014/main" id="{9D118C47-7DCB-B9FB-23FB-E066B3168BCF}"/>
                </a:ext>
              </a:extLst>
            </p:cNvPr>
            <p:cNvSpPr/>
            <p:nvPr/>
          </p:nvSpPr>
          <p:spPr>
            <a:xfrm>
              <a:off x="3304323" y="3667934"/>
              <a:ext cx="476519" cy="468421"/>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it-IT"/>
            </a:p>
          </p:txBody>
        </p:sp>
        <p:pic>
          <p:nvPicPr>
            <p:cNvPr id="492" name="Picture 10" descr="Free Graphql Logo Icon - Free Download Logos Logo Icons | IconScout">
              <a:extLst>
                <a:ext uri="{FF2B5EF4-FFF2-40B4-BE49-F238E27FC236}">
                  <a16:creationId xmlns:a16="http://schemas.microsoft.com/office/drawing/2014/main" id="{877009ED-1EB4-619F-25B6-0CF4CC32A47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34533" y="3687977"/>
              <a:ext cx="428332" cy="428332"/>
            </a:xfrm>
            <a:prstGeom prst="rect">
              <a:avLst/>
            </a:prstGeom>
            <a:noFill/>
          </p:spPr>
        </p:pic>
      </p:grpSp>
      <p:grpSp>
        <p:nvGrpSpPr>
          <p:cNvPr id="493" name="Group 492">
            <a:extLst>
              <a:ext uri="{FF2B5EF4-FFF2-40B4-BE49-F238E27FC236}">
                <a16:creationId xmlns:a16="http://schemas.microsoft.com/office/drawing/2014/main" id="{58D0836B-D6E6-6505-E3AF-1722EF7A13C5}"/>
              </a:ext>
            </a:extLst>
          </p:cNvPr>
          <p:cNvGrpSpPr/>
          <p:nvPr/>
        </p:nvGrpSpPr>
        <p:grpSpPr>
          <a:xfrm>
            <a:off x="6066678" y="3191183"/>
            <a:ext cx="2880000" cy="1800000"/>
            <a:chOff x="8015200" y="3760267"/>
            <a:chExt cx="3639600" cy="2274750"/>
          </a:xfrm>
        </p:grpSpPr>
        <p:sp>
          <p:nvSpPr>
            <p:cNvPr id="494" name="Google Shape;252;p37">
              <a:extLst>
                <a:ext uri="{FF2B5EF4-FFF2-40B4-BE49-F238E27FC236}">
                  <a16:creationId xmlns:a16="http://schemas.microsoft.com/office/drawing/2014/main" id="{E5289A18-5059-F36F-B30E-00FA25954743}"/>
                </a:ext>
              </a:extLst>
            </p:cNvPr>
            <p:cNvSpPr txBox="1">
              <a:spLocks/>
            </p:cNvSpPr>
            <p:nvPr/>
          </p:nvSpPr>
          <p:spPr>
            <a:xfrm>
              <a:off x="8015200" y="3760267"/>
              <a:ext cx="3639600" cy="227475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spcFirstLastPara="1" vert="horz" wrap="square" lIns="180000" tIns="180000" rIns="180000" bIns="180000" spcCol="360000" rtlCol="0" anchor="t" anchorCtr="0">
              <a:noAutofit/>
            </a:bodyPr>
            <a:lstStyle>
              <a:lvl1pPr marL="0" indent="0" algn="l" defTabSz="360000" rtl="0" eaLnBrk="1" latinLnBrk="0" hangingPunct="1">
                <a:lnSpc>
                  <a:spcPct val="150000"/>
                </a:lnSpc>
                <a:spcBef>
                  <a:spcPts val="0"/>
                </a:spcBef>
                <a:buClr>
                  <a:schemeClr val="tx2"/>
                </a:buClr>
                <a:buFont typeface="Arial" panose="020B0604020202020204" pitchFamily="34" charset="0"/>
                <a:buNone/>
                <a:tabLst>
                  <a:tab pos="360000" algn="l"/>
                  <a:tab pos="720000" algn="l"/>
                  <a:tab pos="1080000" algn="l"/>
                  <a:tab pos="1440000" algn="l"/>
                  <a:tab pos="1800000" algn="l"/>
                  <a:tab pos="2160000" algn="l"/>
                  <a:tab pos="2520000" algn="l"/>
                </a:tabLst>
                <a:defRPr sz="1400" kern="1200" baseline="0">
                  <a:solidFill>
                    <a:schemeClr val="lt1"/>
                  </a:solidFill>
                  <a:latin typeface="+mn-lt"/>
                  <a:ea typeface="+mn-ea"/>
                  <a:cs typeface="+mn-cs"/>
                </a:defRPr>
              </a:lvl1pPr>
              <a:lvl2pPr marL="14288" indent="0" algn="l" defTabSz="914400" rtl="0" eaLnBrk="1" latinLnBrk="0" hangingPunct="1">
                <a:lnSpc>
                  <a:spcPct val="90000"/>
                </a:lnSpc>
                <a:spcBef>
                  <a:spcPts val="500"/>
                </a:spcBef>
                <a:buFontTx/>
                <a:buNone/>
                <a:tabLst/>
                <a:defRPr sz="1600" b="0" i="0" kern="1200" cap="all" baseline="0">
                  <a:solidFill>
                    <a:schemeClr val="lt1"/>
                  </a:solidFill>
                  <a:latin typeface="+mn-lt"/>
                  <a:ea typeface="+mn-ea"/>
                  <a:cs typeface="+mn-cs"/>
                </a:defRPr>
              </a:lvl2pPr>
              <a:lvl3pPr marL="14288" indent="0" algn="l" defTabSz="914400" rtl="0" eaLnBrk="1" latinLnBrk="0" hangingPunct="1">
                <a:lnSpc>
                  <a:spcPct val="90000"/>
                </a:lnSpc>
                <a:spcBef>
                  <a:spcPts val="500"/>
                </a:spcBef>
                <a:buFont typeface="Arial" panose="020B0604020202020204" pitchFamily="34" charset="0"/>
                <a:buNone/>
                <a:tabLst/>
                <a:defRPr sz="1400" b="1" kern="1200" cap="all" baseline="0">
                  <a:solidFill>
                    <a:schemeClr val="lt1"/>
                  </a:solidFill>
                  <a:latin typeface="+mn-lt"/>
                  <a:ea typeface="+mn-ea"/>
                  <a:cs typeface="+mn-cs"/>
                </a:defRPr>
              </a:lvl3pPr>
              <a:lvl4pPr marL="312738" indent="-219075" algn="l" defTabSz="914400" rtl="0" eaLnBrk="1" latinLnBrk="0" hangingPunct="1">
                <a:lnSpc>
                  <a:spcPct val="90000"/>
                </a:lnSpc>
                <a:spcBef>
                  <a:spcPts val="500"/>
                </a:spcBef>
                <a:buClr>
                  <a:schemeClr val="tx2"/>
                </a:buClr>
                <a:buFont typeface="Arial" panose="020B0604020202020204" pitchFamily="34" charset="0"/>
                <a:buChar char="•"/>
                <a:tabLst/>
                <a:defRPr sz="1400" b="0" i="0" kern="1200">
                  <a:solidFill>
                    <a:schemeClr val="lt1"/>
                  </a:solidFill>
                  <a:latin typeface="+mn-lt"/>
                  <a:ea typeface="+mn-ea"/>
                  <a:cs typeface="+mn-cs"/>
                </a:defRPr>
              </a:lvl4pPr>
              <a:lvl5pPr marL="627063" indent="-236538" algn="l" defTabSz="914400" rtl="0" eaLnBrk="1" latinLnBrk="0" hangingPunct="1">
                <a:lnSpc>
                  <a:spcPct val="90000"/>
                </a:lnSpc>
                <a:spcBef>
                  <a:spcPts val="500"/>
                </a:spcBef>
                <a:buFont typeface="Arial" panose="020B0604020202020204" pitchFamily="34" charset="0"/>
                <a:buChar char="•"/>
                <a:tabLst/>
                <a:defRPr sz="12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endParaRPr lang="it-IT" sz="1867">
                <a:latin typeface="Arial"/>
                <a:ea typeface="Arial"/>
                <a:cs typeface="Arial"/>
                <a:sym typeface="Arial"/>
              </a:endParaRPr>
            </a:p>
            <a:p>
              <a:endParaRPr lang="it-IT" sz="1867" dirty="0">
                <a:latin typeface="Arial"/>
                <a:ea typeface="Arial"/>
                <a:cs typeface="Arial"/>
                <a:sym typeface="Arial"/>
              </a:endParaRPr>
            </a:p>
          </p:txBody>
        </p:sp>
        <p:sp>
          <p:nvSpPr>
            <p:cNvPr id="495" name="Google Shape;265;p37">
              <a:extLst>
                <a:ext uri="{FF2B5EF4-FFF2-40B4-BE49-F238E27FC236}">
                  <a16:creationId xmlns:a16="http://schemas.microsoft.com/office/drawing/2014/main" id="{ACA6D513-BCA6-E4A3-0AA9-F1DE9D68E320}"/>
                </a:ext>
              </a:extLst>
            </p:cNvPr>
            <p:cNvSpPr/>
            <p:nvPr/>
          </p:nvSpPr>
          <p:spPr>
            <a:xfrm>
              <a:off x="9103665" y="4450867"/>
              <a:ext cx="2463902" cy="486000"/>
            </a:xfrm>
            <a:prstGeom prst="rect">
              <a:avLst/>
            </a:prstGeom>
            <a:noFill/>
            <a:ln>
              <a:noFill/>
            </a:ln>
          </p:spPr>
          <p:txBody>
            <a:bodyPr spcFirstLastPara="1" wrap="square" lIns="121900" tIns="121900" rIns="121900" bIns="121900" anchor="ctr" anchorCtr="0">
              <a:noAutofit/>
            </a:bodyPr>
            <a:lstStyle/>
            <a:p>
              <a:r>
                <a:rPr lang="it" sz="1600" dirty="0">
                  <a:solidFill>
                    <a:schemeClr val="bg1"/>
                  </a:solidFill>
                  <a:latin typeface="Manrope"/>
                </a:rPr>
                <a:t>Jenkins</a:t>
              </a:r>
              <a:endParaRPr sz="1600" dirty="0">
                <a:solidFill>
                  <a:schemeClr val="bg1"/>
                </a:solidFill>
                <a:latin typeface="Manrope"/>
              </a:endParaRPr>
            </a:p>
          </p:txBody>
        </p:sp>
        <p:sp>
          <p:nvSpPr>
            <p:cNvPr id="496" name="Google Shape;266;p37">
              <a:extLst>
                <a:ext uri="{FF2B5EF4-FFF2-40B4-BE49-F238E27FC236}">
                  <a16:creationId xmlns:a16="http://schemas.microsoft.com/office/drawing/2014/main" id="{64871A84-59BF-9197-7E42-701F94B4D000}"/>
                </a:ext>
              </a:extLst>
            </p:cNvPr>
            <p:cNvSpPr/>
            <p:nvPr/>
          </p:nvSpPr>
          <p:spPr>
            <a:xfrm>
              <a:off x="9103665" y="5135133"/>
              <a:ext cx="2463702" cy="486000"/>
            </a:xfrm>
            <a:prstGeom prst="rect">
              <a:avLst/>
            </a:prstGeom>
            <a:noFill/>
            <a:ln>
              <a:noFill/>
            </a:ln>
          </p:spPr>
          <p:txBody>
            <a:bodyPr spcFirstLastPara="1" wrap="square" lIns="121900" tIns="121900" rIns="121900" bIns="121900" anchor="ctr" anchorCtr="0">
              <a:noAutofit/>
            </a:bodyPr>
            <a:lstStyle/>
            <a:p>
              <a:r>
                <a:rPr lang="it" sz="1600" dirty="0">
                  <a:solidFill>
                    <a:schemeClr val="bg1"/>
                  </a:solidFill>
                  <a:latin typeface="Manrope"/>
                </a:rPr>
                <a:t>OKD</a:t>
              </a:r>
              <a:endParaRPr sz="1600" dirty="0">
                <a:solidFill>
                  <a:schemeClr val="bg1"/>
                </a:solidFill>
                <a:latin typeface="Manrope"/>
              </a:endParaRPr>
            </a:p>
          </p:txBody>
        </p:sp>
        <p:sp>
          <p:nvSpPr>
            <p:cNvPr id="497" name="Google Shape;283;p37">
              <a:extLst>
                <a:ext uri="{FF2B5EF4-FFF2-40B4-BE49-F238E27FC236}">
                  <a16:creationId xmlns:a16="http://schemas.microsoft.com/office/drawing/2014/main" id="{C9E3F661-A868-BE1A-1F7F-8767312067C5}"/>
                </a:ext>
              </a:extLst>
            </p:cNvPr>
            <p:cNvSpPr txBox="1">
              <a:spLocks/>
            </p:cNvSpPr>
            <p:nvPr/>
          </p:nvSpPr>
          <p:spPr>
            <a:xfrm>
              <a:off x="8015200" y="3853584"/>
              <a:ext cx="3639600" cy="362400"/>
            </a:xfrm>
            <a:prstGeom prst="rect">
              <a:avLst/>
            </a:prstGeom>
            <a:noFill/>
            <a:ln>
              <a:noFill/>
            </a:ln>
          </p:spPr>
          <p:txBody>
            <a:bodyPr spcFirstLastPara="1" vert="horz" wrap="square" lIns="0" tIns="0" rIns="0" bIns="0" spcCol="360000" rtlCol="0" anchor="t" anchorCtr="0">
              <a:noAutofit/>
            </a:bodyPr>
            <a:lstStyle>
              <a:lvl1pPr marL="0" indent="0" algn="l" defTabSz="360000" rtl="0" eaLnBrk="1" latinLnBrk="0" hangingPunct="1">
                <a:lnSpc>
                  <a:spcPct val="150000"/>
                </a:lnSpc>
                <a:spcBef>
                  <a:spcPts val="0"/>
                </a:spcBef>
                <a:buClr>
                  <a:schemeClr val="tx2"/>
                </a:buClr>
                <a:buFont typeface="Arial" panose="020B0604020202020204" pitchFamily="34" charset="0"/>
                <a:buNone/>
                <a:tabLst>
                  <a:tab pos="360000" algn="l"/>
                  <a:tab pos="720000" algn="l"/>
                  <a:tab pos="1080000" algn="l"/>
                  <a:tab pos="1440000" algn="l"/>
                  <a:tab pos="1800000" algn="l"/>
                  <a:tab pos="2160000" algn="l"/>
                  <a:tab pos="2520000" algn="l"/>
                </a:tabLst>
                <a:defRPr sz="1400" kern="1200" baseline="0">
                  <a:solidFill>
                    <a:schemeClr val="tx1"/>
                  </a:solidFill>
                  <a:latin typeface="Montserrat" panose="02000505000000020004" pitchFamily="2" charset="77"/>
                  <a:ea typeface="+mn-ea"/>
                  <a:cs typeface="+mn-cs"/>
                </a:defRPr>
              </a:lvl1pPr>
              <a:lvl2pPr marL="14288" indent="0" algn="l" defTabSz="914400" rtl="0" eaLnBrk="1" latinLnBrk="0" hangingPunct="1">
                <a:lnSpc>
                  <a:spcPct val="90000"/>
                </a:lnSpc>
                <a:spcBef>
                  <a:spcPts val="500"/>
                </a:spcBef>
                <a:buFontTx/>
                <a:buNone/>
                <a:tabLst/>
                <a:defRPr sz="1600" b="0" i="0" kern="1200" cap="all" baseline="0">
                  <a:solidFill>
                    <a:schemeClr val="tx2"/>
                  </a:solidFill>
                  <a:latin typeface="Montserrat" panose="02000505000000020004" pitchFamily="2" charset="77"/>
                  <a:ea typeface="+mn-ea"/>
                  <a:cs typeface="+mn-cs"/>
                </a:defRPr>
              </a:lvl2pPr>
              <a:lvl3pPr marL="14288" indent="0" algn="l" defTabSz="914400" rtl="0" eaLnBrk="1" latinLnBrk="0" hangingPunct="1">
                <a:lnSpc>
                  <a:spcPct val="90000"/>
                </a:lnSpc>
                <a:spcBef>
                  <a:spcPts val="500"/>
                </a:spcBef>
                <a:buFont typeface="Arial" panose="020B0604020202020204" pitchFamily="34" charset="0"/>
                <a:buNone/>
                <a:tabLst/>
                <a:defRPr sz="1400" b="1" kern="1200" cap="all" baseline="0">
                  <a:solidFill>
                    <a:schemeClr val="tx1"/>
                  </a:solidFill>
                  <a:latin typeface="Montserrat" panose="02000505000000020004" pitchFamily="2" charset="77"/>
                  <a:ea typeface="+mn-ea"/>
                  <a:cs typeface="+mn-cs"/>
                </a:defRPr>
              </a:lvl3pPr>
              <a:lvl4pPr marL="312738" indent="-219075" algn="l" defTabSz="914400" rtl="0" eaLnBrk="1" latinLnBrk="0" hangingPunct="1">
                <a:lnSpc>
                  <a:spcPct val="90000"/>
                </a:lnSpc>
                <a:spcBef>
                  <a:spcPts val="500"/>
                </a:spcBef>
                <a:buClr>
                  <a:schemeClr val="tx2"/>
                </a:buClr>
                <a:buFont typeface="Arial" panose="020B0604020202020204" pitchFamily="34" charset="0"/>
                <a:buChar char="•"/>
                <a:tabLst/>
                <a:defRPr sz="1400" b="0" i="0" kern="1200">
                  <a:solidFill>
                    <a:schemeClr val="tx1"/>
                  </a:solidFill>
                  <a:latin typeface="Montserrat" panose="02000505000000020004" pitchFamily="2" charset="77"/>
                  <a:ea typeface="+mn-ea"/>
                  <a:cs typeface="+mn-cs"/>
                </a:defRPr>
              </a:lvl4pPr>
              <a:lvl5pPr marL="627063" indent="-236538" algn="l" defTabSz="914400" rtl="0" eaLnBrk="1" latinLnBrk="0" hangingPunct="1">
                <a:lnSpc>
                  <a:spcPct val="90000"/>
                </a:lnSpc>
                <a:spcBef>
                  <a:spcPts val="500"/>
                </a:spcBef>
                <a:buFont typeface="Arial" panose="020B0604020202020204" pitchFamily="34" charset="0"/>
                <a:buChar char="•"/>
                <a:tabLst/>
                <a:defRPr sz="1200" b="0" i="0" kern="1200">
                  <a:solidFill>
                    <a:schemeClr val="tx1"/>
                  </a:solidFill>
                  <a:latin typeface="Montserrat" panose="02000505000000020004"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5000"/>
                </a:lnSpc>
                <a:buSzPts val="852"/>
              </a:pPr>
              <a:r>
                <a:rPr lang="it-IT" sz="1800" b="1" dirty="0" err="1">
                  <a:solidFill>
                    <a:schemeClr val="bg1"/>
                  </a:solidFill>
                  <a:latin typeface="Manrope"/>
                </a:rPr>
                <a:t>DevOps</a:t>
              </a:r>
              <a:endParaRPr lang="it-IT" sz="1800" b="1" dirty="0">
                <a:solidFill>
                  <a:schemeClr val="bg1"/>
                </a:solidFill>
                <a:latin typeface="Manrope"/>
              </a:endParaRPr>
            </a:p>
            <a:p>
              <a:pPr algn="ctr">
                <a:lnSpc>
                  <a:spcPct val="140000"/>
                </a:lnSpc>
                <a:buSzPts val="852"/>
              </a:pPr>
              <a:endParaRPr lang="it-IT" sz="1136" dirty="0">
                <a:solidFill>
                  <a:schemeClr val="bg1"/>
                </a:solidFill>
              </a:endParaRPr>
            </a:p>
          </p:txBody>
        </p:sp>
        <p:grpSp>
          <p:nvGrpSpPr>
            <p:cNvPr id="498" name="Gruppo 40">
              <a:extLst>
                <a:ext uri="{FF2B5EF4-FFF2-40B4-BE49-F238E27FC236}">
                  <a16:creationId xmlns:a16="http://schemas.microsoft.com/office/drawing/2014/main" id="{099D0FD0-2161-4618-5FE6-A0F8E76E33ED}"/>
                </a:ext>
              </a:extLst>
            </p:cNvPr>
            <p:cNvGrpSpPr/>
            <p:nvPr/>
          </p:nvGrpSpPr>
          <p:grpSpPr>
            <a:xfrm>
              <a:off x="8215105" y="4317078"/>
              <a:ext cx="602201" cy="592425"/>
              <a:chOff x="8215105" y="4317078"/>
              <a:chExt cx="602201" cy="592425"/>
            </a:xfrm>
          </p:grpSpPr>
          <p:sp>
            <p:nvSpPr>
              <p:cNvPr id="502" name="Ovale 41">
                <a:extLst>
                  <a:ext uri="{FF2B5EF4-FFF2-40B4-BE49-F238E27FC236}">
                    <a16:creationId xmlns:a16="http://schemas.microsoft.com/office/drawing/2014/main" id="{B0E6E920-04F3-4A1C-F965-67A063FDD88C}"/>
                  </a:ext>
                </a:extLst>
              </p:cNvPr>
              <p:cNvSpPr/>
              <p:nvPr/>
            </p:nvSpPr>
            <p:spPr>
              <a:xfrm>
                <a:off x="8215105" y="4317078"/>
                <a:ext cx="602201" cy="59196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it-IT" dirty="0"/>
              </a:p>
            </p:txBody>
          </p:sp>
          <p:pic>
            <p:nvPicPr>
              <p:cNvPr id="503" name="Immagine 42">
                <a:extLst>
                  <a:ext uri="{FF2B5EF4-FFF2-40B4-BE49-F238E27FC236}">
                    <a16:creationId xmlns:a16="http://schemas.microsoft.com/office/drawing/2014/main" id="{079BCF8E-DAC9-95E3-E194-74BB8452C271}"/>
                  </a:ext>
                </a:extLst>
              </p:cNvPr>
              <p:cNvPicPr>
                <a:picLocks noChangeAspect="1"/>
              </p:cNvPicPr>
              <p:nvPr/>
            </p:nvPicPr>
            <p:blipFill>
              <a:blip r:embed="rId13"/>
              <a:stretch>
                <a:fillRect/>
              </a:stretch>
            </p:blipFill>
            <p:spPr>
              <a:xfrm>
                <a:off x="8232935" y="4351837"/>
                <a:ext cx="557666" cy="557666"/>
              </a:xfrm>
              <a:prstGeom prst="rect">
                <a:avLst/>
              </a:prstGeom>
            </p:spPr>
          </p:pic>
        </p:grpSp>
        <p:grpSp>
          <p:nvGrpSpPr>
            <p:cNvPr id="499" name="Gruppo 3">
              <a:extLst>
                <a:ext uri="{FF2B5EF4-FFF2-40B4-BE49-F238E27FC236}">
                  <a16:creationId xmlns:a16="http://schemas.microsoft.com/office/drawing/2014/main" id="{BD9914BC-63AD-8517-06F6-A068AB2645A6}"/>
                </a:ext>
              </a:extLst>
            </p:cNvPr>
            <p:cNvGrpSpPr/>
            <p:nvPr/>
          </p:nvGrpSpPr>
          <p:grpSpPr>
            <a:xfrm>
              <a:off x="8232935" y="5083954"/>
              <a:ext cx="602201" cy="591967"/>
              <a:chOff x="8232935" y="5083954"/>
              <a:chExt cx="602201" cy="591967"/>
            </a:xfrm>
          </p:grpSpPr>
          <p:sp>
            <p:nvSpPr>
              <p:cNvPr id="500" name="Ovale 44">
                <a:extLst>
                  <a:ext uri="{FF2B5EF4-FFF2-40B4-BE49-F238E27FC236}">
                    <a16:creationId xmlns:a16="http://schemas.microsoft.com/office/drawing/2014/main" id="{E47AD56F-B9FF-4A33-58D9-FA57DDA3EDFC}"/>
                  </a:ext>
                </a:extLst>
              </p:cNvPr>
              <p:cNvSpPr/>
              <p:nvPr/>
            </p:nvSpPr>
            <p:spPr>
              <a:xfrm>
                <a:off x="8232935" y="5083954"/>
                <a:ext cx="602201" cy="59196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it-IT" dirty="0"/>
              </a:p>
            </p:txBody>
          </p:sp>
          <p:pic>
            <p:nvPicPr>
              <p:cNvPr id="501" name="Picture 5" descr="How to Deploy OKD Minishift onto a Publicly-Hosted VM">
                <a:extLst>
                  <a:ext uri="{FF2B5EF4-FFF2-40B4-BE49-F238E27FC236}">
                    <a16:creationId xmlns:a16="http://schemas.microsoft.com/office/drawing/2014/main" id="{02318261-DF70-B43B-375F-F7E63817C4C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92511" y="5263298"/>
                <a:ext cx="483047" cy="229670"/>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4211757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69A71-67E5-E851-03B4-73F7034EA989}"/>
            </a:ext>
          </a:extLst>
        </p:cNvPr>
        <p:cNvGrpSpPr/>
        <p:nvPr/>
      </p:nvGrpSpPr>
      <p:grpSpPr>
        <a:xfrm>
          <a:off x="0" y="0"/>
          <a:ext cx="0" cy="0"/>
          <a:chOff x="0" y="0"/>
          <a:chExt cx="0" cy="0"/>
        </a:xfrm>
      </p:grpSpPr>
      <p:sp>
        <p:nvSpPr>
          <p:cNvPr id="407" name="Rectangle 406">
            <a:extLst>
              <a:ext uri="{FF2B5EF4-FFF2-40B4-BE49-F238E27FC236}">
                <a16:creationId xmlns:a16="http://schemas.microsoft.com/office/drawing/2014/main" id="{A2F94655-2632-EF21-9853-0138F9CFB411}"/>
              </a:ext>
            </a:extLst>
          </p:cNvPr>
          <p:cNvSpPr/>
          <p:nvPr/>
        </p:nvSpPr>
        <p:spPr>
          <a:xfrm>
            <a:off x="476280" y="476460"/>
            <a:ext cx="8191080" cy="466473"/>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1" u="none" strike="noStrike" dirty="0">
                <a:solidFill>
                  <a:schemeClr val="dk1"/>
                </a:solidFill>
                <a:effectLst/>
                <a:uFillTx/>
                <a:latin typeface="Archivo Black"/>
              </a:rPr>
              <a:t>System Architecture</a:t>
            </a:r>
            <a:endParaRPr lang="en-US" sz="2400" b="1" u="none" strike="noStrike" dirty="0">
              <a:solidFill>
                <a:srgbClr val="000000"/>
              </a:solidFill>
              <a:effectLst/>
              <a:uFillTx/>
              <a:latin typeface="OpenSymbol"/>
            </a:endParaRPr>
          </a:p>
        </p:txBody>
      </p:sp>
      <p:sp>
        <p:nvSpPr>
          <p:cNvPr id="3" name="Rectangle 2">
            <a:extLst>
              <a:ext uri="{FF2B5EF4-FFF2-40B4-BE49-F238E27FC236}">
                <a16:creationId xmlns:a16="http://schemas.microsoft.com/office/drawing/2014/main" id="{9AB68784-745E-958E-0B94-DADBE55B24D9}"/>
              </a:ext>
            </a:extLst>
          </p:cNvPr>
          <p:cNvSpPr/>
          <p:nvPr/>
        </p:nvSpPr>
        <p:spPr>
          <a:xfrm>
            <a:off x="118108" y="529696"/>
            <a:ext cx="180000" cy="360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T"/>
          </a:p>
        </p:txBody>
      </p:sp>
      <p:pic>
        <p:nvPicPr>
          <p:cNvPr id="2" name="Immagine 24" descr="Immagine che contiene testo, schermata, diagramma, software&#10;&#10;Il contenuto generato dall'IA potrebbe non essere corretto.">
            <a:extLst>
              <a:ext uri="{FF2B5EF4-FFF2-40B4-BE49-F238E27FC236}">
                <a16:creationId xmlns:a16="http://schemas.microsoft.com/office/drawing/2014/main" id="{8CD48EAC-D661-86DC-F99E-A35C9C4F1D22}"/>
              </a:ext>
            </a:extLst>
          </p:cNvPr>
          <p:cNvPicPr>
            <a:picLocks noChangeAspect="1"/>
          </p:cNvPicPr>
          <p:nvPr/>
        </p:nvPicPr>
        <p:blipFill>
          <a:blip r:embed="rId3"/>
          <a:stretch>
            <a:fillRect/>
          </a:stretch>
        </p:blipFill>
        <p:spPr>
          <a:xfrm>
            <a:off x="118108" y="970135"/>
            <a:ext cx="7793580" cy="3872797"/>
          </a:xfrm>
          <a:prstGeom prst="rect">
            <a:avLst/>
          </a:prstGeom>
        </p:spPr>
      </p:pic>
    </p:spTree>
    <p:extLst>
      <p:ext uri="{BB962C8B-B14F-4D97-AF65-F5344CB8AC3E}">
        <p14:creationId xmlns:p14="http://schemas.microsoft.com/office/powerpoint/2010/main" val="3182272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37208-BDAD-8FAF-8C81-71AF7C25DE8A}"/>
            </a:ext>
          </a:extLst>
        </p:cNvPr>
        <p:cNvGrpSpPr/>
        <p:nvPr/>
      </p:nvGrpSpPr>
      <p:grpSpPr>
        <a:xfrm>
          <a:off x="0" y="0"/>
          <a:ext cx="0" cy="0"/>
          <a:chOff x="0" y="0"/>
          <a:chExt cx="0" cy="0"/>
        </a:xfrm>
      </p:grpSpPr>
      <p:sp>
        <p:nvSpPr>
          <p:cNvPr id="407" name="Rectangle 406">
            <a:extLst>
              <a:ext uri="{FF2B5EF4-FFF2-40B4-BE49-F238E27FC236}">
                <a16:creationId xmlns:a16="http://schemas.microsoft.com/office/drawing/2014/main" id="{30274573-F7B8-AC4F-9C46-45F963878E0C}"/>
              </a:ext>
            </a:extLst>
          </p:cNvPr>
          <p:cNvSpPr/>
          <p:nvPr/>
        </p:nvSpPr>
        <p:spPr>
          <a:xfrm>
            <a:off x="476280" y="476460"/>
            <a:ext cx="8191080" cy="466473"/>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tabLst>
                <a:tab pos="0" algn="l"/>
              </a:tabLst>
            </a:pPr>
            <a:r>
              <a:rPr lang="en-US" sz="2400" b="1" u="none" strike="noStrike" dirty="0">
                <a:solidFill>
                  <a:schemeClr val="dk1"/>
                </a:solidFill>
                <a:effectLst/>
                <a:uFillTx/>
                <a:latin typeface="Archivo Black"/>
              </a:rPr>
              <a:t>Conclusions &amp; Next Steps</a:t>
            </a:r>
            <a:endParaRPr lang="en-US" sz="2400" b="0" u="none" strike="noStrike" dirty="0">
              <a:solidFill>
                <a:srgbClr val="000000"/>
              </a:solidFill>
              <a:effectLst/>
              <a:uFillTx/>
              <a:latin typeface="OpenSymbol"/>
            </a:endParaRPr>
          </a:p>
        </p:txBody>
      </p:sp>
      <p:sp>
        <p:nvSpPr>
          <p:cNvPr id="408" name="Rectangle 407">
            <a:extLst>
              <a:ext uri="{FF2B5EF4-FFF2-40B4-BE49-F238E27FC236}">
                <a16:creationId xmlns:a16="http://schemas.microsoft.com/office/drawing/2014/main" id="{6AF18F02-9EBB-D64E-A597-D0E5AE4900F5}"/>
              </a:ext>
            </a:extLst>
          </p:cNvPr>
          <p:cNvSpPr/>
          <p:nvPr/>
        </p:nvSpPr>
        <p:spPr>
          <a:xfrm>
            <a:off x="476280" y="942933"/>
            <a:ext cx="8191080" cy="3724107"/>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400" b="0" u="none" strike="noStrike" dirty="0">
                <a:solidFill>
                  <a:schemeClr val="dk1"/>
                </a:solidFill>
                <a:effectLst/>
                <a:uFillTx/>
                <a:latin typeface="Manrope"/>
              </a:rPr>
              <a:t>Brief context: the problem space, key gaps, and why it matters now.</a:t>
            </a:r>
            <a:endParaRPr lang="en-US" sz="1400" b="0" u="none" strike="noStrike" dirty="0">
              <a:solidFill>
                <a:srgbClr val="000000"/>
              </a:solidFill>
              <a:effectLst/>
              <a:uFillTx/>
              <a:latin typeface="OpenSymbol"/>
            </a:endParaRPr>
          </a:p>
          <a:p>
            <a:pPr defTabSz="914400">
              <a:lnSpc>
                <a:spcPct val="150000"/>
              </a:lnSpc>
              <a:tabLst>
                <a:tab pos="0" algn="l"/>
              </a:tabLst>
            </a:pPr>
            <a:endParaRPr lang="en-US" sz="1400" b="0" u="none" strike="noStrike" dirty="0">
              <a:solidFill>
                <a:srgbClr val="000000"/>
              </a:solidFill>
              <a:effectLst/>
              <a:uFillTx/>
              <a:latin typeface="OpenSymbol"/>
            </a:endParaRPr>
          </a:p>
          <a:p>
            <a:pPr defTabSz="914400">
              <a:lnSpc>
                <a:spcPct val="150000"/>
              </a:lnSpc>
              <a:tabLst>
                <a:tab pos="0" algn="l"/>
              </a:tabLst>
            </a:pPr>
            <a:r>
              <a:rPr lang="en-US" sz="1400" b="0" u="none" strike="noStrike" dirty="0">
                <a:solidFill>
                  <a:schemeClr val="dk1"/>
                </a:solidFill>
                <a:effectLst/>
                <a:uFillTx/>
                <a:latin typeface="Manrope"/>
              </a:rPr>
              <a:t>Methods were chosen for clarity and efficiency, balancing rigor with simplicity to produce </a:t>
            </a:r>
            <a:r>
              <a:rPr lang="en-US" sz="1400" b="1" u="none" strike="noStrike" dirty="0">
                <a:solidFill>
                  <a:schemeClr val="dk1"/>
                </a:solidFill>
                <a:effectLst/>
                <a:uFillTx/>
                <a:latin typeface="Manrope"/>
              </a:rPr>
              <a:t>reproducible</a:t>
            </a:r>
            <a:r>
              <a:rPr lang="en-US" sz="1400" b="0" u="none" strike="noStrike" dirty="0">
                <a:solidFill>
                  <a:schemeClr val="dk1"/>
                </a:solidFill>
                <a:effectLst/>
                <a:uFillTx/>
                <a:latin typeface="Manrope"/>
              </a:rPr>
              <a:t> results.</a:t>
            </a:r>
            <a:endParaRPr lang="en-US" sz="1400" b="0" u="none" strike="noStrike" dirty="0">
              <a:solidFill>
                <a:srgbClr val="000000"/>
              </a:solidFill>
              <a:effectLst/>
              <a:uFillTx/>
              <a:latin typeface="OpenSymbol"/>
            </a:endParaRPr>
          </a:p>
        </p:txBody>
      </p:sp>
      <p:sp>
        <p:nvSpPr>
          <p:cNvPr id="3" name="Rectangle 2">
            <a:extLst>
              <a:ext uri="{FF2B5EF4-FFF2-40B4-BE49-F238E27FC236}">
                <a16:creationId xmlns:a16="http://schemas.microsoft.com/office/drawing/2014/main" id="{B5AA8D13-79B5-05DD-0D10-531A85CB0583}"/>
              </a:ext>
            </a:extLst>
          </p:cNvPr>
          <p:cNvSpPr/>
          <p:nvPr/>
        </p:nvSpPr>
        <p:spPr>
          <a:xfrm>
            <a:off x="118108" y="529696"/>
            <a:ext cx="180000" cy="360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T"/>
          </a:p>
        </p:txBody>
      </p:sp>
    </p:spTree>
    <p:extLst>
      <p:ext uri="{BB962C8B-B14F-4D97-AF65-F5344CB8AC3E}">
        <p14:creationId xmlns:p14="http://schemas.microsoft.com/office/powerpoint/2010/main" val="1778265594"/>
      </p:ext>
    </p:extLst>
  </p:cSld>
  <p:clrMapOvr>
    <a:masterClrMapping/>
  </p:clrMapOvr>
</p:sld>
</file>

<file path=ppt/theme/theme1.xml><?xml version="1.0" encoding="utf-8"?>
<a:theme xmlns:a="http://schemas.openxmlformats.org/drawingml/2006/main" name="Business Administration School Center by Slidesgo">
  <a:themeElements>
    <a:clrScheme name="Simple Light">
      <a:dk1>
        <a:srgbClr val="092241"/>
      </a:dk1>
      <a:lt1>
        <a:srgbClr val="F8F8F8"/>
      </a:lt1>
      <a:dk2>
        <a:srgbClr val="B7B7B7"/>
      </a:dk2>
      <a:lt2>
        <a:srgbClr val="6194E6"/>
      </a:lt2>
      <a:accent1>
        <a:srgbClr val="FFFFFF"/>
      </a:accent1>
      <a:accent2>
        <a:srgbClr val="FFFFFF"/>
      </a:accent2>
      <a:accent3>
        <a:srgbClr val="FFFFFF"/>
      </a:accent3>
      <a:accent4>
        <a:srgbClr val="FFFFFF"/>
      </a:accent4>
      <a:accent5>
        <a:srgbClr val="FFFFFF"/>
      </a:accent5>
      <a:accent6>
        <a:srgbClr val="FFFFFF"/>
      </a:accent6>
      <a:hlink>
        <a:srgbClr val="0922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1242</TotalTime>
  <Words>636</Words>
  <Application>Microsoft Macintosh PowerPoint</Application>
  <PresentationFormat>On-screen Show (16:9)</PresentationFormat>
  <Paragraphs>87</Paragraphs>
  <Slides>7</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Aptos</vt:lpstr>
      <vt:lpstr>Archivo Black</vt:lpstr>
      <vt:lpstr>Arial</vt:lpstr>
      <vt:lpstr>Courier New</vt:lpstr>
      <vt:lpstr>Manrope</vt:lpstr>
      <vt:lpstr>OpenSymbol</vt:lpstr>
      <vt:lpstr>Symbol</vt:lpstr>
      <vt:lpstr>Wingdings</vt:lpstr>
      <vt:lpstr>Business Administration School Center by Slidesgo</vt:lpstr>
      <vt:lpstr>Design and Implementation of a Cloud-Native Reactive Architecture</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Federico Palazzi</cp:lastModifiedBy>
  <cp:revision>13</cp:revision>
  <dcterms:modified xsi:type="dcterms:W3CDTF">2026-03-22T16:47:40Z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2026-03-21T19:14:26Z</dcterms:created>
  <dc:creator>Unknown Creator</dc:creator>
  <dc:description/>
  <dc:language>en-US</dc:language>
  <cp:lastModifiedBy>Unknown Creator</cp:lastModifiedBy>
  <dcterms:modified xsi:type="dcterms:W3CDTF">2026-03-21T19:14:26Z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